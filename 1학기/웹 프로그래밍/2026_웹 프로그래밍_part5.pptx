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Default Extension="xlsx" ContentType="application/vnd.openxmlformats-officedocument.spreadsheetml.sheet"/>
  <Default Extension="emf" ContentType="image/x-emf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ink/ink1.xml" ContentType="application/inkml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notesSlides/notesSlide19.xml" ContentType="application/vnd.openxmlformats-officedocument.presentationml.notesSlide+xml"/>
</Types>
</file>

<file path=_rels/.rels><?xml version="1.0" encoding="UTF-8"?>
<Relationships xmlns="http://schemas.openxmlformats.org/package/2006/relationships"><Relationship Id="rId1" Type="http://schemas.openxmlformats.org/officeDocument/2006/relationships/officeDocument" Target="ppt/presentation.xml"></Relationship><Relationship Id="rId2" Type="http://schemas.openxmlformats.org/package/2006/relationships/metadata/core-properties" Target="docProps/core.xml"></Relationship><Relationship Id="rId3" Type="http://schemas.openxmlformats.org/officeDocument/2006/relationships/extended-properties" Target="docProps/app.xml"></Relationship><Relationship Id="rId4" Type="http://schemas.openxmlformats.org/package/2006/relationships/metadata/thumbnail" Target="docProps/thumbnail.jpeg"></Relationship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 saveSubsetFonts="1">
  <p:sldMasterIdLst>
    <p:sldMasterId id="2147483671" r:id="rId5"/>
  </p:sldMasterIdLst>
  <p:notesMasterIdLst>
    <p:notesMasterId r:id="rId7"/>
  </p:notesMasterIdLst>
  <p:sldIdLst>
    <p:sldId id="256" r:id="rId9"/>
    <p:sldId id="257" r:id="rId10"/>
    <p:sldId id="258" r:id="rId12"/>
    <p:sldId id="274" r:id="rId14"/>
    <p:sldId id="275" r:id="rId15"/>
    <p:sldId id="259" r:id="rId16"/>
    <p:sldId id="260" r:id="rId18"/>
    <p:sldId id="276" r:id="rId20"/>
    <p:sldId id="261" r:id="rId21"/>
    <p:sldId id="262" r:id="rId23"/>
    <p:sldId id="277" r:id="rId25"/>
    <p:sldId id="278" r:id="rId26"/>
    <p:sldId id="279" r:id="rId27"/>
    <p:sldId id="263" r:id="rId28"/>
    <p:sldId id="264" r:id="rId30"/>
    <p:sldId id="265" r:id="rId32"/>
    <p:sldId id="266" r:id="rId34"/>
    <p:sldId id="267" r:id="rId36"/>
    <p:sldId id="268" r:id="rId38"/>
    <p:sldId id="270" r:id="rId39"/>
    <p:sldId id="271" r:id="rId41"/>
    <p:sldId id="272" r:id="rId43"/>
    <p:sldId id="273" r:id="rId45"/>
  </p:sldIdLst>
  <p:sldSz cx="9144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6" userDrawn="0">
          <p15:clr>
            <a:srgbClr val="A4A3A4"/>
          </p15:clr>
        </p15:guide>
        <p15:guide id="2" pos="2876" userDrawn="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</p:extLst>
  </p:showPr>
  <p:clrMru>
    <a:srgbClr val="000000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보통 스타일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View">
  <p:normalViewPr>
    <p:restoredLeft sz="15935" autoAdjust="0"/>
    <p:restoredTop sz="94660"/>
  </p:normalViewPr>
  <p:slideViewPr>
    <p:cSldViewPr snapToGrid="1" snapToObjects="1">
      <p:cViewPr varScale="1">
        <p:scale>
          <a:sx n="97" d="100"/>
          <a:sy n="97" d="100"/>
        </p:scale>
        <p:origin x="1986" y="306"/>
      </p:cViewPr>
      <p:guideLst>
        <p:guide orient="horz" pos="2156"/>
        <p:guide pos="2876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?>
<Relationships xmlns="http://schemas.openxmlformats.org/package/2006/relationships"><Relationship Id="rId1" Type="http://schemas.openxmlformats.org/officeDocument/2006/relationships/tableStyles" Target="tableStyles.xml"></Relationship><Relationship Id="rId5" Type="http://schemas.openxmlformats.org/officeDocument/2006/relationships/slideMaster" Target="slideMasters/slideMaster1.xml"></Relationship><Relationship Id="rId6" Type="http://schemas.openxmlformats.org/officeDocument/2006/relationships/theme" Target="theme/theme1.xml"></Relationship><Relationship Id="rId7" Type="http://schemas.openxmlformats.org/officeDocument/2006/relationships/notesMaster" Target="notesMasters/notesMaster1.xml"></Relationship><Relationship Id="rId9" Type="http://schemas.openxmlformats.org/officeDocument/2006/relationships/slide" Target="slides/slide1.xml"></Relationship><Relationship Id="rId10" Type="http://schemas.openxmlformats.org/officeDocument/2006/relationships/slide" Target="slides/slide2.xml"></Relationship><Relationship Id="rId12" Type="http://schemas.openxmlformats.org/officeDocument/2006/relationships/slide" Target="slides/slide3.xml"></Relationship><Relationship Id="rId14" Type="http://schemas.openxmlformats.org/officeDocument/2006/relationships/slide" Target="slides/slide4.xml"></Relationship><Relationship Id="rId15" Type="http://schemas.openxmlformats.org/officeDocument/2006/relationships/slide" Target="slides/slide5.xml"></Relationship><Relationship Id="rId16" Type="http://schemas.openxmlformats.org/officeDocument/2006/relationships/slide" Target="slides/slide6.xml"></Relationship><Relationship Id="rId18" Type="http://schemas.openxmlformats.org/officeDocument/2006/relationships/slide" Target="slides/slide7.xml"></Relationship><Relationship Id="rId20" Type="http://schemas.openxmlformats.org/officeDocument/2006/relationships/slide" Target="slides/slide8.xml"></Relationship><Relationship Id="rId21" Type="http://schemas.openxmlformats.org/officeDocument/2006/relationships/slide" Target="slides/slide9.xml"></Relationship><Relationship Id="rId23" Type="http://schemas.openxmlformats.org/officeDocument/2006/relationships/slide" Target="slides/slide10.xml"></Relationship><Relationship Id="rId25" Type="http://schemas.openxmlformats.org/officeDocument/2006/relationships/slide" Target="slides/slide11.xml"></Relationship><Relationship Id="rId26" Type="http://schemas.openxmlformats.org/officeDocument/2006/relationships/slide" Target="slides/slide12.xml"></Relationship><Relationship Id="rId27" Type="http://schemas.openxmlformats.org/officeDocument/2006/relationships/slide" Target="slides/slide13.xml"></Relationship><Relationship Id="rId28" Type="http://schemas.openxmlformats.org/officeDocument/2006/relationships/slide" Target="slides/slide14.xml"></Relationship><Relationship Id="rId30" Type="http://schemas.openxmlformats.org/officeDocument/2006/relationships/slide" Target="slides/slide15.xml"></Relationship><Relationship Id="rId32" Type="http://schemas.openxmlformats.org/officeDocument/2006/relationships/slide" Target="slides/slide16.xml"></Relationship><Relationship Id="rId34" Type="http://schemas.openxmlformats.org/officeDocument/2006/relationships/slide" Target="slides/slide17.xml"></Relationship><Relationship Id="rId36" Type="http://schemas.openxmlformats.org/officeDocument/2006/relationships/slide" Target="slides/slide18.xml"></Relationship><Relationship Id="rId38" Type="http://schemas.openxmlformats.org/officeDocument/2006/relationships/slide" Target="slides/slide19.xml"></Relationship><Relationship Id="rId39" Type="http://schemas.openxmlformats.org/officeDocument/2006/relationships/slide" Target="slides/slide20.xml"></Relationship><Relationship Id="rId41" Type="http://schemas.openxmlformats.org/officeDocument/2006/relationships/slide" Target="slides/slide21.xml"></Relationship><Relationship Id="rId43" Type="http://schemas.openxmlformats.org/officeDocument/2006/relationships/slide" Target="slides/slide22.xml"></Relationship><Relationship Id="rId45" Type="http://schemas.openxmlformats.org/officeDocument/2006/relationships/slide" Target="slides/slide23.xml"></Relationship><Relationship Id="rId48" Type="http://schemas.openxmlformats.org/officeDocument/2006/relationships/viewProps" Target="viewProps.xml"></Relationship><Relationship Id="rId49" Type="http://schemas.openxmlformats.org/officeDocument/2006/relationships/presProps" Target="presProps.xml"></Relationship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00" units="cm"/>
          <inkml:channel name="Y" type="integer" max="1080" units="cm"/>
        </inkml:traceFormat>
        <inkml:channelProperties>
          <inkml:channelProperty channel="X" name="resolution" value="66.666656" units="1/cm"/>
          <inkml:channelProperty channel="Y" name="resolution" value="40.000000" units="1/cm"/>
        </inkml:channelProperties>
      </inkml:inkSource>
    </inkml:context>
    <inkml:brush xml:id="br0">
      <inkml:brushProperty name="width" value="0.035278" units="cm"/>
      <inkml:brushProperty name="height" value="0.035278" units="cm"/>
      <inkml:brushProperty name="color" value="#ff0000"/>
      <inkml:brushProperty name="fitToCurve" value="1"/>
    </inkml:brush>
  </inkml:definitions>
  <inkml:trace contextRef="#ctx0" brushRef="#br0">1732 311,'-44'0,"-1"22,-43 89,-46 22,68-66,-68 88,90-66,-23-22,23-1,-1 23,1-44,-45 110,45-88,21 22,1-23,0 1,-45 66,45-66,0-45,0 67,0-67,22 0,0 23,0-23,0 0,0 1,0-1,0 0,22-22,0 0,22 0,1-22,-23 0,45-1,-45 1,0 0,23 22,-23-22,0-1,0 1,0 22,1-22,-1 22,0-22,0 0,23-1,-23 1,22 0,-21 0,-1 0,0-1,0 1,0 0,1 22,-23-22,22 22,-22-23,22 23,-22-22,22 0,0 0,1 22,-23-22,0-1,22 23,0-22,0 0,1 22,-1-22,22 22,-22 0,23-23,-1 23,-21-22,21 22,0 0,-44-22,45 22,-23 0,0 0,0 0,1 0,-1 0,-22-22,0 0,-22 22,-1-23,-21 23,22-22,-111-44,66 21,-44 1,-111-90,88 68,23 21,-111-88,89 66,44-21,-44 21,-23-22,90 45,21-1,1 45,-1-22,23 0,0 0,0 22,-1 0,1 0,0 0,0 0,0 0,22 22,0 0,0 0,22 0,0-22,0 23,23 21,-1-22,45 89,-22-66,-45-23,44 22,-21 1,21-1,1 23,-22-45,21 23,1-23,-1 0,23 22,-22 1,-23-23,23 0,-23-22,-21 22,-1-22,22 0,-21 0,-1 0,0 0,0 0,0 23,-22-1,23-22,-1 0,-22 22,22 0,-22 1,22-23,0 22,-22 0,23 0,-23 0,22 1,-22 21,0-22,22-22,-22 22,22 1,-22-1,0 0,0 0,0 1,0-1,0 0,0 0,0 0,23-22,-23 23,0-1,22-22,0 0,-22 22,0 0,0 1,22-23,-22 22,22-22,-22 22,23-22,-23 22,0 0,0 1,0-46,0 1,0 0,0-22,0 21,0-21,0 22,0-23,0 1,0 22,0-1,0-43,0 43,-23 1,23-22,0-1,-22 1,-22-67,22 66,-1-21,23-67,-22 88,0-22,22 23,0 22,-22-67,-1 45,23-1,0 23,0 0,0-23,0 23,0-22,0 21,0 1,0 0,-22 0,22-23,-22 45,22-22,0 0,0 0,-22-1,22 1,-22-22,22 22,0-1,0 1,0 0,-23 0,1 0,0 22,22 0</inkml:trace>
</inkml:ink>
</file>

<file path=ppt/notesMasters/_rels/notesMaster1.xml.rels><?xml version="1.0" encoding="UTF-8"?>
<Relationships xmlns="http://schemas.openxmlformats.org/package/2006/relationships"><Relationship Id="rId1" Type="http://schemas.openxmlformats.org/officeDocument/2006/relationships/theme" Target="../theme/theme2.xml"></Relationship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0D67E21-F3AE-43E5-8344-710FD999BB11}" type="datetimeFigureOut">
              <a:rPr lang="ko-KR" altLang="en-US" smtClean="0"/>
              <a:t>2026-03-04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1F8DAAC-260C-484A-B0EF-1E8BC18453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05909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2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2.xml"></Relationship></Relationships>
</file>

<file path=ppt/notesSlides/_rels/notesSlide3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3.xml"></Relationship></Relationships>
</file>

<file path=ppt/notesSlides/_rels/notesSlide6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6.xml"></Relationship></Relationships>
</file>

<file path=ppt/notesSlides/_rels/notesSlide7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7.xml"></Relationship></Relationships>
</file>

<file path=ppt/notesSlides/_rels/notesSlide9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9.xml"></Relationship></Relationships>
</file>

<file path=ppt/notesSlides/_rels/notesSlide10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10.xml"></Relationship></Relationships>
</file>

<file path=ppt/notesSlides/_rels/notesSlide14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14.xml"></Relationship></Relationships>
</file>

<file path=ppt/notesSlides/_rels/notesSlide15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15.xml"></Relationship></Relationships>
</file>

<file path=ppt/notesSlides/_rels/notesSlide16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16.xml"></Relationship></Relationships>
</file>

<file path=ppt/notesSlides/_rels/notesSlide17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17.xml"></Relationship></Relationships>
</file>

<file path=ppt/notesSlides/_rels/notesSlide18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18.xml"></Relationship></Relationships>
</file>

<file path=ppt/notesSlides/_rels/notesSlide19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19.xml"></Relationship></Relationships>
</file>

<file path=ppt/notesSlides/_rels/notesSlide20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20.xml"></Relationship></Relationships>
</file>

<file path=ppt/notesSlides/_rels/notesSlide21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21.xml"></Relationship></Relationships>
</file>

<file path=ppt/notesSlides/_rels/notesSlide22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22.xml"></Relationship></Relationships>
</file>

<file path=ppt/notesSlides/_rels/notesSlide23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23.xml"></Relationship></Relationship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" name="Google Shape;4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4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" name="Google Shape;5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" name="Google Shape;7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163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" name="Google Shape;171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" name="Google Shape;187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8"/>
          <p:cNvGrpSpPr>
            <a:grpSpLocks/>
          </p:cNvGrpSpPr>
          <p:nvPr/>
        </p:nvGrpSpPr>
        <p:grpSpPr bwMode="auto">
          <a:xfrm>
            <a:off x="0" y="1497013"/>
            <a:ext cx="9144000" cy="50800"/>
            <a:chOff x="0" y="583"/>
            <a:chExt cx="5760" cy="50"/>
          </a:xfrm>
        </p:grpSpPr>
        <p:sp>
          <p:nvSpPr>
            <p:cNvPr id="6" name="Rectangle 9"/>
            <p:cNvSpPr>
              <a:spLocks noChangeArrowheads="1"/>
            </p:cNvSpPr>
            <p:nvPr userDrawn="1"/>
          </p:nvSpPr>
          <p:spPr bwMode="auto">
            <a:xfrm>
              <a:off x="0" y="583"/>
              <a:ext cx="1645" cy="50"/>
            </a:xfrm>
            <a:prstGeom prst="rect">
              <a:avLst/>
            </a:prstGeom>
            <a:solidFill>
              <a:srgbClr val="000099"/>
            </a:solidFill>
            <a:ln w="9525" algn="ctr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ko-KR" altLang="en-US"/>
            </a:p>
          </p:txBody>
        </p:sp>
        <p:sp>
          <p:nvSpPr>
            <p:cNvPr id="7" name="Rectangle 10"/>
            <p:cNvSpPr>
              <a:spLocks noChangeArrowheads="1"/>
            </p:cNvSpPr>
            <p:nvPr userDrawn="1"/>
          </p:nvSpPr>
          <p:spPr bwMode="auto">
            <a:xfrm>
              <a:off x="1638" y="589"/>
              <a:ext cx="4122" cy="44"/>
            </a:xfrm>
            <a:prstGeom prst="rect">
              <a:avLst/>
            </a:prstGeom>
            <a:solidFill>
              <a:srgbClr val="DDDDDD"/>
            </a:solidFill>
            <a:ln w="9525" algn="ctr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ko-KR" altLang="en-US"/>
            </a:p>
          </p:txBody>
        </p:sp>
      </p:grpSp>
      <p:grpSp>
        <p:nvGrpSpPr>
          <p:cNvPr id="3" name="Group 11"/>
          <p:cNvGrpSpPr>
            <a:grpSpLocks/>
          </p:cNvGrpSpPr>
          <p:nvPr/>
        </p:nvGrpSpPr>
        <p:grpSpPr bwMode="auto">
          <a:xfrm>
            <a:off x="0" y="6288088"/>
            <a:ext cx="9144000" cy="50800"/>
            <a:chOff x="0" y="583"/>
            <a:chExt cx="5760" cy="50"/>
          </a:xfrm>
        </p:grpSpPr>
        <p:sp>
          <p:nvSpPr>
            <p:cNvPr id="9" name="Rectangle 12"/>
            <p:cNvSpPr>
              <a:spLocks noChangeArrowheads="1"/>
            </p:cNvSpPr>
            <p:nvPr userDrawn="1"/>
          </p:nvSpPr>
          <p:spPr bwMode="auto">
            <a:xfrm>
              <a:off x="0" y="583"/>
              <a:ext cx="1645" cy="50"/>
            </a:xfrm>
            <a:prstGeom prst="rect">
              <a:avLst/>
            </a:prstGeom>
            <a:solidFill>
              <a:srgbClr val="000099"/>
            </a:solidFill>
            <a:ln w="9525" algn="ctr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ko-KR" altLang="en-US"/>
            </a:p>
          </p:txBody>
        </p:sp>
        <p:sp>
          <p:nvSpPr>
            <p:cNvPr id="10" name="Rectangle 13"/>
            <p:cNvSpPr>
              <a:spLocks noChangeArrowheads="1"/>
            </p:cNvSpPr>
            <p:nvPr userDrawn="1"/>
          </p:nvSpPr>
          <p:spPr bwMode="auto">
            <a:xfrm>
              <a:off x="1638" y="589"/>
              <a:ext cx="4122" cy="44"/>
            </a:xfrm>
            <a:prstGeom prst="rect">
              <a:avLst/>
            </a:prstGeom>
            <a:solidFill>
              <a:srgbClr val="DDDDDD"/>
            </a:solidFill>
            <a:ln w="9525" algn="ctr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ko-KR" altLang="en-US"/>
            </a:p>
          </p:txBody>
        </p:sp>
      </p:grpSp>
      <p:sp>
        <p:nvSpPr>
          <p:cNvPr id="6146" name="Rectangle 2"/>
          <p:cNvSpPr>
            <a:spLocks noGrp="1" noChangeArrowheads="1"/>
          </p:cNvSpPr>
          <p:nvPr>
            <p:ph type="ctrTitle" sz="quarter"/>
          </p:nvPr>
        </p:nvSpPr>
        <p:spPr>
          <a:xfrm>
            <a:off x="1143000" y="1676400"/>
            <a:ext cx="7010400" cy="1752600"/>
          </a:xfrm>
        </p:spPr>
        <p:txBody>
          <a:bodyPr anchor="ctr"/>
          <a:lstStyle>
            <a:lvl1pPr algn="ctr">
              <a:defRPr sz="28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762000" y="4343400"/>
            <a:ext cx="7696200" cy="1752600"/>
          </a:xfrm>
        </p:spPr>
        <p:txBody>
          <a:bodyPr anchor="ctr"/>
          <a:lstStyle>
            <a:lvl1pPr marL="0" indent="0" algn="ctr">
              <a:buFont typeface="Wingdings" pitchFamily="2" charset="2"/>
              <a:buNone/>
              <a:defRPr sz="2000" b="1"/>
            </a:lvl1pPr>
          </a:lstStyle>
          <a:p>
            <a:r>
              <a:rPr lang="ko-KR" altLang="en-US"/>
              <a:t>마스터 부제목 스타일 편집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753E709-C6A3-4DBD-82F7-6E5ED028B16F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5" name="Rectangle 1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chart" preserve="1">
  <p:cSld name="제목 및 차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42913" y="146050"/>
            <a:ext cx="7772400" cy="762000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차트 개체 틀 2"/>
          <p:cNvSpPr>
            <a:spLocks noGrp="1"/>
          </p:cNvSpPr>
          <p:nvPr>
            <p:ph type="chart" idx="1"/>
          </p:nvPr>
        </p:nvSpPr>
        <p:spPr>
          <a:xfrm>
            <a:off x="444500" y="1152525"/>
            <a:ext cx="7772400" cy="5019675"/>
          </a:xfrm>
        </p:spPr>
        <p:txBody>
          <a:bodyPr/>
          <a:lstStyle/>
          <a:p>
            <a:pPr lvl="0"/>
            <a:endParaRPr lang="ko-KR" altLang="en-US" noProof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4466BAE-B407-4D4C-92B0-3DCDF5F79E0F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5" name="Rectangle 1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4" name="Rectangle 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112000" y="6419850"/>
            <a:ext cx="1905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lnSpc>
                <a:spcPct val="100000"/>
              </a:lnSpc>
              <a:spcBef>
                <a:spcPct val="0"/>
              </a:spcBef>
              <a:defRPr kumimoji="0" sz="1300">
                <a:solidFill>
                  <a:schemeClr val="tx2"/>
                </a:solidFill>
                <a:latin typeface="+mn-ea"/>
                <a:ea typeface="굴림" pitchFamily="50" charset="-127"/>
              </a:defRPr>
            </a:lvl1pPr>
          </a:lstStyle>
          <a:p>
            <a:pPr>
              <a:defRPr/>
            </a:pPr>
            <a:fld id="{7654FC3B-6869-4E9F-A7F1-8E6950896509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1027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444500" y="1152525"/>
            <a:ext cx="7772400" cy="5019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131" name="Rectangle 11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896938" y="6392863"/>
            <a:ext cx="3109912" cy="349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lnSpc>
                <a:spcPct val="100000"/>
              </a:lnSpc>
              <a:spcBef>
                <a:spcPct val="0"/>
              </a:spcBef>
              <a:defRPr kumimoji="0">
                <a:solidFill>
                  <a:srgbClr val="40458C"/>
                </a:solidFill>
                <a:latin typeface="+mn-lt"/>
                <a:ea typeface="굴림" pitchFamily="50" charset="-127"/>
              </a:defRPr>
            </a:lvl1pPr>
          </a:lstStyle>
          <a:p>
            <a:pPr>
              <a:defRPr/>
            </a:pPr>
            <a:endParaRPr lang="ko-KR" altLang="en-US" dirty="0"/>
          </a:p>
        </p:txBody>
      </p:sp>
      <p:grpSp>
        <p:nvGrpSpPr>
          <p:cNvPr id="2" name="Group 20"/>
          <p:cNvGrpSpPr>
            <a:grpSpLocks/>
          </p:cNvGrpSpPr>
          <p:nvPr/>
        </p:nvGrpSpPr>
        <p:grpSpPr bwMode="auto">
          <a:xfrm>
            <a:off x="0" y="954088"/>
            <a:ext cx="9144000" cy="50800"/>
            <a:chOff x="0" y="583"/>
            <a:chExt cx="5760" cy="50"/>
          </a:xfrm>
        </p:grpSpPr>
        <p:sp>
          <p:nvSpPr>
            <p:cNvPr id="1035" name="Rectangle 14"/>
            <p:cNvSpPr>
              <a:spLocks noChangeArrowheads="1"/>
            </p:cNvSpPr>
            <p:nvPr userDrawn="1"/>
          </p:nvSpPr>
          <p:spPr bwMode="auto">
            <a:xfrm>
              <a:off x="0" y="583"/>
              <a:ext cx="1645" cy="50"/>
            </a:xfrm>
            <a:prstGeom prst="rect">
              <a:avLst/>
            </a:prstGeom>
            <a:solidFill>
              <a:srgbClr val="000099"/>
            </a:solidFill>
            <a:ln w="9525" algn="ctr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ko-KR" altLang="en-US"/>
            </a:p>
          </p:txBody>
        </p:sp>
        <p:sp>
          <p:nvSpPr>
            <p:cNvPr id="1036" name="Rectangle 17"/>
            <p:cNvSpPr>
              <a:spLocks noChangeArrowheads="1"/>
            </p:cNvSpPr>
            <p:nvPr userDrawn="1"/>
          </p:nvSpPr>
          <p:spPr bwMode="auto">
            <a:xfrm>
              <a:off x="1638" y="589"/>
              <a:ext cx="4122" cy="44"/>
            </a:xfrm>
            <a:prstGeom prst="rect">
              <a:avLst/>
            </a:prstGeom>
            <a:solidFill>
              <a:srgbClr val="DDDDDD"/>
            </a:solidFill>
            <a:ln w="9525" algn="ctr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ko-KR" altLang="en-US"/>
            </a:p>
          </p:txBody>
        </p:sp>
      </p:grpSp>
      <p:grpSp>
        <p:nvGrpSpPr>
          <p:cNvPr id="3" name="Group 21"/>
          <p:cNvGrpSpPr>
            <a:grpSpLocks/>
          </p:cNvGrpSpPr>
          <p:nvPr/>
        </p:nvGrpSpPr>
        <p:grpSpPr bwMode="auto">
          <a:xfrm>
            <a:off x="0" y="6383338"/>
            <a:ext cx="9144000" cy="60325"/>
            <a:chOff x="0" y="583"/>
            <a:chExt cx="5760" cy="50"/>
          </a:xfrm>
        </p:grpSpPr>
        <p:sp>
          <p:nvSpPr>
            <p:cNvPr id="1033" name="Rectangle 22"/>
            <p:cNvSpPr>
              <a:spLocks noChangeArrowheads="1"/>
            </p:cNvSpPr>
            <p:nvPr userDrawn="1"/>
          </p:nvSpPr>
          <p:spPr bwMode="auto">
            <a:xfrm>
              <a:off x="0" y="583"/>
              <a:ext cx="1645" cy="50"/>
            </a:xfrm>
            <a:prstGeom prst="rect">
              <a:avLst/>
            </a:prstGeom>
            <a:solidFill>
              <a:srgbClr val="000099"/>
            </a:solidFill>
            <a:ln w="9525" algn="ctr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ko-KR" altLang="en-US"/>
            </a:p>
          </p:txBody>
        </p:sp>
        <p:sp>
          <p:nvSpPr>
            <p:cNvPr id="1034" name="Rectangle 23"/>
            <p:cNvSpPr>
              <a:spLocks noChangeArrowheads="1"/>
            </p:cNvSpPr>
            <p:nvPr userDrawn="1"/>
          </p:nvSpPr>
          <p:spPr bwMode="auto">
            <a:xfrm>
              <a:off x="1638" y="590"/>
              <a:ext cx="4122" cy="43"/>
            </a:xfrm>
            <a:prstGeom prst="rect">
              <a:avLst/>
            </a:prstGeom>
            <a:solidFill>
              <a:srgbClr val="DDDDDD"/>
            </a:solidFill>
            <a:ln w="9525" algn="ctr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ko-KR" altLang="en-US"/>
            </a:p>
          </p:txBody>
        </p:sp>
      </p:grpSp>
      <p:sp>
        <p:nvSpPr>
          <p:cNvPr id="1032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442913" y="146050"/>
            <a:ext cx="7772400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hf hd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2400" b="1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2400" b="1">
          <a:solidFill>
            <a:schemeClr val="tx1"/>
          </a:solidFill>
          <a:latin typeface="Tahoma" pitchFamily="34" charset="0"/>
          <a:ea typeface="굴림" pitchFamily="50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2400" b="1">
          <a:solidFill>
            <a:schemeClr val="tx1"/>
          </a:solidFill>
          <a:latin typeface="Tahoma" pitchFamily="34" charset="0"/>
          <a:ea typeface="굴림" pitchFamily="50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2400" b="1">
          <a:solidFill>
            <a:schemeClr val="tx1"/>
          </a:solidFill>
          <a:latin typeface="Tahoma" pitchFamily="34" charset="0"/>
          <a:ea typeface="굴림" pitchFamily="50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2400" b="1">
          <a:solidFill>
            <a:schemeClr val="tx1"/>
          </a:solidFill>
          <a:latin typeface="Tahoma" pitchFamily="34" charset="0"/>
          <a:ea typeface="굴림" pitchFamily="50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2400" b="1">
          <a:solidFill>
            <a:schemeClr val="tx1"/>
          </a:solidFill>
          <a:latin typeface="Tahoma" pitchFamily="34" charset="0"/>
          <a:ea typeface="굴림" pitchFamily="50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2400" b="1">
          <a:solidFill>
            <a:schemeClr val="tx1"/>
          </a:solidFill>
          <a:latin typeface="Tahoma" pitchFamily="34" charset="0"/>
          <a:ea typeface="굴림" pitchFamily="50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2400" b="1">
          <a:solidFill>
            <a:schemeClr val="tx1"/>
          </a:solidFill>
          <a:latin typeface="Tahoma" pitchFamily="34" charset="0"/>
          <a:ea typeface="굴림" pitchFamily="50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2400" b="1">
          <a:solidFill>
            <a:schemeClr val="tx1"/>
          </a:solidFill>
          <a:latin typeface="Tahoma" pitchFamily="34" charset="0"/>
          <a:ea typeface="굴림" pitchFamily="50" charset="-127"/>
        </a:defRPr>
      </a:lvl9pPr>
    </p:titleStyle>
    <p:bodyStyle>
      <a:lvl1pPr marL="342900" indent="-342900" algn="l" rtl="0" eaLnBrk="0" fontAlgn="base" latinLnBrk="1" hangingPunct="0">
        <a:lnSpc>
          <a:spcPct val="120000"/>
        </a:lnSpc>
        <a:spcBef>
          <a:spcPct val="20000"/>
        </a:spcBef>
        <a:spcAft>
          <a:spcPct val="0"/>
        </a:spcAft>
        <a:buClr>
          <a:srgbClr val="40458C"/>
        </a:buClr>
        <a:buFont typeface="Wingdings" pitchFamily="2" charset="2"/>
        <a:buChar char="n"/>
        <a:defRPr kumimoji="1" sz="2200">
          <a:solidFill>
            <a:srgbClr val="40458C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lnSpc>
          <a:spcPct val="120000"/>
        </a:lnSpc>
        <a:spcBef>
          <a:spcPct val="20000"/>
        </a:spcBef>
        <a:spcAft>
          <a:spcPct val="0"/>
        </a:spcAft>
        <a:buClr>
          <a:schemeClr val="tx1"/>
        </a:buClr>
        <a:buFont typeface="Wingdings" pitchFamily="2" charset="2"/>
        <a:buChar char="w"/>
        <a:defRPr kumimoji="1" sz="20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latinLnBrk="1" hangingPunct="0">
        <a:lnSpc>
          <a:spcPct val="120000"/>
        </a:lnSpc>
        <a:spcBef>
          <a:spcPct val="20000"/>
        </a:spcBef>
        <a:spcAft>
          <a:spcPct val="0"/>
        </a:spcAft>
        <a:buClr>
          <a:schemeClr val="accent2"/>
        </a:buClr>
        <a:buSzPct val="90000"/>
        <a:buFont typeface="Times New Roman" pitchFamily="18" charset="0"/>
        <a:buChar char="–"/>
        <a:defRPr kumimoji="1" sz="20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latinLnBrk="1" hangingPunct="0">
        <a:lnSpc>
          <a:spcPct val="120000"/>
        </a:lnSpc>
        <a:spcBef>
          <a:spcPct val="20000"/>
        </a:spcBef>
        <a:spcAft>
          <a:spcPct val="0"/>
        </a:spcAft>
        <a:buClr>
          <a:schemeClr val="tx1"/>
        </a:buClr>
        <a:buFont typeface="Wingdings" pitchFamily="2" charset="2"/>
        <a:buChar char="w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latinLnBrk="1" hangingPunct="0">
        <a:lnSpc>
          <a:spcPct val="120000"/>
        </a:lnSpc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w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 latinLnBrk="1">
        <a:lnSpc>
          <a:spcPct val="120000"/>
        </a:lnSpc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w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lnSpc>
          <a:spcPct val="120000"/>
        </a:lnSpc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w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lnSpc>
          <a:spcPct val="120000"/>
        </a:lnSpc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w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lnSpc>
          <a:spcPct val="120000"/>
        </a:lnSpc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w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/Relationships>
</file>

<file path=ppt/slides/_rels/slide2.xml.rels><?xml version="1.0" encoding="UTF-8"?>
<Relationships xmlns="http://schemas.openxmlformats.org/package/2006/relationships"><Relationship Id="rId2" Type="http://schemas.openxmlformats.org/officeDocument/2006/relationships/notesSlide" Target="../notesSlides/notesSlide2.xml"></Relationship><Relationship Id="rId1" Type="http://schemas.openxmlformats.org/officeDocument/2006/relationships/slideLayout" Target="../slideLayouts/slideLayout2.xml"></Relationship></Relationships>
</file>

<file path=ppt/slides/_rels/slide3.xml.rels><?xml version="1.0" encoding="UTF-8"?>
<Relationships xmlns="http://schemas.openxmlformats.org/package/2006/relationships"><Relationship Id="rId2" Type="http://schemas.openxmlformats.org/officeDocument/2006/relationships/notesSlide" Target="../notesSlides/notesSlide3.xml"></Relationship><Relationship Id="rId1" Type="http://schemas.openxmlformats.org/officeDocument/2006/relationships/slideLayout" Target="../slideLayouts/slideLayout2.xml"></Relationship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?>
<Relationships xmlns="http://schemas.openxmlformats.org/package/2006/relationships"><Relationship Id="rId2" Type="http://schemas.openxmlformats.org/officeDocument/2006/relationships/notesSlide" Target="../notesSlides/notesSlide6.xml"></Relationship><Relationship Id="rId1" Type="http://schemas.openxmlformats.org/officeDocument/2006/relationships/slideLayout" Target="../slideLayouts/slideLayout2.xml"></Relationship></Relationships>
</file>

<file path=ppt/slides/_rels/slide7.xml.rels><?xml version="1.0" encoding="UTF-8"?>
<Relationships xmlns="http://schemas.openxmlformats.org/package/2006/relationships"><Relationship Id="rId2" Type="http://schemas.openxmlformats.org/officeDocument/2006/relationships/notesSlide" Target="../notesSlides/notesSlide7.xml"></Relationship><Relationship Id="rId3" Type="http://schemas.openxmlformats.org/officeDocument/2006/relationships/slideLayout" Target="../slideLayouts/slideLayout2.xml"></Relationship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?>
<Relationships xmlns="http://schemas.openxmlformats.org/package/2006/relationships"><Relationship Id="rId2" Type="http://schemas.openxmlformats.org/officeDocument/2006/relationships/notesSlide" Target="../notesSlides/notesSlide9.xml"></Relationship><Relationship Id="rId1" Type="http://schemas.openxmlformats.org/officeDocument/2006/relationships/slideLayout" Target="../slideLayouts/slideLayout2.xml"></Relationship></Relationships>
</file>

<file path=ppt/slides/_rels/slide10.xml.rels><?xml version="1.0" encoding="UTF-8"?>
<Relationships xmlns="http://schemas.openxmlformats.org/package/2006/relationships"><Relationship Id="rId2" Type="http://schemas.openxmlformats.org/officeDocument/2006/relationships/notesSlide" Target="../notesSlides/notesSlide10.xml"></Relationship><Relationship Id="rId1" Type="http://schemas.openxmlformats.org/officeDocument/2006/relationships/slideLayout" Target="../slideLayouts/slideLayout2.xml"></Relationship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?>
<Relationships xmlns="http://schemas.openxmlformats.org/package/2006/relationships"><Relationship Id="rId2" Type="http://schemas.openxmlformats.org/officeDocument/2006/relationships/notesSlide" Target="../notesSlides/notesSlide14.xml"></Relationship><Relationship Id="rId1" Type="http://schemas.openxmlformats.org/officeDocument/2006/relationships/slideLayout" Target="../slideLayouts/slideLayout2.xml"></Relationship></Relationships>
</file>

<file path=ppt/slides/_rels/slide15.xml.rels><?xml version="1.0" encoding="UTF-8"?>
<Relationships xmlns="http://schemas.openxmlformats.org/package/2006/relationships"><Relationship Id="rId2" Type="http://schemas.openxmlformats.org/officeDocument/2006/relationships/notesSlide" Target="../notesSlides/notesSlide15.xml"></Relationship><Relationship Id="rId1" Type="http://schemas.openxmlformats.org/officeDocument/2006/relationships/slideLayout" Target="../slideLayouts/slideLayout2.xml"></Relationship></Relationships>
</file>

<file path=ppt/slides/_rels/slide16.xml.rels><?xml version="1.0" encoding="UTF-8"?>
<Relationships xmlns="http://schemas.openxmlformats.org/package/2006/relationships"><Relationship Id="rId2" Type="http://schemas.openxmlformats.org/officeDocument/2006/relationships/notesSlide" Target="../notesSlides/notesSlide16.xml"></Relationship><Relationship Id="rId1" Type="http://schemas.openxmlformats.org/officeDocument/2006/relationships/slideLayout" Target="../slideLayouts/slideLayout2.xml"></Relationship></Relationships>
</file>

<file path=ppt/slides/_rels/slide17.xml.rels><?xml version="1.0" encoding="UTF-8"?>
<Relationships xmlns="http://schemas.openxmlformats.org/package/2006/relationships"><Relationship Id="rId2" Type="http://schemas.openxmlformats.org/officeDocument/2006/relationships/notesSlide" Target="../notesSlides/notesSlide17.xml"></Relationship><Relationship Id="rId1" Type="http://schemas.openxmlformats.org/officeDocument/2006/relationships/slideLayout" Target="../slideLayouts/slideLayout2.xml"></Relationship></Relationships>
</file>

<file path=ppt/slides/_rels/slide18.xml.rels><?xml version="1.0" encoding="UTF-8"?>
<Relationships xmlns="http://schemas.openxmlformats.org/package/2006/relationships"><Relationship Id="rId2" Type="http://schemas.openxmlformats.org/officeDocument/2006/relationships/notesSlide" Target="../notesSlides/notesSlide18.xml"></Relationship><Relationship Id="rId1" Type="http://schemas.openxmlformats.org/officeDocument/2006/relationships/slideLayout" Target="../slideLayouts/slideLayout2.xml"></Relationship></Relationships>
</file>

<file path=ppt/slides/_rels/slide19.xml.rels><?xml version="1.0" encoding="UTF-8"?>
<Relationships xmlns="http://schemas.openxmlformats.org/package/2006/relationships"><Relationship Id="rId2" Type="http://schemas.openxmlformats.org/officeDocument/2006/relationships/notesSlide" Target="../notesSlides/notesSlide19.xml"></Relationship><Relationship Id="rId5" Type="http://schemas.openxmlformats.org/officeDocument/2006/relationships/customXml" Target="../ink/ink1.xml"></Relationship><Relationship Id="rId6" Type="http://schemas.openxmlformats.org/officeDocument/2006/relationships/image" Target="../media/fImage991619141.emf"></Relationship><Relationship Id="rId7" Type="http://schemas.openxmlformats.org/officeDocument/2006/relationships/slideLayout" Target="../slideLayouts/slideLayout2.xml"></Relationship></Relationships>
</file>

<file path=ppt/slides/_rels/slide20.xml.rels><?xml version="1.0" encoding="UTF-8"?>
<Relationships xmlns="http://schemas.openxmlformats.org/package/2006/relationships"><Relationship Id="rId2" Type="http://schemas.openxmlformats.org/officeDocument/2006/relationships/notesSlide" Target="../notesSlides/notesSlide20.xml"></Relationship><Relationship Id="rId3" Type="http://schemas.openxmlformats.org/officeDocument/2006/relationships/slideLayout" Target="../slideLayouts/slideLayout2.xml"></Relationship></Relationships>
</file>

<file path=ppt/slides/_rels/slide21.xml.rels><?xml version="1.0" encoding="UTF-8"?>
<Relationships xmlns="http://schemas.openxmlformats.org/package/2006/relationships"><Relationship Id="rId2" Type="http://schemas.openxmlformats.org/officeDocument/2006/relationships/notesSlide" Target="../notesSlides/notesSlide21.xml"></Relationship><Relationship Id="rId1" Type="http://schemas.openxmlformats.org/officeDocument/2006/relationships/slideLayout" Target="../slideLayouts/slideLayout2.xml"></Relationship></Relationships>
</file>

<file path=ppt/slides/_rels/slide22.xml.rels><?xml version="1.0" encoding="UTF-8"?>
<Relationships xmlns="http://schemas.openxmlformats.org/package/2006/relationships"><Relationship Id="rId2" Type="http://schemas.openxmlformats.org/officeDocument/2006/relationships/notesSlide" Target="../notesSlides/notesSlide22.xml"></Relationship><Relationship Id="rId1" Type="http://schemas.openxmlformats.org/officeDocument/2006/relationships/slideLayout" Target="../slideLayouts/slideLayout2.xml"></Relationship></Relationships>
</file>

<file path=ppt/slides/_rels/slide23.xml.rels><?xml version="1.0" encoding="UTF-8"?>
<Relationships xmlns="http://schemas.openxmlformats.org/package/2006/relationships"><Relationship Id="rId2" Type="http://schemas.openxmlformats.org/officeDocument/2006/relationships/notesSlide" Target="../notesSlides/notesSlide23.xml"></Relationship><Relationship Id="rId1" Type="http://schemas.openxmlformats.org/officeDocument/2006/relationships/slideLayout" Target="../slideLayouts/slideLayout2.xml"></Relationship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 sz="quarter"/>
          </p:nvPr>
        </p:nvSpPr>
        <p:spPr/>
        <p:txBody>
          <a:bodyPr/>
          <a:lstStyle/>
          <a:p>
            <a:r>
              <a:rPr lang="ko-KR" altLang="en-US" dirty="0"/>
              <a:t>웹 프로그래밍</a:t>
            </a:r>
            <a:br>
              <a:rPr lang="en-US" altLang="ko-KR" dirty="0"/>
            </a:br>
            <a:br>
              <a:rPr lang="en-US" altLang="ko-KR" dirty="0"/>
            </a:br>
            <a:r>
              <a:rPr lang="en-US" altLang="ko-KR" dirty="0"/>
              <a:t>part</a:t>
            </a:r>
            <a:r>
              <a:rPr lang="ko-KR" altLang="en-US" dirty="0"/>
              <a:t> </a:t>
            </a:r>
            <a:r>
              <a:rPr lang="en-US" altLang="ko-KR"/>
              <a:t>5</a:t>
            </a:r>
            <a:endParaRPr lang="ko-KR" altLang="en-US" dirty="0"/>
          </a:p>
        </p:txBody>
      </p:sp>
      <p:sp>
        <p:nvSpPr>
          <p:cNvPr id="3" name="부제목 2"/>
          <p:cNvSpPr>
            <a:spLocks noGrp="1"/>
          </p:cNvSpPr>
          <p:nvPr>
            <p:ph type="subTitle" sz="quarter" idx="1"/>
          </p:nvPr>
        </p:nvSpPr>
        <p:spPr/>
        <p:txBody>
          <a:bodyPr/>
          <a:lstStyle/>
          <a:p>
            <a:r>
              <a:rPr lang="ko-KR" altLang="en-US" dirty="0"/>
              <a:t>금오공과대학교</a:t>
            </a:r>
            <a:endParaRPr lang="en-US" altLang="ko-KR" dirty="0"/>
          </a:p>
          <a:p>
            <a:r>
              <a:rPr lang="ko-KR" altLang="en-US" dirty="0"/>
              <a:t>조재한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vert="horz" wrap="square" lIns="68569" tIns="34275" rIns="68569" bIns="34275" numCol="1" anchor="t" anchorCtr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자바스크립트 ?</a:t>
            </a:r>
            <a:endParaRPr dirty="0"/>
          </a:p>
        </p:txBody>
      </p:sp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BF01940C-97BF-2AF1-C185-AC485AD9CC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자바스크립트</a:t>
            </a:r>
            <a:endParaRPr lang="en-US" altLang="ko-KR" dirty="0"/>
          </a:p>
          <a:p>
            <a:pPr lvl="1"/>
            <a:r>
              <a:rPr lang="ko-KR" altLang="en-US" dirty="0"/>
              <a:t>자바스크립트는 웹 브라우저에서 실행되는 동적 프로그래밍 언어이다</a:t>
            </a:r>
            <a:r>
              <a:rPr lang="en-US" altLang="ko-KR" dirty="0"/>
              <a:t>.</a:t>
            </a:r>
          </a:p>
          <a:p>
            <a:pPr lvl="1"/>
            <a:r>
              <a:rPr lang="ko-KR" altLang="en-US" dirty="0"/>
              <a:t>주로 웹 개발에 사용되며</a:t>
            </a:r>
            <a:r>
              <a:rPr lang="en-US" altLang="ko-KR" dirty="0"/>
              <a:t>, </a:t>
            </a:r>
            <a:r>
              <a:rPr lang="ko-KR" altLang="en-US" dirty="0"/>
              <a:t>현재는 프론트엔드와 백엔드 개발에 모두 활용된다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dirty="0"/>
              <a:t>Node.js</a:t>
            </a:r>
            <a:r>
              <a:rPr lang="ko-KR" altLang="en-US" dirty="0"/>
              <a:t>를 사용하면 서버 측에서도 자바스크립트를 사용할 수 있다</a:t>
            </a:r>
            <a:r>
              <a:rPr lang="en-US" altLang="ko-KR" dirty="0"/>
              <a:t>.</a:t>
            </a:r>
          </a:p>
          <a:p>
            <a:pPr lvl="1"/>
            <a:r>
              <a:rPr lang="ko-KR" altLang="en-US" dirty="0"/>
              <a:t>다양한 프레임워크와 함께 사용되어 현대적인 웹 애플리케이션 개발에 핵심적인 역할을 한다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대표적인 자바스크립트 프레임워크</a:t>
            </a:r>
          </a:p>
          <a:p>
            <a:pPr lvl="1"/>
            <a:r>
              <a:rPr lang="en-US" altLang="ko-KR" dirty="0"/>
              <a:t>React, Angular, Vue, Ext JS</a:t>
            </a:r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44" name="Google Shape;44;p2"/>
          <p:cNvSpPr txBox="1">
            <a:spLocks noGrp="1"/>
          </p:cNvSpPr>
          <p:nvPr>
            <p:ph type="sldNum" sz="quarter" idx="10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algn="r"/>
            <a:fld id="{00000000-1234-1234-1234-123412341234}" type="slidenum">
              <a:rPr lang="en-US" smtClean="0"/>
              <a:pPr/>
              <a:t>2</a:t>
            </a:fld>
            <a:endParaRPr/>
          </a:p>
        </p:txBody>
      </p:sp>
      <p:sp>
        <p:nvSpPr>
          <p:cNvPr id="45" name="Google Shape;45;p2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vert="horz" wrap="square" lIns="68569" tIns="34275" rIns="68569" bIns="34275" numCol="1" anchor="b" anchorCtr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0"/>
              </a:spcBef>
            </a:pP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vert="horz" wrap="square" lIns="68569" tIns="34275" rIns="68569" bIns="34275" numCol="1" anchor="t" anchorCtr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dirty="0" err="1"/>
              <a:t>주요</a:t>
            </a:r>
            <a:r>
              <a:rPr lang="en-US" dirty="0"/>
              <a:t> </a:t>
            </a:r>
            <a:r>
              <a:rPr lang="en-US" dirty="0" err="1"/>
              <a:t>특징</a:t>
            </a:r>
            <a:r>
              <a:rPr lang="en-US" dirty="0"/>
              <a:t>/</a:t>
            </a:r>
            <a:r>
              <a:rPr lang="en-US" dirty="0" err="1"/>
              <a:t>역할</a:t>
            </a:r>
            <a:endParaRPr dirty="0"/>
          </a:p>
        </p:txBody>
      </p:sp>
      <p:sp>
        <p:nvSpPr>
          <p:cNvPr id="52" name="Google Shape;52;p3"/>
          <p:cNvSpPr txBox="1">
            <a:spLocks noGrp="1"/>
          </p:cNvSpPr>
          <p:nvPr>
            <p:ph type="sldNum" sz="quarter" idx="10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algn="r"/>
            <a:fld id="{00000000-1234-1234-1234-123412341234}" type="slidenum">
              <a:rPr lang="en-US" smtClean="0"/>
              <a:pPr/>
              <a:t>3</a:t>
            </a:fld>
            <a:endParaRPr/>
          </a:p>
        </p:txBody>
      </p:sp>
      <p:sp>
        <p:nvSpPr>
          <p:cNvPr id="53" name="Google Shape;53;p3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vert="horz" wrap="square" lIns="68569" tIns="34275" rIns="68569" bIns="34275" numCol="1" anchor="b" anchorCtr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0"/>
              </a:spcBef>
            </a:pPr>
            <a:endParaRPr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B5F510F-AB5E-7453-DD73-0E10D23C70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500" y="996974"/>
            <a:ext cx="7772400" cy="5240338"/>
          </a:xfrm>
        </p:spPr>
        <p:txBody>
          <a:bodyPr>
            <a:normAutofit fontScale="55000" lnSpcReduction="20000"/>
          </a:bodyPr>
          <a:lstStyle/>
          <a:p>
            <a:pPr>
              <a:lnSpc>
                <a:spcPct val="170000"/>
              </a:lnSpc>
            </a:pPr>
            <a:r>
              <a:rPr lang="ko-KR" altLang="en-US" b="1" dirty="0"/>
              <a:t>특징</a:t>
            </a:r>
          </a:p>
          <a:p>
            <a:pPr lvl="1">
              <a:lnSpc>
                <a:spcPct val="170000"/>
              </a:lnSpc>
            </a:pPr>
            <a:r>
              <a:rPr lang="ko-KR" altLang="en-US" b="1" dirty="0"/>
              <a:t>경량</a:t>
            </a:r>
          </a:p>
          <a:p>
            <a:pPr lvl="2">
              <a:lnSpc>
                <a:spcPct val="170000"/>
              </a:lnSpc>
            </a:pPr>
            <a:r>
              <a:rPr lang="ko-KR" altLang="en-US" dirty="0"/>
              <a:t>가볍고 빠른 스크립팅 언어</a:t>
            </a:r>
          </a:p>
          <a:p>
            <a:pPr lvl="1">
              <a:lnSpc>
                <a:spcPct val="170000"/>
              </a:lnSpc>
            </a:pPr>
            <a:r>
              <a:rPr lang="ko-KR" altLang="en-US" b="1" dirty="0"/>
              <a:t>동적 타입</a:t>
            </a:r>
          </a:p>
          <a:p>
            <a:pPr lvl="2">
              <a:lnSpc>
                <a:spcPct val="170000"/>
              </a:lnSpc>
            </a:pPr>
            <a:r>
              <a:rPr lang="ko-KR" altLang="en-US" dirty="0"/>
              <a:t>변수의 데이터 타입을 명시적으로 지정하지 않음</a:t>
            </a:r>
            <a:r>
              <a:rPr lang="en-US" altLang="ko-KR" dirty="0"/>
              <a:t>.</a:t>
            </a:r>
          </a:p>
          <a:p>
            <a:pPr lvl="1">
              <a:lnSpc>
                <a:spcPct val="170000"/>
              </a:lnSpc>
            </a:pPr>
            <a:r>
              <a:rPr lang="ko-KR" altLang="en-US" b="1" dirty="0"/>
              <a:t>이벤트 기반</a:t>
            </a:r>
          </a:p>
          <a:p>
            <a:pPr lvl="2">
              <a:lnSpc>
                <a:spcPct val="170000"/>
              </a:lnSpc>
            </a:pPr>
            <a:r>
              <a:rPr lang="ko-KR" altLang="en-US" dirty="0"/>
              <a:t>사용자 입력 및 브라우저 이벤트에 반응한다</a:t>
            </a:r>
            <a:r>
              <a:rPr lang="en-US" altLang="ko-KR" dirty="0"/>
              <a:t>.</a:t>
            </a:r>
          </a:p>
          <a:p>
            <a:pPr lvl="1">
              <a:lnSpc>
                <a:spcPct val="170000"/>
              </a:lnSpc>
            </a:pPr>
            <a:r>
              <a:rPr lang="ko-KR" altLang="en-US" b="1" dirty="0"/>
              <a:t>크로스 플랫폼</a:t>
            </a:r>
          </a:p>
          <a:p>
            <a:pPr lvl="2">
              <a:lnSpc>
                <a:spcPct val="170000"/>
              </a:lnSpc>
            </a:pPr>
            <a:r>
              <a:rPr lang="ko-KR" altLang="en-US" dirty="0"/>
              <a:t>대부분의 브라우저와 </a:t>
            </a:r>
            <a:r>
              <a:rPr lang="en-US" altLang="ko-KR" dirty="0"/>
              <a:t>OS</a:t>
            </a:r>
            <a:r>
              <a:rPr lang="ko-KR" altLang="en-US" dirty="0"/>
              <a:t>에서 실행 가능하다</a:t>
            </a:r>
            <a:r>
              <a:rPr lang="en-US" altLang="ko-KR" dirty="0"/>
              <a:t>.</a:t>
            </a:r>
          </a:p>
          <a:p>
            <a:pPr lvl="2">
              <a:lnSpc>
                <a:spcPct val="170000"/>
              </a:lnSpc>
            </a:pPr>
            <a:r>
              <a:rPr lang="ko-KR" altLang="en-US" dirty="0"/>
              <a:t>객체 지향 및 함수형 프로그래밍 지원</a:t>
            </a:r>
          </a:p>
          <a:p>
            <a:pPr lvl="2">
              <a:lnSpc>
                <a:spcPct val="170000"/>
              </a:lnSpc>
            </a:pPr>
            <a:r>
              <a:rPr lang="ko-KR" altLang="en-US" dirty="0"/>
              <a:t>객체와 함수가 중심인 프로그래밍 패러다임을 모두 지원한다</a:t>
            </a:r>
            <a:r>
              <a:rPr lang="en-US" altLang="ko-KR" dirty="0"/>
              <a:t>.</a:t>
            </a:r>
          </a:p>
          <a:p>
            <a:pPr>
              <a:lnSpc>
                <a:spcPct val="170000"/>
              </a:lnSpc>
            </a:pPr>
            <a:r>
              <a:rPr lang="ko-KR" altLang="en-US" b="1" dirty="0"/>
              <a:t>역할</a:t>
            </a:r>
          </a:p>
          <a:p>
            <a:pPr lvl="1">
              <a:lnSpc>
                <a:spcPct val="170000"/>
              </a:lnSpc>
            </a:pPr>
            <a:r>
              <a:rPr lang="ko-KR" altLang="en-US" b="1" dirty="0"/>
              <a:t>프론트엔드 개발</a:t>
            </a:r>
            <a:endParaRPr lang="en-US" altLang="ko-KR" b="1" dirty="0"/>
          </a:p>
          <a:p>
            <a:pPr lvl="2">
              <a:lnSpc>
                <a:spcPct val="170000"/>
              </a:lnSpc>
            </a:pPr>
            <a:r>
              <a:rPr lang="en-US" altLang="ko-KR" dirty="0"/>
              <a:t>HTML, CSS</a:t>
            </a:r>
            <a:r>
              <a:rPr lang="ko-KR" altLang="en-US" dirty="0"/>
              <a:t>와 함께 웹 페이지의 인터랙티브한 요소 구현한다</a:t>
            </a:r>
            <a:r>
              <a:rPr lang="en-US" altLang="ko-KR" dirty="0"/>
              <a:t>.</a:t>
            </a:r>
          </a:p>
          <a:p>
            <a:pPr lvl="1">
              <a:lnSpc>
                <a:spcPct val="170000"/>
              </a:lnSpc>
            </a:pPr>
            <a:r>
              <a:rPr lang="ko-KR" altLang="en-US" b="1" dirty="0"/>
              <a:t>백엔드 개발</a:t>
            </a:r>
          </a:p>
          <a:p>
            <a:pPr lvl="2">
              <a:lnSpc>
                <a:spcPct val="170000"/>
              </a:lnSpc>
            </a:pPr>
            <a:r>
              <a:rPr lang="en-US" altLang="ko-KR" dirty="0"/>
              <a:t>Node.js</a:t>
            </a:r>
            <a:r>
              <a:rPr lang="ko-KR" altLang="en-US" dirty="0"/>
              <a:t>를 통해 서버와 데이터베이스 관리가 가능하다</a:t>
            </a:r>
            <a:r>
              <a:rPr lang="en-US" altLang="ko-KR" dirty="0"/>
              <a:t>.</a:t>
            </a:r>
          </a:p>
          <a:p>
            <a:pPr lvl="1">
              <a:lnSpc>
                <a:spcPct val="170000"/>
              </a:lnSpc>
            </a:pPr>
            <a:r>
              <a:rPr lang="ko-KR" altLang="en-US" b="1" dirty="0"/>
              <a:t>전체 스택 개발</a:t>
            </a:r>
          </a:p>
          <a:p>
            <a:pPr lvl="2">
              <a:lnSpc>
                <a:spcPct val="170000"/>
              </a:lnSpc>
            </a:pPr>
            <a:r>
              <a:rPr lang="ko-KR" altLang="en-US" dirty="0"/>
              <a:t>프론트엔드와 백엔드 모두를 하나의 언어로 관리 가능하다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201124C-C157-F7A5-157D-6B77CB34AB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자바스크립트 실습</a:t>
            </a:r>
            <a:br>
              <a:rPr lang="en-US" altLang="ko-KR" dirty="0"/>
            </a:br>
            <a:r>
              <a:rPr lang="en-US" altLang="ko-KR" dirty="0"/>
              <a:t>						</a:t>
            </a:r>
            <a:r>
              <a:rPr lang="ko-KR" altLang="en-US" dirty="0"/>
              <a:t>예제</a:t>
            </a:r>
            <a:r>
              <a:rPr lang="en-US" altLang="ko-KR" dirty="0"/>
              <a:t>1	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946B2F3-2ABF-C61B-E54F-E46D8B661FB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753E709-C6A3-4DBD-82F7-6E5ED028B16F}" type="slidenum">
              <a:rPr lang="en-US" altLang="ko-KR" smtClean="0"/>
              <a:pPr>
                <a:defRPr/>
              </a:pPr>
              <a:t>4</a:t>
            </a:fld>
            <a:endParaRPr lang="en-US" altLang="ko-KR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6EE2967-CC1E-FF3E-5C75-9770FBAB89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ko-KR" altLang="en-US" dirty="0"/>
          </a:p>
        </p:txBody>
      </p:sp>
      <p:graphicFrame>
        <p:nvGraphicFramePr>
          <p:cNvPr id="9" name="Google Shape;63;p4">
            <a:extLst>
              <a:ext uri="{FF2B5EF4-FFF2-40B4-BE49-F238E27FC236}">
                <a16:creationId xmlns:a16="http://schemas.microsoft.com/office/drawing/2014/main" id="{15B4FDD4-52CC-9029-8031-92DB61AE288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22554710"/>
              </p:ext>
            </p:extLst>
          </p:nvPr>
        </p:nvGraphicFramePr>
        <p:xfrm>
          <a:off x="442913" y="1124744"/>
          <a:ext cx="7772400" cy="3051882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777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5144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 dirty="0"/>
                        <a:t>&lt;!DOCTYPE html&gt;</a:t>
                      </a:r>
                    </a:p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 dirty="0"/>
                        <a:t>&lt;html&gt;</a:t>
                      </a:r>
                    </a:p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 dirty="0"/>
                        <a:t>&lt;head&gt;</a:t>
                      </a:r>
                    </a:p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 dirty="0"/>
                        <a:t>    &lt;meta charset="UTF-8"&gt;</a:t>
                      </a:r>
                    </a:p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 dirty="0"/>
                        <a:t>    &lt;title&gt;</a:t>
                      </a:r>
                      <a:r>
                        <a:rPr lang="ko-KR" altLang="en-US" sz="1100" u="none" strike="noStrike" cap="none" dirty="0"/>
                        <a:t>예제</a:t>
                      </a:r>
                      <a:r>
                        <a:rPr lang="en-US" altLang="ko-KR" sz="1100" u="none" strike="noStrike" cap="none" dirty="0"/>
                        <a:t>1&lt;/</a:t>
                      </a:r>
                      <a:r>
                        <a:rPr lang="en-US" sz="1100" u="none" strike="noStrike" cap="none" dirty="0"/>
                        <a:t>title&gt;</a:t>
                      </a:r>
                    </a:p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 dirty="0"/>
                        <a:t>&lt;/head&gt;</a:t>
                      </a:r>
                    </a:p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 dirty="0"/>
                        <a:t>&lt;body&gt;</a:t>
                      </a:r>
                    </a:p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 dirty="0"/>
                        <a:t>    &lt;button onclick="</a:t>
                      </a:r>
                      <a:r>
                        <a:rPr lang="en-US" sz="1100" b="1" u="none" strike="noStrike" cap="none" dirty="0"/>
                        <a:t>document.getElementById('</a:t>
                      </a:r>
                      <a:r>
                        <a:rPr lang="en-US" sz="1100" b="1" u="none" strike="noStrike" cap="none" dirty="0" err="1"/>
                        <a:t>lightb</a:t>
                      </a:r>
                      <a:r>
                        <a:rPr lang="en-US" sz="1100" b="1" u="none" strike="noStrike" cap="none" dirty="0"/>
                        <a:t>').src='./img/light-bulb1.png</a:t>
                      </a:r>
                      <a:r>
                        <a:rPr lang="en-US" sz="1100" u="none" strike="noStrike" cap="none" dirty="0"/>
                        <a:t>'"&gt;</a:t>
                      </a:r>
                      <a:r>
                        <a:rPr lang="ko-KR" altLang="en-US" sz="1100" u="none" strike="noStrike" cap="none" dirty="0"/>
                        <a:t>전등켜기스위치</a:t>
                      </a:r>
                      <a:r>
                        <a:rPr lang="en-US" altLang="ko-KR" sz="1100" u="none" strike="noStrike" cap="none" dirty="0"/>
                        <a:t>&lt;/</a:t>
                      </a:r>
                      <a:r>
                        <a:rPr lang="en-US" sz="1100" u="none" strike="noStrike" cap="none" dirty="0"/>
                        <a:t>button&gt;</a:t>
                      </a:r>
                    </a:p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 dirty="0"/>
                        <a:t>    &lt;button onclick="</a:t>
                      </a:r>
                      <a:r>
                        <a:rPr lang="en-US" sz="1100" b="1" u="none" strike="noStrike" cap="none" dirty="0"/>
                        <a:t>document.getElementById('</a:t>
                      </a:r>
                      <a:r>
                        <a:rPr lang="en-US" sz="1100" b="1" u="none" strike="noStrike" cap="none" dirty="0" err="1"/>
                        <a:t>lightb</a:t>
                      </a:r>
                      <a:r>
                        <a:rPr lang="en-US" sz="1100" b="1" u="none" strike="noStrike" cap="none" dirty="0"/>
                        <a:t>').src='./img/light-bulb2.png'</a:t>
                      </a:r>
                      <a:r>
                        <a:rPr lang="en-US" sz="1100" u="none" strike="noStrike" cap="none" dirty="0"/>
                        <a:t>"&gt;</a:t>
                      </a:r>
                      <a:r>
                        <a:rPr lang="ko-KR" altLang="en-US" sz="1100" u="none" strike="noStrike" cap="none" dirty="0"/>
                        <a:t>전등끄기스위치</a:t>
                      </a:r>
                      <a:r>
                        <a:rPr lang="en-US" altLang="ko-KR" sz="1100" u="none" strike="noStrike" cap="none" dirty="0"/>
                        <a:t>&lt;/</a:t>
                      </a:r>
                      <a:r>
                        <a:rPr lang="en-US" sz="1100" u="none" strike="noStrike" cap="none" dirty="0"/>
                        <a:t>button&gt;</a:t>
                      </a:r>
                    </a:p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 dirty="0"/>
                        <a:t>    &lt;img id="lightb" src="./img/light-bulb2.png" style="width:120px"&gt;</a:t>
                      </a:r>
                    </a:p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 dirty="0"/>
                        <a:t>&lt;/body&gt;</a:t>
                      </a:r>
                    </a:p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 dirty="0"/>
                        <a:t>&lt;/html&gt;</a:t>
                      </a:r>
                      <a:endParaRPr sz="1100" dirty="0"/>
                    </a:p>
                  </a:txBody>
                  <a:tcPr marL="68588" marR="68588" marT="34294" marB="34294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11" name="그림 10">
            <a:extLst>
              <a:ext uri="{FF2B5EF4-FFF2-40B4-BE49-F238E27FC236}">
                <a16:creationId xmlns:a16="http://schemas.microsoft.com/office/drawing/2014/main" id="{DEE6DE73-B179-161A-A231-ACAB84E97F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749" y="4393320"/>
            <a:ext cx="3625043" cy="1579811"/>
          </a:xfrm>
          <a:prstGeom prst="rect">
            <a:avLst/>
          </a:prstGeom>
          <a:ln>
            <a:solidFill>
              <a:srgbClr val="000000"/>
            </a:solidFill>
          </a:ln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EF10961C-06A6-7CA6-C537-0C8F96945E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9992" y="4393320"/>
            <a:ext cx="3639321" cy="1579811"/>
          </a:xfrm>
          <a:prstGeom prst="rect">
            <a:avLst/>
          </a:prstGeom>
          <a:ln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12944405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7D8EC0E-986D-BD09-4330-F2A16438EA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자바스크립트 실습</a:t>
            </a:r>
            <a:br>
              <a:rPr lang="en-US" altLang="ko-KR" dirty="0"/>
            </a:br>
            <a:r>
              <a:rPr lang="en-US" altLang="ko-KR" dirty="0"/>
              <a:t>						</a:t>
            </a:r>
            <a:r>
              <a:rPr lang="ko-KR" altLang="en-US" dirty="0"/>
              <a:t>예제</a:t>
            </a:r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EF7F725-AA44-D32E-1A46-5363243D72F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753E709-C6A3-4DBD-82F7-6E5ED028B16F}" type="slidenum">
              <a:rPr lang="en-US" altLang="ko-KR" smtClean="0"/>
              <a:pPr>
                <a:defRPr/>
              </a:pPr>
              <a:t>5</a:t>
            </a:fld>
            <a:endParaRPr lang="en-US" altLang="ko-KR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9317A16-1312-2F10-E023-C2A0B0DCD3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ko-KR" altLang="en-US" dirty="0"/>
          </a:p>
        </p:txBody>
      </p:sp>
      <p:graphicFrame>
        <p:nvGraphicFramePr>
          <p:cNvPr id="6" name="Google Shape;63;p4">
            <a:extLst>
              <a:ext uri="{FF2B5EF4-FFF2-40B4-BE49-F238E27FC236}">
                <a16:creationId xmlns:a16="http://schemas.microsoft.com/office/drawing/2014/main" id="{E4008AE8-C082-A79F-3297-A21955A5D6A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73508656"/>
              </p:ext>
            </p:extLst>
          </p:nvPr>
        </p:nvGraphicFramePr>
        <p:xfrm>
          <a:off x="442913" y="1124744"/>
          <a:ext cx="7772400" cy="3051882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777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5144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 dirty="0"/>
                        <a:t>&lt;!DOCTYPE html&gt;</a:t>
                      </a:r>
                    </a:p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 dirty="0"/>
                        <a:t>&lt;html&gt;</a:t>
                      </a:r>
                    </a:p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 dirty="0"/>
                        <a:t>&lt;head&gt;</a:t>
                      </a:r>
                    </a:p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 dirty="0"/>
                        <a:t>    &lt;meta charset="UTF-8"&gt;</a:t>
                      </a:r>
                    </a:p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 dirty="0"/>
                        <a:t>    &lt;title&gt;</a:t>
                      </a:r>
                      <a:r>
                        <a:rPr lang="ko-KR" altLang="en-US" sz="1100" u="none" strike="noStrike" cap="none" dirty="0"/>
                        <a:t>예제</a:t>
                      </a:r>
                      <a:r>
                        <a:rPr lang="en-US" altLang="ko-KR" sz="1100" u="none" strike="noStrike" cap="none" dirty="0"/>
                        <a:t>2&lt;/</a:t>
                      </a:r>
                      <a:r>
                        <a:rPr lang="en-US" sz="1100" u="none" strike="noStrike" cap="none" dirty="0"/>
                        <a:t>title&gt;</a:t>
                      </a:r>
                    </a:p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 dirty="0"/>
                        <a:t>&lt;/head&gt;</a:t>
                      </a:r>
                    </a:p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 dirty="0"/>
                        <a:t>&lt;body&gt;</a:t>
                      </a:r>
                    </a:p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 dirty="0"/>
                        <a:t>  &lt;p&gt;</a:t>
                      </a:r>
                      <a:r>
                        <a:rPr lang="ko-KR" altLang="en-US" sz="1100" u="none" strike="noStrike" cap="none" dirty="0"/>
                        <a:t>마우스를 이미지 위로 올리면 이미지가 커집니다</a:t>
                      </a:r>
                      <a:r>
                        <a:rPr lang="en-US" altLang="ko-KR" sz="1100" u="none" strike="noStrike" cap="none" dirty="0"/>
                        <a:t>.&lt;/</a:t>
                      </a:r>
                      <a:r>
                        <a:rPr lang="en-US" sz="1100" u="none" strike="noStrike" cap="none" dirty="0"/>
                        <a:t>p&gt;</a:t>
                      </a:r>
                    </a:p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 dirty="0"/>
                        <a:t>  &lt;img </a:t>
                      </a:r>
                      <a:r>
                        <a:rPr lang="en-US" sz="1100" b="1" u="none" strike="noStrike" cap="none" dirty="0"/>
                        <a:t>onmouseover</a:t>
                      </a:r>
                      <a:r>
                        <a:rPr lang="en-US" sz="1100" u="none" strike="noStrike" cap="none" dirty="0"/>
                        <a:t>="this.style.width='200px'" </a:t>
                      </a:r>
                      <a:r>
                        <a:rPr lang="en-US" sz="1100" b="1" u="none" strike="noStrike" cap="none" dirty="0"/>
                        <a:t>onmouseout</a:t>
                      </a:r>
                      <a:r>
                        <a:rPr lang="en-US" sz="1100" u="none" strike="noStrike" cap="none" dirty="0"/>
                        <a:t>="this.style.width='100px'" src="./img/dog.jpg" width="100px"&gt;</a:t>
                      </a:r>
                    </a:p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 dirty="0"/>
                        <a:t>&lt;/body&gt;</a:t>
                      </a:r>
                    </a:p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 dirty="0"/>
                        <a:t>&lt;/html&gt;</a:t>
                      </a:r>
                      <a:endParaRPr sz="1100" dirty="0"/>
                    </a:p>
                  </a:txBody>
                  <a:tcPr marL="68588" marR="68588" marT="34294" marB="34294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8" name="그림 7">
            <a:extLst>
              <a:ext uri="{FF2B5EF4-FFF2-40B4-BE49-F238E27FC236}">
                <a16:creationId xmlns:a16="http://schemas.microsoft.com/office/drawing/2014/main" id="{86CB749A-A3A6-417C-A53D-DA1D6AD206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913" y="4289313"/>
            <a:ext cx="3841055" cy="1627968"/>
          </a:xfrm>
          <a:prstGeom prst="rect">
            <a:avLst/>
          </a:prstGeom>
          <a:ln>
            <a:solidFill>
              <a:srgbClr val="000000"/>
            </a:solidFill>
          </a:ln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6EF10487-8125-C45B-6DD7-2ABB18178E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4395" y="4289312"/>
            <a:ext cx="3650918" cy="1627968"/>
          </a:xfrm>
          <a:prstGeom prst="rect">
            <a:avLst/>
          </a:prstGeom>
          <a:ln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21996865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vert="horz" wrap="square" lIns="68569" tIns="34275" rIns="68569" bIns="34275" numCol="1" anchor="t" anchorCtr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자바스크립트 </a:t>
            </a:r>
            <a:r>
              <a:rPr lang="en-US" dirty="0" err="1"/>
              <a:t>기본문법</a:t>
            </a:r>
            <a:r>
              <a:rPr lang="en-US" dirty="0"/>
              <a:t>(1)</a:t>
            </a:r>
            <a:br>
              <a:rPr lang="en-US" dirty="0"/>
            </a:br>
            <a:r>
              <a:rPr lang="en-US" dirty="0"/>
              <a:t>						변수선언</a:t>
            </a:r>
            <a:endParaRPr dirty="0"/>
          </a:p>
        </p:txBody>
      </p:sp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A12228EF-339A-39B2-9C53-C99AA0AD6F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sz="1600" b="1" dirty="0"/>
              <a:t>각 변수 선언 방식</a:t>
            </a:r>
          </a:p>
          <a:p>
            <a:endParaRPr lang="ko-KR" altLang="en-US" sz="1600" dirty="0"/>
          </a:p>
          <a:p>
            <a:pPr marL="0" indent="0">
              <a:buNone/>
            </a:pPr>
            <a:endParaRPr lang="ko-KR" altLang="en-US" sz="1600" dirty="0"/>
          </a:p>
          <a:p>
            <a:endParaRPr lang="en-US" altLang="ko-KR" sz="1600" dirty="0"/>
          </a:p>
          <a:p>
            <a:r>
              <a:rPr lang="ko-KR" altLang="en-US" sz="1600" b="1" dirty="0"/>
              <a:t>변수 선언 방식</a:t>
            </a:r>
          </a:p>
          <a:p>
            <a:pPr lvl="1"/>
            <a:r>
              <a:rPr lang="en-US" altLang="ko-KR" sz="1600" dirty="0"/>
              <a:t>let</a:t>
            </a:r>
          </a:p>
          <a:p>
            <a:pPr lvl="2"/>
            <a:r>
              <a:rPr lang="ko-KR" altLang="en-US" sz="1600" u="sng" dirty="0"/>
              <a:t>블록 범위 변수를 선언하며</a:t>
            </a:r>
            <a:r>
              <a:rPr lang="en-US" altLang="ko-KR" sz="1600" u="sng" dirty="0"/>
              <a:t>, </a:t>
            </a:r>
            <a:r>
              <a:rPr lang="ko-KR" altLang="en-US" sz="1600" u="sng" dirty="0"/>
              <a:t>중복 선언이 불가능</a:t>
            </a:r>
            <a:r>
              <a:rPr lang="ko-KR" altLang="en-US" sz="1600" dirty="0"/>
              <a:t>합니다</a:t>
            </a:r>
            <a:r>
              <a:rPr lang="en-US" altLang="ko-KR" sz="1600" dirty="0"/>
              <a:t>. </a:t>
            </a:r>
            <a:r>
              <a:rPr lang="ko-KR" altLang="en-US" sz="1600" dirty="0"/>
              <a:t>값을 재할당할 수 있다</a:t>
            </a:r>
            <a:r>
              <a:rPr lang="en-US" altLang="ko-KR" sz="1600" dirty="0"/>
              <a:t>.</a:t>
            </a:r>
          </a:p>
          <a:p>
            <a:pPr marL="0" indent="0">
              <a:buNone/>
            </a:pPr>
            <a:endParaRPr lang="en-US" altLang="ko-KR" sz="1600" dirty="0"/>
          </a:p>
          <a:p>
            <a:pPr lvl="1"/>
            <a:r>
              <a:rPr lang="en-US" altLang="ko-KR" sz="1600" dirty="0"/>
              <a:t>const</a:t>
            </a:r>
          </a:p>
          <a:p>
            <a:pPr lvl="2"/>
            <a:r>
              <a:rPr lang="ko-KR" altLang="en-US" sz="1600" u="sng" dirty="0"/>
              <a:t>블록 범위 변수를 선언하며</a:t>
            </a:r>
            <a:r>
              <a:rPr lang="en-US" altLang="ko-KR" sz="1600" u="sng" dirty="0"/>
              <a:t>, </a:t>
            </a:r>
            <a:r>
              <a:rPr lang="ko-KR" altLang="en-US" sz="1600" u="sng" dirty="0"/>
              <a:t>중복 선언이 불가능</a:t>
            </a:r>
            <a:r>
              <a:rPr lang="ko-KR" altLang="en-US" sz="1600" dirty="0"/>
              <a:t>하다</a:t>
            </a:r>
            <a:r>
              <a:rPr lang="en-US" altLang="ko-KR" sz="1600" dirty="0"/>
              <a:t>.</a:t>
            </a:r>
          </a:p>
          <a:p>
            <a:pPr lvl="2"/>
            <a:r>
              <a:rPr lang="ko-KR" altLang="en-US" sz="1600" b="1" dirty="0"/>
              <a:t>선언과 동시에 초기화해야 하며 값을 재할당할 수 없다</a:t>
            </a:r>
            <a:r>
              <a:rPr lang="en-US" altLang="ko-KR" sz="1600" b="1" dirty="0"/>
              <a:t>.</a:t>
            </a:r>
            <a:endParaRPr lang="ko-KR" altLang="en-US" sz="1600" b="1" dirty="0"/>
          </a:p>
        </p:txBody>
      </p:sp>
      <p:sp>
        <p:nvSpPr>
          <p:cNvPr id="60" name="Google Shape;60;p4"/>
          <p:cNvSpPr txBox="1">
            <a:spLocks noGrp="1"/>
          </p:cNvSpPr>
          <p:nvPr>
            <p:ph type="sldNum" sz="quarter" idx="10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algn="r"/>
            <a:fld id="{00000000-1234-1234-1234-123412341234}" type="slidenum">
              <a:rPr lang="en-US" smtClean="0"/>
              <a:pPr algn="r"/>
              <a:t>6</a:t>
            </a:fld>
            <a:endParaRPr/>
          </a:p>
        </p:txBody>
      </p:sp>
      <p:sp>
        <p:nvSpPr>
          <p:cNvPr id="61" name="Google Shape;61;p4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vert="horz" wrap="square" lIns="68569" tIns="34275" rIns="68569" bIns="34275" numCol="1" anchor="b" anchorCtr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0"/>
              </a:spcBef>
            </a:pPr>
            <a:endParaRPr/>
          </a:p>
        </p:txBody>
      </p:sp>
      <p:graphicFrame>
        <p:nvGraphicFramePr>
          <p:cNvPr id="62" name="Google Shape;62;p4"/>
          <p:cNvGraphicFramePr/>
          <p:nvPr>
            <p:extLst>
              <p:ext uri="{D42A27DB-BD31-4B8C-83A1-F6EECF244321}">
                <p14:modId xmlns:p14="http://schemas.microsoft.com/office/powerpoint/2010/main" val="4015929163"/>
              </p:ext>
            </p:extLst>
          </p:nvPr>
        </p:nvGraphicFramePr>
        <p:xfrm>
          <a:off x="896938" y="1556792"/>
          <a:ext cx="2875331" cy="787916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28753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5718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 dirty="0"/>
                        <a:t>let a = 10; //</a:t>
                      </a:r>
                      <a:r>
                        <a:rPr lang="en-US" sz="1100" u="none" strike="noStrike" cap="none" dirty="0" err="1"/>
                        <a:t>블록</a:t>
                      </a:r>
                      <a:r>
                        <a:rPr lang="en-US" sz="1100" u="none" strike="noStrike" cap="none" dirty="0"/>
                        <a:t> 스코프</a:t>
                      </a:r>
                      <a:endParaRPr sz="1100" dirty="0"/>
                    </a:p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 dirty="0"/>
                        <a:t>const b = 20; //</a:t>
                      </a:r>
                      <a:r>
                        <a:rPr lang="en-US" sz="1100" u="none" strike="noStrike" cap="none" dirty="0" err="1"/>
                        <a:t>블록</a:t>
                      </a:r>
                      <a:r>
                        <a:rPr lang="en-US" sz="1100" u="none" strike="noStrike" cap="none" dirty="0"/>
                        <a:t> 스코프 및 </a:t>
                      </a:r>
                      <a:r>
                        <a:rPr lang="en-US" sz="1100" u="none" strike="noStrike" cap="none" dirty="0" err="1"/>
                        <a:t>상수</a:t>
                      </a:r>
                      <a:endParaRPr sz="1100" dirty="0"/>
                    </a:p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 dirty="0"/>
                        <a:t>var c = 30; //</a:t>
                      </a:r>
                      <a:r>
                        <a:rPr lang="en-US" sz="1100" u="none" strike="noStrike" cap="none" dirty="0" err="1"/>
                        <a:t>함수</a:t>
                      </a:r>
                      <a:r>
                        <a:rPr lang="en-US" sz="1100" u="none" strike="noStrike" cap="none" dirty="0"/>
                        <a:t> 스코프</a:t>
                      </a:r>
                      <a:endParaRPr sz="1100" dirty="0"/>
                    </a:p>
                  </a:txBody>
                  <a:tcPr marL="68588" marR="68588" marT="34294" marB="34294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3" name="Google Shape;63;p4"/>
          <p:cNvGraphicFramePr/>
          <p:nvPr>
            <p:extLst>
              <p:ext uri="{D42A27DB-BD31-4B8C-83A1-F6EECF244321}">
                <p14:modId xmlns:p14="http://schemas.microsoft.com/office/powerpoint/2010/main" val="1577093896"/>
              </p:ext>
            </p:extLst>
          </p:nvPr>
        </p:nvGraphicFramePr>
        <p:xfrm>
          <a:off x="2569184" y="3662362"/>
          <a:ext cx="2875331" cy="536456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28753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5144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 dirty="0"/>
                        <a:t>let x = 5;</a:t>
                      </a:r>
                      <a:endParaRPr sz="1100" dirty="0"/>
                    </a:p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 dirty="0"/>
                        <a:t>x = 10; //</a:t>
                      </a:r>
                      <a:r>
                        <a:rPr lang="en-US" sz="1100" u="none" strike="noStrike" cap="none" dirty="0" err="1"/>
                        <a:t>가능</a:t>
                      </a:r>
                      <a:endParaRPr sz="1100" dirty="0"/>
                    </a:p>
                  </a:txBody>
                  <a:tcPr marL="68588" marR="68588" marT="34294" marB="34294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4" name="Google Shape;64;p4"/>
          <p:cNvGraphicFramePr/>
          <p:nvPr>
            <p:extLst>
              <p:ext uri="{D42A27DB-BD31-4B8C-83A1-F6EECF244321}">
                <p14:modId xmlns:p14="http://schemas.microsoft.com/office/powerpoint/2010/main" val="4071291308"/>
              </p:ext>
            </p:extLst>
          </p:nvPr>
        </p:nvGraphicFramePr>
        <p:xfrm>
          <a:off x="2569184" y="5340816"/>
          <a:ext cx="2875331" cy="536456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28753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5144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 dirty="0"/>
                        <a:t>const y = 15;</a:t>
                      </a:r>
                      <a:endParaRPr sz="1100" dirty="0"/>
                    </a:p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 dirty="0"/>
                        <a:t>// y = 20; //</a:t>
                      </a:r>
                      <a:r>
                        <a:rPr lang="en-US" sz="1100" u="none" strike="noStrike" cap="none" dirty="0" err="1"/>
                        <a:t>오류</a:t>
                      </a:r>
                      <a:r>
                        <a:rPr lang="en-US" sz="1100" u="none" strike="noStrike" cap="none" dirty="0"/>
                        <a:t> </a:t>
                      </a:r>
                      <a:r>
                        <a:rPr lang="en-US" sz="1100" u="none" strike="noStrike" cap="none" dirty="0" err="1"/>
                        <a:t>발생</a:t>
                      </a:r>
                      <a:endParaRPr sz="1100" dirty="0"/>
                    </a:p>
                  </a:txBody>
                  <a:tcPr marL="68588" marR="68588" marT="34294" marB="34294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580EE7E-2FB7-C0DA-973A-2C10EDD9D6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500" y="1152525"/>
            <a:ext cx="7872095" cy="5019675"/>
          </a:xfrm>
        </p:spPr>
        <p:txBody>
          <a:bodyPr>
            <a:normAutofit/>
          </a:bodyPr>
          <a:lstStyle/>
          <a:p>
            <a:r>
              <a:rPr lang="ko-KR" altLang="en-US" sz="1600" b="1" dirty="0"/>
              <a:t>변수 선언 방식</a:t>
            </a:r>
            <a:r>
              <a:rPr lang="en-US" altLang="ko-KR" sz="1600" b="1" dirty="0"/>
              <a:t>(</a:t>
            </a:r>
            <a:r>
              <a:rPr lang="ko-KR" altLang="en-US" sz="1600" b="1" dirty="0"/>
              <a:t>계속</a:t>
            </a:r>
            <a:r>
              <a:rPr lang="en-US" altLang="ko-KR" sz="1600" b="1" dirty="0"/>
              <a:t>)</a:t>
            </a:r>
          </a:p>
          <a:p>
            <a:pPr lvl="1"/>
            <a:r>
              <a:rPr lang="en-US" altLang="ko-KR" sz="1600" dirty="0"/>
              <a:t>var</a:t>
            </a:r>
          </a:p>
          <a:p>
            <a:pPr lvl="2"/>
            <a:r>
              <a:rPr lang="ko-KR" altLang="en-US" sz="1600" u="sng" dirty="0"/>
              <a:t>같은 이름으로 중복 선언이 가능</a:t>
            </a:r>
            <a:r>
              <a:rPr lang="ko-KR" altLang="en-US" sz="1600" dirty="0"/>
              <a:t>하다</a:t>
            </a:r>
            <a:r>
              <a:rPr lang="en-US" altLang="ko-KR" sz="1600" dirty="0"/>
              <a:t>. </a:t>
            </a:r>
          </a:p>
          <a:p>
            <a:pPr lvl="2"/>
            <a:r>
              <a:rPr lang="ko-KR" altLang="en-US" sz="1600" dirty="0"/>
              <a:t>재할당도 가능 하지만 예측 가능한 동작이 어려워 최근 코드에서는 잘 사용하지 않는다</a:t>
            </a:r>
            <a:r>
              <a:rPr lang="en-US" altLang="ko-KR" sz="1600" dirty="0"/>
              <a:t>.</a:t>
            </a:r>
          </a:p>
          <a:p>
            <a:pPr lvl="2"/>
            <a:endParaRPr lang="en-US" altLang="ko-KR" sz="1600" dirty="0"/>
          </a:p>
          <a:p>
            <a:pPr lvl="2"/>
            <a:endParaRPr lang="en-US" altLang="ko-KR" sz="1600" dirty="0"/>
          </a:p>
          <a:p>
            <a:r>
              <a:rPr lang="ko-KR" altLang="en-US" sz="1600" b="1" dirty="0"/>
              <a:t>웹페이지에 값 출력하는 방법</a:t>
            </a:r>
          </a:p>
          <a:p>
            <a:pPr lvl="1"/>
            <a:r>
              <a:rPr lang="en-US" altLang="ko-KR" sz="1600" dirty="0"/>
              <a:t>document.write() </a:t>
            </a:r>
            <a:r>
              <a:rPr lang="ko-KR" altLang="en-US" sz="1600" dirty="0"/>
              <a:t>혹은 </a:t>
            </a:r>
            <a:r>
              <a:rPr lang="en-US" altLang="ko-KR" sz="1600" dirty="0"/>
              <a:t>document.writeLine()</a:t>
            </a:r>
            <a:r>
              <a:rPr lang="ko-KR" altLang="en-US" sz="1600" dirty="0"/>
              <a:t>으로 웹페이지에 직접 값을 출력할 수 있다</a:t>
            </a:r>
            <a:r>
              <a:rPr lang="en-US" altLang="ko-KR" sz="1600" dirty="0"/>
              <a:t>.</a:t>
            </a:r>
          </a:p>
          <a:p>
            <a:endParaRPr lang="ko-KR" altLang="en-US" dirty="0"/>
          </a:p>
        </p:txBody>
      </p:sp>
      <p:sp>
        <p:nvSpPr>
          <p:cNvPr id="69" name="Google Shape;69;p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vert="horz" wrap="square" lIns="68569" tIns="34275" rIns="68569" bIns="34275" numCol="1" anchor="t" anchorCtr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자바스크립트 </a:t>
            </a:r>
            <a:r>
              <a:rPr lang="en-US" dirty="0" err="1"/>
              <a:t>기본문법</a:t>
            </a:r>
            <a:r>
              <a:rPr lang="en-US" dirty="0"/>
              <a:t>(2)</a:t>
            </a:r>
            <a:br>
              <a:rPr lang="en-US" dirty="0"/>
            </a:br>
            <a:r>
              <a:rPr lang="en-US" dirty="0"/>
              <a:t>					변수선언</a:t>
            </a:r>
            <a:r>
              <a:rPr lang="en-US" altLang="ko-KR" dirty="0"/>
              <a:t>(</a:t>
            </a:r>
            <a:r>
              <a:rPr lang="ko-KR" altLang="en-US" dirty="0"/>
              <a:t>계속</a:t>
            </a:r>
            <a:r>
              <a:rPr lang="en-US" altLang="ko-KR" dirty="0"/>
              <a:t>)</a:t>
            </a:r>
            <a:endParaRPr dirty="0"/>
          </a:p>
        </p:txBody>
      </p:sp>
      <p:sp>
        <p:nvSpPr>
          <p:cNvPr id="72" name="Google Shape;72;p5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vert="horz" wrap="square" lIns="68569" tIns="34275" rIns="68569" bIns="34275" numCol="1" anchor="b" anchorCtr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0"/>
              </a:spcBef>
            </a:pPr>
            <a:endParaRPr/>
          </a:p>
        </p:txBody>
      </p:sp>
      <p:sp>
        <p:nvSpPr>
          <p:cNvPr id="71" name="Google Shape;71;p5"/>
          <p:cNvSpPr txBox="1">
            <a:spLocks noGrp="1"/>
          </p:cNvSpPr>
          <p:nvPr>
            <p:ph type="sldNum" idx="4294967295"/>
          </p:nvPr>
        </p:nvSpPr>
        <p:spPr>
          <a:xfrm>
            <a:off x="6604000" y="6419850"/>
            <a:ext cx="2540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algn="r"/>
            <a:fld id="{00000000-1234-1234-1234-123412341234}" type="slidenum">
              <a:rPr lang="en-US" smtClean="0"/>
              <a:pPr algn="r"/>
              <a:t>7</a:t>
            </a:fld>
            <a:endParaRPr/>
          </a:p>
        </p:txBody>
      </p:sp>
      <p:graphicFrame>
        <p:nvGraphicFramePr>
          <p:cNvPr id="73" name="Google Shape;73;p5"/>
          <p:cNvGraphicFramePr/>
          <p:nvPr>
            <p:extLst>
              <p:ext uri="{D42A27DB-BD31-4B8C-83A1-F6EECF244321}">
                <p14:modId xmlns:p14="http://schemas.microsoft.com/office/powerpoint/2010/main" val="1466304901"/>
              </p:ext>
            </p:extLst>
          </p:nvPr>
        </p:nvGraphicFramePr>
        <p:xfrm>
          <a:off x="3419872" y="2621858"/>
          <a:ext cx="2034844" cy="787916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20348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5718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 dirty="0"/>
                        <a:t>var z = 25;</a:t>
                      </a:r>
                      <a:endParaRPr sz="1100" dirty="0"/>
                    </a:p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 dirty="0"/>
                        <a:t>var z = 30; //</a:t>
                      </a:r>
                      <a:r>
                        <a:rPr lang="en-US" sz="1100" u="none" strike="noStrike" cap="none" dirty="0" err="1"/>
                        <a:t>가능</a:t>
                      </a:r>
                      <a:endParaRPr sz="1100" dirty="0"/>
                    </a:p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 dirty="0"/>
                        <a:t>z = 35; //</a:t>
                      </a:r>
                      <a:r>
                        <a:rPr lang="en-US" sz="1100" u="none" strike="noStrike" cap="none" dirty="0" err="1"/>
                        <a:t>가능</a:t>
                      </a:r>
                      <a:endParaRPr sz="1100" dirty="0"/>
                    </a:p>
                  </a:txBody>
                  <a:tcPr marL="68588" marR="68588" marT="34294" marB="34294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4" name="Google Shape;74;p5"/>
          <p:cNvGraphicFramePr/>
          <p:nvPr>
            <p:extLst>
              <p:ext uri="{D42A27DB-BD31-4B8C-83A1-F6EECF244321}">
                <p14:modId xmlns:p14="http://schemas.microsoft.com/office/powerpoint/2010/main" val="76378983"/>
              </p:ext>
            </p:extLst>
          </p:nvPr>
        </p:nvGraphicFramePr>
        <p:xfrm>
          <a:off x="1259632" y="4581128"/>
          <a:ext cx="3545063" cy="1543122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35450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519048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 dirty="0"/>
                        <a:t>let </a:t>
                      </a:r>
                      <a:r>
                        <a:rPr lang="en-US" sz="1100" u="none" strike="noStrike" cap="none" dirty="0"/>
                        <a:t>a = "Hello World“</a:t>
                      </a:r>
                      <a:endParaRPr sz="1100" dirty="0"/>
                    </a:p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 dirty="0"/>
                        <a:t>var</a:t>
                      </a:r>
                      <a:r>
                        <a:rPr lang="en-US" sz="1100" u="none" strike="noStrike" cap="none" dirty="0"/>
                        <a:t> b = 10;</a:t>
                      </a:r>
                      <a:endParaRPr sz="1100" dirty="0"/>
                    </a:p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 dirty="0"/>
                        <a:t>const</a:t>
                      </a:r>
                      <a:r>
                        <a:rPr lang="en-US" sz="1100" u="none" strike="noStrike" cap="none" dirty="0"/>
                        <a:t> c = 2.5;</a:t>
                      </a:r>
                      <a:endParaRPr sz="1100" dirty="0"/>
                    </a:p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 dirty="0"/>
                        <a:t>document.write(a)</a:t>
                      </a:r>
                      <a:endParaRPr sz="1100" dirty="0"/>
                    </a:p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 dirty="0"/>
                        <a:t>document.write(b)</a:t>
                      </a:r>
                      <a:endParaRPr sz="1100" dirty="0"/>
                    </a:p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 dirty="0"/>
                        <a:t>document.write(c)</a:t>
                      </a:r>
                      <a:endParaRPr sz="1100" u="none" strike="noStrike" cap="none" dirty="0"/>
                    </a:p>
                  </a:txBody>
                  <a:tcPr marL="68588" marR="68588" marT="34294" marB="34294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5" name="텍스트 상자 1"/>
          <p:cNvSpPr txBox="1">
            <a:spLocks/>
          </p:cNvSpPr>
          <p:nvPr/>
        </p:nvSpPr>
        <p:spPr>
          <a:xfrm rot="0">
            <a:off x="5574665" y="1479550"/>
            <a:ext cx="2479040" cy="370205"/>
          </a:xfrm>
          <a:prstGeom prst="rect"/>
          <a:noFill/>
          <a:ln>
            <a:noFill/>
            <a:prstDash/>
          </a:ln>
        </p:spPr>
        <p:txBody>
          <a:bodyPr wrap="none" lIns="89535" tIns="46355" rIns="89535" bIns="46355" vert="horz" anchor="t">
            <a:spAutoFit/>
          </a:bodyPr>
          <a:lstStyle/>
          <a:p>
            <a:pPr marL="0" indent="0" algn="l" hangingPunct="1"/>
            <a:r>
              <a:rPr lang="ko-KR" sz="1800">
                <a:latin typeface="맑은 고딕" charset="0"/>
                <a:ea typeface="맑은 고딕" charset="0"/>
              </a:rPr>
              <a:t>기말에 </a:t>
            </a:r>
            <a:r>
              <a:rPr lang="ko-KR" sz="1800">
                <a:latin typeface="맑은 고딕" charset="0"/>
                <a:ea typeface="맑은 고딕" charset="0"/>
              </a:rPr>
              <a:t>문법 많이 물</a:t>
            </a:r>
            <a:r>
              <a:rPr lang="ko-KR" sz="1800">
                <a:latin typeface="맑은 고딕" charset="0"/>
                <a:ea typeface="맑은 고딕" charset="0"/>
              </a:rPr>
              <a:t>음</a:t>
            </a:r>
            <a:endParaRPr lang="ko-KR" altLang="en-US" sz="1800">
              <a:latin typeface="맑은 고딕" charset="0"/>
              <a:ea typeface="맑은 고딕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D5DA8D6-DC20-220F-1BA2-1FA9CDE61B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자바스크립트 실습</a:t>
            </a:r>
            <a:br>
              <a:rPr lang="en-US" altLang="ko-KR" dirty="0"/>
            </a:br>
            <a:r>
              <a:rPr lang="en-US" altLang="ko-KR" dirty="0"/>
              <a:t>						</a:t>
            </a:r>
            <a:r>
              <a:rPr lang="ko-KR" altLang="en-US" dirty="0"/>
              <a:t>예제</a:t>
            </a:r>
            <a:r>
              <a:rPr lang="en-US" altLang="ko-KR" dirty="0"/>
              <a:t>3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53B3730-FB1C-4613-3390-A35540D21BE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753E709-C6A3-4DBD-82F7-6E5ED028B16F}" type="slidenum">
              <a:rPr lang="en-US" altLang="ko-KR" smtClean="0"/>
              <a:pPr>
                <a:defRPr/>
              </a:pPr>
              <a:t>8</a:t>
            </a:fld>
            <a:endParaRPr lang="en-US" altLang="ko-KR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172A7DF-0BC1-6C21-B7D8-4C98C4EC3E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ko-KR" altLang="en-US" dirty="0"/>
          </a:p>
        </p:txBody>
      </p:sp>
      <p:graphicFrame>
        <p:nvGraphicFramePr>
          <p:cNvPr id="6" name="Google Shape;73;p5">
            <a:extLst>
              <a:ext uri="{FF2B5EF4-FFF2-40B4-BE49-F238E27FC236}">
                <a16:creationId xmlns:a16="http://schemas.microsoft.com/office/drawing/2014/main" id="{041AD023-172C-A2DF-6731-669C0B55B70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42630444"/>
              </p:ext>
            </p:extLst>
          </p:nvPr>
        </p:nvGraphicFramePr>
        <p:xfrm>
          <a:off x="539552" y="1268760"/>
          <a:ext cx="6264696" cy="2750828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62646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57185">
                <a:tc>
                  <a:txBody>
                    <a:bodyPr/>
                    <a:lstStyle/>
                    <a:p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&lt;!DOCTYPE html&gt;</a:t>
                      </a:r>
                      <a:br>
                        <a:rPr lang="en-US" altLang="ko-KR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&lt;html&gt;</a:t>
                      </a:r>
                      <a:br>
                        <a:rPr lang="en-US" altLang="ko-KR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&lt;head&gt;</a:t>
                      </a:r>
                      <a:br>
                        <a:rPr lang="en-US" altLang="ko-KR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&lt;meta charset="UTF-8"&gt;</a:t>
                      </a:r>
                      <a:br>
                        <a:rPr lang="en-US" altLang="ko-KR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&lt;title&gt;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예제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3&lt;/title&gt;</a:t>
                      </a:r>
                      <a:br>
                        <a:rPr lang="en-US" altLang="ko-KR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&lt;/head&gt;</a:t>
                      </a:r>
                      <a:br>
                        <a:rPr lang="en-US" altLang="ko-KR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&lt;body&gt;</a:t>
                      </a:r>
                      <a:br>
                        <a:rPr lang="en-US" altLang="ko-KR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</a:t>
                      </a:r>
                      <a:r>
                        <a:rPr lang="en-US" altLang="ko-KR" sz="11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&lt;h1 id="test"&gt;&lt;/h1&gt;</a:t>
                      </a:r>
                      <a:br>
                        <a:rPr lang="en-US" altLang="ko-KR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&lt;script&gt;</a:t>
                      </a:r>
                      <a:br>
                        <a:rPr lang="en-US" altLang="ko-KR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altLang="ko-KR" sz="110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let x = 5;</a:t>
                      </a:r>
                      <a:br>
                        <a:rPr lang="en-US" altLang="ko-KR" sz="110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altLang="ko-KR" sz="110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let y = 6;</a:t>
                      </a:r>
                      <a:br>
                        <a:rPr lang="en-US" altLang="ko-KR" sz="110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altLang="ko-KR" sz="110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let z = x + y;</a:t>
                      </a:r>
                      <a:br>
                        <a:rPr lang="en-US" altLang="ko-KR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</a:t>
                      </a:r>
                      <a:r>
                        <a:rPr lang="en-US" altLang="ko-KR" sz="11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document.getElementById("</a:t>
                      </a:r>
                      <a:r>
                        <a:rPr lang="en-US" altLang="ko-KR" sz="11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test</a:t>
                      </a:r>
                      <a:r>
                        <a:rPr lang="en-US" altLang="ko-KR" sz="11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").</a:t>
                      </a:r>
                      <a:r>
                        <a:rPr lang="en-US" altLang="ko-KR" sz="11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innerHTML</a:t>
                      </a:r>
                      <a:r>
                        <a:rPr lang="en-US" altLang="ko-KR" sz="11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= z;</a:t>
                      </a:r>
                      <a:br>
                        <a:rPr lang="en-US" altLang="ko-KR" sz="11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&lt;/script&gt;</a:t>
                      </a:r>
                      <a:br>
                        <a:rPr lang="en-US" altLang="ko-KR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&lt;/body&gt;</a:t>
                      </a:r>
                      <a:br>
                        <a:rPr lang="en-US" altLang="ko-KR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&lt;/html&gt;</a:t>
                      </a:r>
                    </a:p>
                  </a:txBody>
                  <a:tcPr marL="68588" marR="68588" marT="34294" marB="34294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" name="Rectangle 1">
            <a:extLst>
              <a:ext uri="{FF2B5EF4-FFF2-40B4-BE49-F238E27FC236}">
                <a16:creationId xmlns:a16="http://schemas.microsoft.com/office/drawing/2014/main" id="{5369A729-75D3-914B-EF4F-31A8F2EF13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-2880320" y="-8105102"/>
            <a:ext cx="9144000" cy="457200"/>
          </a:xfrm>
          <a:prstGeom prst="rect">
            <a:avLst/>
          </a:prstGeom>
          <a:solidFill>
            <a:srgbClr val="1E1F2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500" b="0" i="0" u="none" strike="noStrike" cap="none" normalizeH="0" baseline="0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&lt;!DOCTYPE </a:t>
            </a:r>
            <a:r>
              <a:rPr kumimoji="0" lang="ko-KR" altLang="ko-KR" sz="1500" b="0" i="0" u="none" strike="noStrike" cap="none" normalizeH="0" baseline="0">
                <a:ln>
                  <a:noFill/>
                </a:ln>
                <a:solidFill>
                  <a:srgbClr val="BABABA"/>
                </a:solidFill>
                <a:effectLst/>
                <a:latin typeface="Arial Unicode MS" panose="020B0604020202020204" pitchFamily="50" charset="-127"/>
                <a:ea typeface="JetBrains Mono"/>
              </a:rPr>
              <a:t>html</a:t>
            </a:r>
            <a:r>
              <a:rPr kumimoji="0" lang="ko-KR" altLang="ko-KR" sz="1500" b="0" i="0" u="none" strike="noStrike" cap="none" normalizeH="0" baseline="0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&gt;</a:t>
            </a:r>
            <a:br>
              <a:rPr kumimoji="0" lang="ko-KR" altLang="ko-KR" sz="1500" b="0" i="0" u="none" strike="noStrike" cap="none" normalizeH="0" baseline="0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500" b="0" i="0" u="none" strike="noStrike" cap="none" normalizeH="0" baseline="0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&lt;html&gt;</a:t>
            </a:r>
            <a:br>
              <a:rPr kumimoji="0" lang="ko-KR" altLang="ko-KR" sz="1500" b="0" i="0" u="none" strike="noStrike" cap="none" normalizeH="0" baseline="0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500" b="0" i="0" u="none" strike="noStrike" cap="none" normalizeH="0" baseline="0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&lt;head&gt;</a:t>
            </a:r>
            <a:br>
              <a:rPr kumimoji="0" lang="ko-KR" altLang="ko-KR" sz="1500" b="0" i="0" u="none" strike="noStrike" cap="none" normalizeH="0" baseline="0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500" b="0" i="0" u="none" strike="noStrike" cap="none" normalizeH="0" baseline="0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    &lt;meta </a:t>
            </a:r>
            <a:r>
              <a:rPr kumimoji="0" lang="ko-KR" altLang="ko-KR" sz="1500" b="0" i="0" u="none" strike="noStrike" cap="none" normalizeH="0" baseline="0">
                <a:ln>
                  <a:noFill/>
                </a:ln>
                <a:solidFill>
                  <a:srgbClr val="BABABA"/>
                </a:solidFill>
                <a:effectLst/>
                <a:latin typeface="Arial Unicode MS" panose="020B0604020202020204" pitchFamily="50" charset="-127"/>
                <a:ea typeface="JetBrains Mono"/>
              </a:rPr>
              <a:t>charset</a:t>
            </a:r>
            <a:r>
              <a:rPr kumimoji="0" lang="ko-KR" altLang="ko-KR" sz="1500" b="0" i="0" u="none" strike="noStrike" cap="none" normalizeH="0" baseline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="UTF-8"</a:t>
            </a:r>
            <a:r>
              <a:rPr kumimoji="0" lang="ko-KR" altLang="ko-KR" sz="1500" b="0" i="0" u="none" strike="noStrike" cap="none" normalizeH="0" baseline="0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&gt;</a:t>
            </a:r>
            <a:br>
              <a:rPr kumimoji="0" lang="ko-KR" altLang="ko-KR" sz="1500" b="0" i="0" u="none" strike="noStrike" cap="none" normalizeH="0" baseline="0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500" b="0" i="0" u="none" strike="noStrike" cap="none" normalizeH="0" baseline="0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    &lt;title&gt;</a:t>
            </a:r>
            <a:r>
              <a:rPr kumimoji="0" lang="ko-KR" altLang="ko-KR" sz="1500" b="0" i="0" u="none" strike="noStrike" cap="none" normalizeH="0" baseline="0">
                <a:ln>
                  <a:noFill/>
                </a:ln>
                <a:solidFill>
                  <a:srgbClr val="BCBEC4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예제</a:t>
            </a:r>
            <a:r>
              <a:rPr kumimoji="0" lang="ko-KR" altLang="ko-KR" sz="1500" b="0" i="0" u="none" strike="noStrike" cap="none" normalizeH="0" baseline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3</a:t>
            </a:r>
            <a:r>
              <a:rPr kumimoji="0" lang="ko-KR" altLang="ko-KR" sz="1500" b="0" i="0" u="none" strike="noStrike" cap="none" normalizeH="0" baseline="0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&lt;/title&gt;</a:t>
            </a:r>
            <a:br>
              <a:rPr kumimoji="0" lang="ko-KR" altLang="ko-KR" sz="1500" b="0" i="0" u="none" strike="noStrike" cap="none" normalizeH="0" baseline="0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500" b="0" i="0" u="none" strike="noStrike" cap="none" normalizeH="0" baseline="0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&lt;/head&gt;</a:t>
            </a:r>
            <a:br>
              <a:rPr kumimoji="0" lang="ko-KR" altLang="ko-KR" sz="1500" b="0" i="0" u="none" strike="noStrike" cap="none" normalizeH="0" baseline="0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500" b="0" i="0" u="none" strike="noStrike" cap="none" normalizeH="0" baseline="0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&lt;body&gt;</a:t>
            </a:r>
            <a:br>
              <a:rPr kumimoji="0" lang="ko-KR" altLang="ko-KR" sz="1500" b="0" i="0" u="none" strike="noStrike" cap="none" normalizeH="0" baseline="0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500" b="0" i="0" u="none" strike="noStrike" cap="none" normalizeH="0" baseline="0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    &lt;h1 </a:t>
            </a:r>
            <a:r>
              <a:rPr kumimoji="0" lang="ko-KR" altLang="ko-KR" sz="1500" b="0" i="0" u="none" strike="noStrike" cap="none" normalizeH="0" baseline="0">
                <a:ln>
                  <a:noFill/>
                </a:ln>
                <a:solidFill>
                  <a:srgbClr val="BABABA"/>
                </a:solidFill>
                <a:effectLst/>
                <a:latin typeface="Arial Unicode MS" panose="020B0604020202020204" pitchFamily="50" charset="-127"/>
                <a:ea typeface="JetBrains Mono"/>
              </a:rPr>
              <a:t>id</a:t>
            </a:r>
            <a:r>
              <a:rPr kumimoji="0" lang="ko-KR" altLang="ko-KR" sz="1500" b="0" i="0" u="none" strike="noStrike" cap="none" normalizeH="0" baseline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="test"</a:t>
            </a:r>
            <a:r>
              <a:rPr kumimoji="0" lang="ko-KR" altLang="ko-KR" sz="1500" b="0" i="0" u="none" strike="noStrike" cap="none" normalizeH="0" baseline="0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&gt;&lt;/h1&gt;</a:t>
            </a:r>
            <a:br>
              <a:rPr kumimoji="0" lang="ko-KR" altLang="ko-KR" sz="1500" b="0" i="0" u="none" strike="noStrike" cap="none" normalizeH="0" baseline="0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500" b="0" i="0" u="none" strike="noStrike" cap="none" normalizeH="0" baseline="0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    &lt;script&gt;</a:t>
            </a:r>
            <a:br>
              <a:rPr kumimoji="0" lang="ko-KR" altLang="ko-KR" sz="1500" b="0" i="0" u="none" strike="noStrike" cap="none" normalizeH="0" baseline="0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500" b="0" i="0" u="none" strike="noStrike" cap="none" normalizeH="0" baseline="0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  </a:t>
            </a:r>
            <a:r>
              <a:rPr kumimoji="0" lang="ko-KR" altLang="ko-KR" sz="1500" b="0" i="0" u="none" strike="noStrike" cap="none" normalizeH="0" baseline="0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let </a:t>
            </a:r>
            <a:r>
              <a:rPr kumimoji="0" lang="ko-KR" altLang="ko-KR" sz="1500" b="0" i="1" u="none" strike="noStrike" cap="none" normalizeH="0" baseline="0">
                <a:ln>
                  <a:noFill/>
                </a:ln>
                <a:solidFill>
                  <a:srgbClr val="C77DBA"/>
                </a:solidFill>
                <a:effectLst/>
                <a:latin typeface="Arial Unicode MS" panose="020B0604020202020204" pitchFamily="50" charset="-127"/>
                <a:ea typeface="JetBrains Mono"/>
              </a:rPr>
              <a:t>x </a:t>
            </a:r>
            <a:r>
              <a:rPr kumimoji="0" lang="ko-KR" altLang="ko-KR" sz="1500" b="0" i="0" u="none" strike="noStrike" cap="none" normalizeH="0" baseline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= </a:t>
            </a:r>
            <a:r>
              <a:rPr kumimoji="0" lang="ko-KR" altLang="ko-KR" sz="1500" b="0" i="0" u="none" strike="noStrike" cap="none" normalizeH="0" baseline="0">
                <a:ln>
                  <a:noFill/>
                </a:ln>
                <a:solidFill>
                  <a:srgbClr val="2AACB8"/>
                </a:solidFill>
                <a:effectLst/>
                <a:latin typeface="Arial Unicode MS" panose="020B0604020202020204" pitchFamily="50" charset="-127"/>
                <a:ea typeface="JetBrains Mono"/>
              </a:rPr>
              <a:t>5</a:t>
            </a:r>
            <a:r>
              <a:rPr kumimoji="0" lang="ko-KR" altLang="ko-KR" sz="1500" b="0" i="0" u="none" strike="noStrike" cap="none" normalizeH="0" baseline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;</a:t>
            </a:r>
            <a:br>
              <a:rPr kumimoji="0" lang="ko-KR" altLang="ko-KR" sz="1500" b="0" i="0" u="none" strike="noStrike" cap="none" normalizeH="0" baseline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500" b="0" i="0" u="none" strike="noStrike" cap="none" normalizeH="0" baseline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  </a:t>
            </a:r>
            <a:r>
              <a:rPr kumimoji="0" lang="ko-KR" altLang="ko-KR" sz="1500" b="0" i="0" u="none" strike="noStrike" cap="none" normalizeH="0" baseline="0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let </a:t>
            </a:r>
            <a:r>
              <a:rPr kumimoji="0" lang="ko-KR" altLang="ko-KR" sz="1500" b="0" i="1" u="none" strike="noStrike" cap="none" normalizeH="0" baseline="0">
                <a:ln>
                  <a:noFill/>
                </a:ln>
                <a:solidFill>
                  <a:srgbClr val="C77DBA"/>
                </a:solidFill>
                <a:effectLst/>
                <a:latin typeface="Arial Unicode MS" panose="020B0604020202020204" pitchFamily="50" charset="-127"/>
                <a:ea typeface="JetBrains Mono"/>
              </a:rPr>
              <a:t>y </a:t>
            </a:r>
            <a:r>
              <a:rPr kumimoji="0" lang="ko-KR" altLang="ko-KR" sz="1500" b="0" i="0" u="none" strike="noStrike" cap="none" normalizeH="0" baseline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= </a:t>
            </a:r>
            <a:r>
              <a:rPr kumimoji="0" lang="ko-KR" altLang="ko-KR" sz="1500" b="0" i="0" u="none" strike="noStrike" cap="none" normalizeH="0" baseline="0">
                <a:ln>
                  <a:noFill/>
                </a:ln>
                <a:solidFill>
                  <a:srgbClr val="2AACB8"/>
                </a:solidFill>
                <a:effectLst/>
                <a:latin typeface="Arial Unicode MS" panose="020B0604020202020204" pitchFamily="50" charset="-127"/>
                <a:ea typeface="JetBrains Mono"/>
              </a:rPr>
              <a:t>6</a:t>
            </a:r>
            <a:r>
              <a:rPr kumimoji="0" lang="ko-KR" altLang="ko-KR" sz="1500" b="0" i="0" u="none" strike="noStrike" cap="none" normalizeH="0" baseline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;</a:t>
            </a:r>
            <a:br>
              <a:rPr kumimoji="0" lang="ko-KR" altLang="ko-KR" sz="1500" b="0" i="0" u="none" strike="noStrike" cap="none" normalizeH="0" baseline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500" b="0" i="0" u="none" strike="noStrike" cap="none" normalizeH="0" baseline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  </a:t>
            </a:r>
            <a:r>
              <a:rPr kumimoji="0" lang="ko-KR" altLang="ko-KR" sz="1500" b="0" i="0" u="none" strike="noStrike" cap="none" normalizeH="0" baseline="0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let </a:t>
            </a:r>
            <a:r>
              <a:rPr kumimoji="0" lang="ko-KR" altLang="ko-KR" sz="1500" b="0" i="1" u="none" strike="noStrike" cap="none" normalizeH="0" baseline="0">
                <a:ln>
                  <a:noFill/>
                </a:ln>
                <a:solidFill>
                  <a:srgbClr val="C77DBA"/>
                </a:solidFill>
                <a:effectLst/>
                <a:latin typeface="Arial Unicode MS" panose="020B0604020202020204" pitchFamily="50" charset="-127"/>
                <a:ea typeface="JetBrains Mono"/>
              </a:rPr>
              <a:t>z </a:t>
            </a:r>
            <a:r>
              <a:rPr kumimoji="0" lang="ko-KR" altLang="ko-KR" sz="1500" b="0" i="0" u="none" strike="noStrike" cap="none" normalizeH="0" baseline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= </a:t>
            </a:r>
            <a:r>
              <a:rPr kumimoji="0" lang="ko-KR" altLang="ko-KR" sz="1500" b="0" i="1" u="none" strike="noStrike" cap="none" normalizeH="0" baseline="0">
                <a:ln>
                  <a:noFill/>
                </a:ln>
                <a:solidFill>
                  <a:srgbClr val="C77DBA"/>
                </a:solidFill>
                <a:effectLst/>
                <a:latin typeface="Arial Unicode MS" panose="020B0604020202020204" pitchFamily="50" charset="-127"/>
                <a:ea typeface="JetBrains Mono"/>
              </a:rPr>
              <a:t>x </a:t>
            </a:r>
            <a:r>
              <a:rPr kumimoji="0" lang="ko-KR" altLang="ko-KR" sz="1500" b="0" i="0" u="none" strike="noStrike" cap="none" normalizeH="0" baseline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+ </a:t>
            </a:r>
            <a:r>
              <a:rPr kumimoji="0" lang="ko-KR" altLang="ko-KR" sz="1500" b="0" i="1" u="none" strike="noStrike" cap="none" normalizeH="0" baseline="0">
                <a:ln>
                  <a:noFill/>
                </a:ln>
                <a:solidFill>
                  <a:srgbClr val="C77DBA"/>
                </a:solidFill>
                <a:effectLst/>
                <a:latin typeface="Arial Unicode MS" panose="020B0604020202020204" pitchFamily="50" charset="-127"/>
                <a:ea typeface="JetBrains Mono"/>
              </a:rPr>
              <a:t>y</a:t>
            </a:r>
            <a:r>
              <a:rPr kumimoji="0" lang="ko-KR" altLang="ko-KR" sz="1500" b="0" i="0" u="none" strike="noStrike" cap="none" normalizeH="0" baseline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;</a:t>
            </a:r>
            <a:br>
              <a:rPr kumimoji="0" lang="ko-KR" altLang="ko-KR" sz="1500" b="0" i="0" u="none" strike="noStrike" cap="none" normalizeH="0" baseline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500" b="0" i="0" u="none" strike="noStrike" cap="none" normalizeH="0" baseline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  </a:t>
            </a:r>
            <a:r>
              <a:rPr kumimoji="0" lang="ko-KR" altLang="ko-KR" sz="1500" b="0" i="1" u="none" strike="noStrike" cap="none" normalizeH="0" baseline="0">
                <a:ln>
                  <a:noFill/>
                </a:ln>
                <a:solidFill>
                  <a:srgbClr val="C77DBA"/>
                </a:solidFill>
                <a:effectLst/>
                <a:latin typeface="Arial Unicode MS" panose="020B0604020202020204" pitchFamily="50" charset="-127"/>
                <a:ea typeface="JetBrains Mono"/>
              </a:rPr>
              <a:t>document</a:t>
            </a:r>
            <a:r>
              <a:rPr kumimoji="0" lang="ko-KR" altLang="ko-KR" sz="1500" b="0" i="0" u="none" strike="noStrike" cap="none" normalizeH="0" baseline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.</a:t>
            </a:r>
            <a:r>
              <a:rPr kumimoji="0" lang="ko-KR" altLang="ko-KR" sz="1500" b="0" i="0" u="none" strike="noStrike" cap="none" normalizeH="0" baseline="0">
                <a:ln>
                  <a:noFill/>
                </a:ln>
                <a:solidFill>
                  <a:srgbClr val="56A8F5"/>
                </a:solidFill>
                <a:effectLst/>
                <a:latin typeface="Arial Unicode MS" panose="020B0604020202020204" pitchFamily="50" charset="-127"/>
                <a:ea typeface="JetBrains Mono"/>
              </a:rPr>
              <a:t>getElementById</a:t>
            </a:r>
            <a:r>
              <a:rPr kumimoji="0" lang="ko-KR" altLang="ko-KR" sz="1500" b="0" i="0" u="none" strike="noStrike" cap="none" normalizeH="0" baseline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(</a:t>
            </a:r>
            <a:r>
              <a:rPr kumimoji="0" lang="ko-KR" altLang="ko-KR" sz="1500" b="0" i="0" u="none" strike="noStrike" cap="none" normalizeH="0" baseline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"test"</a:t>
            </a:r>
            <a:r>
              <a:rPr kumimoji="0" lang="ko-KR" altLang="ko-KR" sz="1500" b="0" i="0" u="none" strike="noStrike" cap="none" normalizeH="0" baseline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).</a:t>
            </a:r>
            <a:r>
              <a:rPr kumimoji="0" lang="ko-KR" altLang="ko-KR" sz="1500" b="0" i="0" u="none" strike="noStrike" cap="none" normalizeH="0" baseline="0">
                <a:ln>
                  <a:noFill/>
                </a:ln>
                <a:solidFill>
                  <a:srgbClr val="C77DBB"/>
                </a:solidFill>
                <a:effectLst/>
                <a:latin typeface="Arial Unicode MS" panose="020B0604020202020204" pitchFamily="50" charset="-127"/>
                <a:ea typeface="JetBrains Mono"/>
              </a:rPr>
              <a:t>innerHTML </a:t>
            </a:r>
            <a:r>
              <a:rPr kumimoji="0" lang="ko-KR" altLang="ko-KR" sz="1500" b="0" i="0" u="none" strike="noStrike" cap="none" normalizeH="0" baseline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= </a:t>
            </a:r>
            <a:r>
              <a:rPr kumimoji="0" lang="ko-KR" altLang="ko-KR" sz="1500" b="0" i="1" u="none" strike="noStrike" cap="none" normalizeH="0" baseline="0">
                <a:ln>
                  <a:noFill/>
                </a:ln>
                <a:solidFill>
                  <a:srgbClr val="C77DBA"/>
                </a:solidFill>
                <a:effectLst/>
                <a:latin typeface="Arial Unicode MS" panose="020B0604020202020204" pitchFamily="50" charset="-127"/>
                <a:ea typeface="JetBrains Mono"/>
              </a:rPr>
              <a:t>z</a:t>
            </a:r>
            <a:r>
              <a:rPr kumimoji="0" lang="ko-KR" altLang="ko-KR" sz="1500" b="0" i="0" u="none" strike="noStrike" cap="none" normalizeH="0" baseline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;</a:t>
            </a:r>
            <a:br>
              <a:rPr kumimoji="0" lang="ko-KR" altLang="ko-KR" sz="1500" b="0" i="0" u="none" strike="noStrike" cap="none" normalizeH="0" baseline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500" b="0" i="0" u="none" strike="noStrike" cap="none" normalizeH="0" baseline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</a:t>
            </a:r>
            <a:r>
              <a:rPr kumimoji="0" lang="ko-KR" altLang="ko-KR" sz="1500" b="0" i="0" u="none" strike="noStrike" cap="none" normalizeH="0" baseline="0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&lt;/script&gt;</a:t>
            </a:r>
            <a:br>
              <a:rPr kumimoji="0" lang="ko-KR" altLang="ko-KR" sz="1500" b="0" i="0" u="none" strike="noStrike" cap="none" normalizeH="0" baseline="0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500" b="0" i="0" u="none" strike="noStrike" cap="none" normalizeH="0" baseline="0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&lt;/body&gt;</a:t>
            </a:r>
            <a:br>
              <a:rPr kumimoji="0" lang="ko-KR" altLang="ko-KR" sz="1500" b="0" i="0" u="none" strike="noStrike" cap="none" normalizeH="0" baseline="0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500" b="0" i="0" u="none" strike="noStrike" cap="none" normalizeH="0" baseline="0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&lt;/html&gt;</a:t>
            </a: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BB0113A-2352-EEED-7359-6DB2B0F0FDCD}"/>
              </a:ext>
            </a:extLst>
          </p:cNvPr>
          <p:cNvSpPr txBox="1"/>
          <p:nvPr/>
        </p:nvSpPr>
        <p:spPr>
          <a:xfrm>
            <a:off x="450601" y="4195632"/>
            <a:ext cx="9861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/>
              <a:t>결과는</a:t>
            </a:r>
            <a:r>
              <a:rPr lang="en-US" altLang="ko-KR" b="1" dirty="0"/>
              <a:t>?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41146608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CF20759-4D94-5EE4-728C-787EAE8417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자바스크립트는 크게 기본 타입과 참조 타입으로 나눠진다</a:t>
            </a:r>
            <a:endParaRPr lang="en-US" altLang="ko-KR" dirty="0"/>
          </a:p>
          <a:p>
            <a:pPr lvl="1"/>
            <a:r>
              <a:rPr lang="ko-KR" altLang="en-US" dirty="0"/>
              <a:t>기본 타입</a:t>
            </a:r>
          </a:p>
          <a:p>
            <a:pPr lvl="2"/>
            <a:r>
              <a:rPr lang="en-US" altLang="ko-KR" dirty="0"/>
              <a:t>string, number, boolean, null, undefined, symbol</a:t>
            </a:r>
          </a:p>
          <a:p>
            <a:pPr lvl="1"/>
            <a:r>
              <a:rPr lang="ko-KR" altLang="en-US" dirty="0"/>
              <a:t>참조 타입</a:t>
            </a:r>
          </a:p>
          <a:p>
            <a:pPr lvl="2"/>
            <a:r>
              <a:rPr lang="en-US" altLang="ko-KR" dirty="0"/>
              <a:t>object, array, function</a:t>
            </a:r>
          </a:p>
          <a:p>
            <a:pPr marL="914400" lvl="2" indent="0">
              <a:buNone/>
            </a:pPr>
            <a:endParaRPr lang="en-US" altLang="ko-KR" dirty="0"/>
          </a:p>
          <a:p>
            <a:r>
              <a:rPr lang="ko-KR" altLang="en-US" dirty="0"/>
              <a:t>데이터 타입의 확인</a:t>
            </a:r>
          </a:p>
          <a:p>
            <a:pPr lvl="1"/>
            <a:r>
              <a:rPr lang="ko-KR" altLang="en-US" dirty="0"/>
              <a:t>데이터 타입을 확인하려면 </a:t>
            </a:r>
            <a:r>
              <a:rPr lang="en-US" altLang="ko-KR" dirty="0"/>
              <a:t>typeof </a:t>
            </a:r>
            <a:r>
              <a:rPr lang="ko-KR" altLang="en-US" dirty="0"/>
              <a:t>연산자를 사용합니다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79" name="Google Shape;79;p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vert="horz" wrap="square" lIns="68569" tIns="34275" rIns="68569" bIns="34275" numCol="1" anchor="t" anchorCtr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자바스크립트 </a:t>
            </a:r>
            <a:r>
              <a:rPr lang="en-US" dirty="0" err="1"/>
              <a:t>기본문법</a:t>
            </a:r>
            <a:r>
              <a:rPr lang="en-US" dirty="0"/>
              <a:t>(3)</a:t>
            </a:r>
            <a:br>
              <a:rPr lang="en-US" dirty="0"/>
            </a:br>
            <a:r>
              <a:rPr lang="en-US" dirty="0"/>
              <a:t>					자료형(DataType)</a:t>
            </a:r>
            <a:endParaRPr dirty="0"/>
          </a:p>
        </p:txBody>
      </p:sp>
      <p:sp>
        <p:nvSpPr>
          <p:cNvPr id="82" name="Google Shape;82;p6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vert="horz" wrap="square" lIns="68569" tIns="34275" rIns="68569" bIns="34275" numCol="1" anchor="b" anchorCtr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0"/>
              </a:spcBef>
            </a:pPr>
            <a:endParaRPr/>
          </a:p>
        </p:txBody>
      </p:sp>
      <p:sp>
        <p:nvSpPr>
          <p:cNvPr id="81" name="Google Shape;81;p6"/>
          <p:cNvSpPr txBox="1">
            <a:spLocks noGrp="1"/>
          </p:cNvSpPr>
          <p:nvPr>
            <p:ph type="sldNum" idx="4294967295"/>
          </p:nvPr>
        </p:nvSpPr>
        <p:spPr>
          <a:xfrm>
            <a:off x="6604000" y="6419850"/>
            <a:ext cx="2540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algn="r"/>
            <a:fld id="{00000000-1234-1234-1234-123412341234}" type="slidenum">
              <a:rPr lang="en-US" smtClean="0"/>
              <a:pPr algn="r"/>
              <a:t>9</a:t>
            </a:fld>
            <a:endParaRPr/>
          </a:p>
        </p:txBody>
      </p:sp>
      <p:graphicFrame>
        <p:nvGraphicFramePr>
          <p:cNvPr id="83" name="Google Shape;83;p6"/>
          <p:cNvGraphicFramePr/>
          <p:nvPr>
            <p:extLst>
              <p:ext uri="{D42A27DB-BD31-4B8C-83A1-F6EECF244321}">
                <p14:modId xmlns:p14="http://schemas.microsoft.com/office/powerpoint/2010/main" val="833197202"/>
              </p:ext>
            </p:extLst>
          </p:nvPr>
        </p:nvGraphicFramePr>
        <p:xfrm>
          <a:off x="4329113" y="3028946"/>
          <a:ext cx="2684156" cy="800108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26841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757252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 dirty="0"/>
                        <a:t>let str = "Hello";</a:t>
                      </a:r>
                      <a:endParaRPr sz="1200"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 dirty="0"/>
                        <a:t>let pi = 3.14;</a:t>
                      </a:r>
                      <a:endParaRPr sz="1200"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 dirty="0"/>
                        <a:t>let isTrue = true;</a:t>
                      </a:r>
                      <a:endParaRPr sz="1200"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 dirty="0"/>
                        <a:t>let obj = {name : "Alice", age : 25 };</a:t>
                      </a:r>
                      <a:endParaRPr sz="1200" u="none" strike="noStrike" cap="none" dirty="0"/>
                    </a:p>
                  </a:txBody>
                  <a:tcPr marL="68588" marR="68588" marT="34294" marB="34294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4" name="Google Shape;84;p6"/>
          <p:cNvGraphicFramePr/>
          <p:nvPr>
            <p:extLst>
              <p:ext uri="{D42A27DB-BD31-4B8C-83A1-F6EECF244321}">
                <p14:modId xmlns:p14="http://schemas.microsoft.com/office/powerpoint/2010/main" val="3676741084"/>
              </p:ext>
            </p:extLst>
          </p:nvPr>
        </p:nvGraphicFramePr>
        <p:xfrm>
          <a:off x="1281113" y="4725144"/>
          <a:ext cx="6096000" cy="982988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609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911972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u="none" strike="noStrike" cap="none" dirty="0"/>
                        <a:t>console.log(</a:t>
                      </a:r>
                      <a:r>
                        <a:rPr lang="en-US" sz="1200" b="1" u="none" strike="noStrike" cap="none" dirty="0"/>
                        <a:t>typeof </a:t>
                      </a:r>
                      <a:r>
                        <a:rPr lang="en-US" sz="1200" b="0" u="none" strike="noStrike" cap="none" dirty="0"/>
                        <a:t>str);  //"string"</a:t>
                      </a:r>
                      <a:endParaRPr sz="1200" dirty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u="none" strike="noStrike" cap="none" dirty="0"/>
                        <a:t>console.log(</a:t>
                      </a:r>
                      <a:r>
                        <a:rPr lang="en-US" sz="1200" b="1" u="none" strike="noStrike" cap="none" dirty="0"/>
                        <a:t>typeof</a:t>
                      </a:r>
                      <a:r>
                        <a:rPr lang="en-US" sz="1200" b="0" u="none" strike="noStrike" cap="none" dirty="0"/>
                        <a:t> num);  //"number"</a:t>
                      </a:r>
                      <a:endParaRPr sz="1200" dirty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u="none" strike="noStrike" cap="none" dirty="0"/>
                        <a:t>console.log(</a:t>
                      </a:r>
                      <a:r>
                        <a:rPr lang="en-US" sz="1200" b="1" u="none" strike="noStrike" cap="none" dirty="0"/>
                        <a:t>typeof </a:t>
                      </a:r>
                      <a:r>
                        <a:rPr lang="en-US" sz="1200" b="0" u="none" strike="noStrike" cap="none" dirty="0"/>
                        <a:t>isTrue);  //"boolean"</a:t>
                      </a:r>
                      <a:endParaRPr sz="1200" dirty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u="none" strike="noStrike" cap="none" dirty="0"/>
                        <a:t>console.log(</a:t>
                      </a:r>
                      <a:r>
                        <a:rPr lang="en-US" sz="1200" b="1" u="none" strike="noStrike" cap="none" dirty="0"/>
                        <a:t>typeof</a:t>
                      </a:r>
                      <a:r>
                        <a:rPr lang="en-US" sz="1200" b="0" u="none" strike="noStrike" cap="none" dirty="0"/>
                        <a:t> obj);  //"object"</a:t>
                      </a:r>
                      <a:endParaRPr sz="1200" dirty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u="none" strike="noStrike" cap="none" dirty="0"/>
                        <a:t>console.log(</a:t>
                      </a:r>
                      <a:r>
                        <a:rPr lang="en-US" sz="1200" b="1" u="none" strike="noStrike" cap="none" dirty="0"/>
                        <a:t>typeof</a:t>
                      </a:r>
                      <a:r>
                        <a:rPr lang="en-US" sz="1200" b="0" u="none" strike="noStrike" cap="none" dirty="0"/>
                        <a:t> greet);  //"function"</a:t>
                      </a:r>
                      <a:endParaRPr sz="1200" b="0" u="none" strike="noStrike" cap="none" dirty="0"/>
                    </a:p>
                  </a:txBody>
                  <a:tcPr marL="68588" marR="68588" marT="34294" marB="34294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E2EC3F7-0F6A-0382-296D-3D1F950FA5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자바스크립트에서는 데이터 타입을 변환할 수 있습니다</a:t>
            </a:r>
            <a:r>
              <a:rPr lang="en-US" altLang="ko-KR" dirty="0"/>
              <a:t>.</a:t>
            </a:r>
          </a:p>
          <a:p>
            <a:pPr lvl="1"/>
            <a:r>
              <a:rPr lang="ko-KR" altLang="en-US" b="1" dirty="0"/>
              <a:t>명시적 변환</a:t>
            </a:r>
          </a:p>
          <a:p>
            <a:endParaRPr lang="ko-KR" altLang="en-US" dirty="0"/>
          </a:p>
          <a:p>
            <a:endParaRPr lang="ko-KR" altLang="en-US" dirty="0"/>
          </a:p>
          <a:p>
            <a:endParaRPr lang="ko-KR" altLang="en-US" dirty="0"/>
          </a:p>
          <a:p>
            <a:pPr lvl="1"/>
            <a:r>
              <a:rPr lang="ko-KR" altLang="en-US" b="1" dirty="0"/>
              <a:t>암묵적 변환</a:t>
            </a:r>
          </a:p>
          <a:p>
            <a:endParaRPr lang="ko-KR" altLang="en-US" dirty="0"/>
          </a:p>
          <a:p>
            <a:endParaRPr lang="ko-KR" altLang="en-US" dirty="0"/>
          </a:p>
          <a:p>
            <a:endParaRPr lang="ko-KR" altLang="en-US" dirty="0"/>
          </a:p>
          <a:p>
            <a:endParaRPr lang="ko-KR" altLang="en-US" dirty="0"/>
          </a:p>
        </p:txBody>
      </p:sp>
      <p:sp>
        <p:nvSpPr>
          <p:cNvPr id="89" name="Google Shape;89;p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vert="horz" wrap="square" lIns="68569" tIns="34275" rIns="68569" bIns="34275" numCol="1" anchor="t" anchorCtr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자바스크립트 </a:t>
            </a:r>
            <a:r>
              <a:rPr lang="en-US" dirty="0" err="1"/>
              <a:t>기본문법</a:t>
            </a:r>
            <a:r>
              <a:rPr lang="en-US" dirty="0"/>
              <a:t>(4)</a:t>
            </a:r>
            <a:br>
              <a:rPr lang="en-US" dirty="0"/>
            </a:br>
            <a:r>
              <a:rPr lang="en-US" dirty="0"/>
              <a:t>							형변환 </a:t>
            </a:r>
            <a:endParaRPr dirty="0"/>
          </a:p>
        </p:txBody>
      </p:sp>
      <p:sp>
        <p:nvSpPr>
          <p:cNvPr id="92" name="Google Shape;92;p7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vert="horz" wrap="square" lIns="68569" tIns="34275" rIns="68569" bIns="34275" numCol="1" anchor="b" anchorCtr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0"/>
              </a:spcBef>
            </a:pPr>
            <a:endParaRPr/>
          </a:p>
        </p:txBody>
      </p:sp>
      <p:sp>
        <p:nvSpPr>
          <p:cNvPr id="91" name="Google Shape;91;p7"/>
          <p:cNvSpPr txBox="1">
            <a:spLocks noGrp="1"/>
          </p:cNvSpPr>
          <p:nvPr>
            <p:ph type="sldNum" idx="4294967295"/>
          </p:nvPr>
        </p:nvSpPr>
        <p:spPr>
          <a:xfrm>
            <a:off x="6604000" y="6419850"/>
            <a:ext cx="2540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algn="r"/>
            <a:fld id="{00000000-1234-1234-1234-123412341234}" type="slidenum">
              <a:rPr lang="en-US" smtClean="0"/>
              <a:pPr algn="r"/>
              <a:t>10</a:t>
            </a:fld>
            <a:endParaRPr/>
          </a:p>
        </p:txBody>
      </p:sp>
      <p:graphicFrame>
        <p:nvGraphicFramePr>
          <p:cNvPr id="93" name="Google Shape;93;p7"/>
          <p:cNvGraphicFramePr/>
          <p:nvPr>
            <p:extLst>
              <p:ext uri="{D42A27DB-BD31-4B8C-83A1-F6EECF244321}">
                <p14:modId xmlns:p14="http://schemas.microsoft.com/office/powerpoint/2010/main" val="4275832588"/>
              </p:ext>
            </p:extLst>
          </p:nvPr>
        </p:nvGraphicFramePr>
        <p:xfrm>
          <a:off x="1281113" y="2178741"/>
          <a:ext cx="6096000" cy="800108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609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17228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/>
                        <a:t>let</a:t>
                      </a:r>
                      <a:r>
                        <a:rPr lang="en-US" sz="1600" b="0" u="none" strike="noStrike" cap="none" dirty="0"/>
                        <a:t> numStr = "123";</a:t>
                      </a:r>
                      <a:endParaRPr sz="1600" dirty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/>
                        <a:t>let</a:t>
                      </a:r>
                      <a:r>
                        <a:rPr lang="en-US" sz="1600" b="0" u="none" strike="noStrike" cap="none" dirty="0"/>
                        <a:t> num = Number(numStr); //</a:t>
                      </a:r>
                      <a:r>
                        <a:rPr lang="en-US" sz="1600" b="0" u="none" strike="noStrike" cap="none" dirty="0" err="1"/>
                        <a:t>문자열</a:t>
                      </a:r>
                      <a:r>
                        <a:rPr lang="en-US" sz="1600" b="0" u="none" strike="noStrike" cap="none" dirty="0"/>
                        <a:t> -&gt; </a:t>
                      </a:r>
                      <a:r>
                        <a:rPr lang="en-US" sz="1600" b="0" u="none" strike="noStrike" cap="none" dirty="0" err="1"/>
                        <a:t>숫자</a:t>
                      </a:r>
                      <a:endParaRPr sz="1600" b="0" u="none" strike="noStrike" cap="none" dirty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u="none" strike="noStrike" cap="none" dirty="0"/>
                        <a:t>console.log(num); //123</a:t>
                      </a:r>
                      <a:endParaRPr sz="1600" b="0" u="none" strike="noStrike" cap="none" dirty="0"/>
                    </a:p>
                  </a:txBody>
                  <a:tcPr marL="68588" marR="68588" marT="34294" marB="34294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94" name="Google Shape;94;p7"/>
          <p:cNvGraphicFramePr/>
          <p:nvPr>
            <p:extLst>
              <p:ext uri="{D42A27DB-BD31-4B8C-83A1-F6EECF244321}">
                <p14:modId xmlns:p14="http://schemas.microsoft.com/office/powerpoint/2010/main" val="2073141890"/>
              </p:ext>
            </p:extLst>
          </p:nvPr>
        </p:nvGraphicFramePr>
        <p:xfrm>
          <a:off x="1281113" y="4005064"/>
          <a:ext cx="6096000" cy="556268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609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34348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/>
                        <a:t>let</a:t>
                      </a:r>
                      <a:r>
                        <a:rPr lang="en-US" sz="1600" b="0" u="none" strike="noStrike" cap="none" dirty="0"/>
                        <a:t> result = "10" + 5; //</a:t>
                      </a:r>
                      <a:r>
                        <a:rPr lang="en-US" sz="1600" b="0" u="none" strike="noStrike" cap="none" dirty="0" err="1"/>
                        <a:t>숫자가</a:t>
                      </a:r>
                      <a:r>
                        <a:rPr lang="en-US" sz="1600" b="0" u="none" strike="noStrike" cap="none" dirty="0"/>
                        <a:t> </a:t>
                      </a:r>
                      <a:r>
                        <a:rPr lang="en-US" sz="1600" b="0" u="none" strike="noStrike" cap="none" dirty="0" err="1"/>
                        <a:t>문자열로</a:t>
                      </a:r>
                      <a:r>
                        <a:rPr lang="en-US" sz="1600" b="0" u="none" strike="noStrike" cap="none" dirty="0"/>
                        <a:t> </a:t>
                      </a:r>
                      <a:r>
                        <a:rPr lang="en-US" sz="1600" b="0" u="none" strike="noStrike" cap="none" dirty="0" err="1"/>
                        <a:t>변환됨</a:t>
                      </a:r>
                      <a:endParaRPr sz="1600" b="0" u="none" strike="noStrike" cap="none" dirty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u="none" strike="noStrike" cap="none" dirty="0"/>
                        <a:t>console.log(result); //"105"</a:t>
                      </a:r>
                      <a:endParaRPr sz="1600" b="0" u="none" strike="noStrike" cap="none" dirty="0"/>
                    </a:p>
                  </a:txBody>
                  <a:tcPr marL="68588" marR="68588" marT="34294" marB="34294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C506A48-2306-3A79-3A54-0613298849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자바스크립트 </a:t>
            </a:r>
            <a:r>
              <a:rPr lang="en-US" altLang="ko-KR" dirty="0" err="1"/>
              <a:t>기본문법</a:t>
            </a:r>
            <a:r>
              <a:rPr lang="en-US" altLang="ko-KR" dirty="0"/>
              <a:t>(5)</a:t>
            </a:r>
            <a:br>
              <a:rPr lang="en-US" altLang="ko-KR" dirty="0"/>
            </a:br>
            <a:r>
              <a:rPr lang="en-US" altLang="ko-KR" dirty="0"/>
              <a:t>						</a:t>
            </a:r>
            <a:r>
              <a:rPr lang="ko-KR" altLang="en-US" dirty="0"/>
              <a:t>예제</a:t>
            </a:r>
            <a:r>
              <a:rPr lang="en-US" altLang="ko-KR" dirty="0"/>
              <a:t>4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F25E1F9-3CE4-5A68-DDF1-05AEC9D8611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753E709-C6A3-4DBD-82F7-6E5ED028B16F}" type="slidenum">
              <a:rPr lang="en-US" altLang="ko-KR" smtClean="0"/>
              <a:pPr>
                <a:defRPr/>
              </a:pPr>
              <a:t>11</a:t>
            </a:fld>
            <a:endParaRPr lang="en-US" altLang="ko-KR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6D74DB2-C9FE-7D0A-2B1F-1EE5BBF3D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ko-KR" altLang="en-US" dirty="0"/>
          </a:p>
        </p:txBody>
      </p:sp>
      <p:graphicFrame>
        <p:nvGraphicFramePr>
          <p:cNvPr id="6" name="Google Shape;73;p5">
            <a:extLst>
              <a:ext uri="{FF2B5EF4-FFF2-40B4-BE49-F238E27FC236}">
                <a16:creationId xmlns:a16="http://schemas.microsoft.com/office/drawing/2014/main" id="{5F43C162-8DA1-ACB4-3DE0-134738679F7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91391514"/>
              </p:ext>
            </p:extLst>
          </p:nvPr>
        </p:nvGraphicFramePr>
        <p:xfrm>
          <a:off x="539552" y="1268760"/>
          <a:ext cx="3672408" cy="3924308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36724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57185">
                <a:tc>
                  <a:txBody>
                    <a:bodyPr/>
                    <a:lstStyle/>
                    <a:p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&lt;!DOCTYPE html&gt;</a:t>
                      </a:r>
                    </a:p>
                    <a:p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&lt;html&gt;</a:t>
                      </a:r>
                    </a:p>
                    <a:p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&lt;head&gt;</a:t>
                      </a:r>
                    </a:p>
                    <a:p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&lt;meta charset="UTF-8"&gt;</a:t>
                      </a:r>
                    </a:p>
                    <a:p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&lt;title&gt;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예제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4&lt;/title&gt;</a:t>
                      </a:r>
                    </a:p>
                    <a:p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&lt;script&gt;</a:t>
                      </a:r>
                    </a:p>
                    <a:p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</a:t>
                      </a:r>
                      <a:r>
                        <a:rPr lang="en-US" altLang="ko-KR" sz="11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let x;</a:t>
                      </a:r>
                    </a:p>
                    <a:p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document.write(x+"&lt;br&gt;");</a:t>
                      </a:r>
                    </a:p>
                    <a:p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document.write(</a:t>
                      </a:r>
                      <a:r>
                        <a:rPr lang="en-US" altLang="ko-KR" sz="11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typeof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x+"&lt;br&gt;&lt;br&gt;");</a:t>
                      </a:r>
                    </a:p>
                    <a:p>
                      <a:endParaRPr lang="en-US" altLang="ko-KR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</a:t>
                      </a:r>
                      <a:r>
                        <a:rPr lang="en-US" altLang="ko-KR" sz="11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x = 100;</a:t>
                      </a:r>
                    </a:p>
                    <a:p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document.write(x+"&lt;br&gt;");</a:t>
                      </a:r>
                    </a:p>
                    <a:p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document.write(</a:t>
                      </a:r>
                      <a:r>
                        <a:rPr lang="en-US" altLang="ko-KR" sz="11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typeof 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x+"&lt;br&gt;&lt;br&gt;");</a:t>
                      </a:r>
                    </a:p>
                    <a:p>
                      <a:endParaRPr lang="en-US" altLang="ko-KR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altLang="ko-KR" sz="11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x = "</a:t>
                      </a:r>
                      <a:r>
                        <a:rPr lang="ko-KR" altLang="en-US" sz="11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홍길동</a:t>
                      </a:r>
                      <a:r>
                        <a:rPr lang="en-US" altLang="ko-KR" sz="11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";</a:t>
                      </a:r>
                    </a:p>
                    <a:p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document.write(x+"&lt;br&gt;");</a:t>
                      </a:r>
                    </a:p>
                    <a:p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document.write(</a:t>
                      </a:r>
                      <a:r>
                        <a:rPr lang="en-US" altLang="ko-KR" sz="11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typeof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x+"&lt;br&gt;&lt;br&gt;");</a:t>
                      </a:r>
                    </a:p>
                    <a:p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&lt;/script&gt;</a:t>
                      </a:r>
                    </a:p>
                    <a:p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&lt;/head&gt;</a:t>
                      </a:r>
                    </a:p>
                    <a:p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&lt;body&gt;</a:t>
                      </a:r>
                    </a:p>
                    <a:p>
                      <a:endParaRPr lang="en-US" altLang="ko-KR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&lt;/body&gt;</a:t>
                      </a:r>
                    </a:p>
                    <a:p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&lt;/html&gt;</a:t>
                      </a:r>
                    </a:p>
                  </a:txBody>
                  <a:tcPr marL="68588" marR="68588" marT="34294" marB="34294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8" name="그림 7">
            <a:extLst>
              <a:ext uri="{FF2B5EF4-FFF2-40B4-BE49-F238E27FC236}">
                <a16:creationId xmlns:a16="http://schemas.microsoft.com/office/drawing/2014/main" id="{2CCE0493-9752-6708-D2FA-9E418BAEEE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4625" y="1268760"/>
            <a:ext cx="1857375" cy="3162300"/>
          </a:xfrm>
          <a:prstGeom prst="rect">
            <a:avLst/>
          </a:prstGeom>
          <a:ln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40484075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C48823-3200-99F9-31F1-F6475D683D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D965190-2185-CA5B-4264-3E0CD57227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자바스크립트 </a:t>
            </a:r>
            <a:r>
              <a:rPr lang="en-US" altLang="ko-KR" dirty="0" err="1"/>
              <a:t>기본문법</a:t>
            </a:r>
            <a:r>
              <a:rPr lang="en-US" altLang="ko-KR" dirty="0"/>
              <a:t>(6)</a:t>
            </a:r>
            <a:br>
              <a:rPr lang="en-US" altLang="ko-KR" dirty="0"/>
            </a:br>
            <a:r>
              <a:rPr lang="en-US" altLang="ko-KR" dirty="0"/>
              <a:t>						</a:t>
            </a:r>
            <a:r>
              <a:rPr lang="ko-KR" altLang="en-US" dirty="0"/>
              <a:t>예제</a:t>
            </a:r>
            <a:r>
              <a:rPr lang="en-US" altLang="ko-KR" dirty="0"/>
              <a:t>5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5A3DAA2-2ED7-AA2E-5307-05A33277898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753E709-C6A3-4DBD-82F7-6E5ED028B16F}" type="slidenum">
              <a:rPr lang="en-US" altLang="ko-KR" smtClean="0"/>
              <a:pPr>
                <a:defRPr/>
              </a:pPr>
              <a:t>12</a:t>
            </a:fld>
            <a:endParaRPr lang="en-US" altLang="ko-KR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C2F3E1D-FA59-7CBF-EDCD-F03903A66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ko-KR" altLang="en-US" dirty="0"/>
          </a:p>
        </p:txBody>
      </p:sp>
      <p:graphicFrame>
        <p:nvGraphicFramePr>
          <p:cNvPr id="6" name="Google Shape;73;p5">
            <a:extLst>
              <a:ext uri="{FF2B5EF4-FFF2-40B4-BE49-F238E27FC236}">
                <a16:creationId xmlns:a16="http://schemas.microsoft.com/office/drawing/2014/main" id="{220DDDB4-EA7A-1F67-C2DF-FA5CA10E6C8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15202818"/>
              </p:ext>
            </p:extLst>
          </p:nvPr>
        </p:nvGraphicFramePr>
        <p:xfrm>
          <a:off x="539552" y="1268760"/>
          <a:ext cx="4824536" cy="3695708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48245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57185">
                <a:tc>
                  <a:txBody>
                    <a:bodyPr/>
                    <a:lstStyle/>
                    <a:p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&lt;!DOCTYPE html&gt;</a:t>
                      </a:r>
                    </a:p>
                    <a:p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&lt;html&gt;</a:t>
                      </a:r>
                    </a:p>
                    <a:p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&lt;head&gt;</a:t>
                      </a:r>
                    </a:p>
                    <a:p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&lt;meta charset="UTF-8"&gt;</a:t>
                      </a:r>
                    </a:p>
                    <a:p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&lt;title&gt;</a:t>
                      </a:r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예제</a:t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5&lt;/title&gt;</a:t>
                      </a:r>
                    </a:p>
                    <a:p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&lt;/head&gt;</a:t>
                      </a:r>
                    </a:p>
                    <a:p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&lt;body&gt;</a:t>
                      </a:r>
                    </a:p>
                    <a:p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&lt;script&gt;</a:t>
                      </a:r>
                    </a:p>
                    <a:p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let s = "Hello World";</a:t>
                      </a:r>
                    </a:p>
                    <a:p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let t = "How are you" + " today?";</a:t>
                      </a:r>
                    </a:p>
                    <a:p>
                      <a:endParaRPr lang="en-US" altLang="ko-KR" sz="14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document.write(s + "&lt;br&gt;");</a:t>
                      </a:r>
                    </a:p>
                    <a:p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document.write(t + "&lt;br&gt;");</a:t>
                      </a:r>
                    </a:p>
                    <a:p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document.write(</a:t>
                      </a:r>
                      <a:r>
                        <a:rPr lang="en-US" altLang="ko-KR" sz="1400" b="1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s.toUpperCase</a:t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() + "&lt;br&gt;");</a:t>
                      </a:r>
                    </a:p>
                    <a:p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&lt;/script&gt;</a:t>
                      </a:r>
                    </a:p>
                    <a:p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&lt;/body&gt;</a:t>
                      </a:r>
                    </a:p>
                    <a:p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&lt;/html&gt;</a:t>
                      </a:r>
                    </a:p>
                  </a:txBody>
                  <a:tcPr marL="68588" marR="68588" marT="34294" marB="34294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7" name="그림 6">
            <a:extLst>
              <a:ext uri="{FF2B5EF4-FFF2-40B4-BE49-F238E27FC236}">
                <a16:creationId xmlns:a16="http://schemas.microsoft.com/office/drawing/2014/main" id="{474C286F-AA91-F353-D464-10FFA287C0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6023" y="1268760"/>
            <a:ext cx="2638425" cy="1362075"/>
          </a:xfrm>
          <a:prstGeom prst="rect">
            <a:avLst/>
          </a:prstGeom>
          <a:ln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485374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64CA950-90BE-4D29-7C2E-76D8A049AF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자바스크립트 기본문법</a:t>
            </a:r>
            <a:r>
              <a:rPr lang="en-US" altLang="ko-KR" dirty="0"/>
              <a:t>(6)</a:t>
            </a:r>
            <a:br>
              <a:rPr lang="en-US" altLang="ko-KR" dirty="0"/>
            </a:br>
            <a:r>
              <a:rPr lang="en-US" altLang="ko-KR" dirty="0"/>
              <a:t>						</a:t>
            </a:r>
            <a:r>
              <a:rPr lang="ko-KR" altLang="en-US" dirty="0"/>
              <a:t>객체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2BDD4AF-04E4-BF2A-F52B-8A1BFEC172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500" y="1152525"/>
            <a:ext cx="7772400" cy="1700411"/>
          </a:xfrm>
        </p:spPr>
        <p:txBody>
          <a:bodyPr/>
          <a:lstStyle/>
          <a:p>
            <a:r>
              <a:rPr lang="ko-KR" altLang="en-US" b="1" dirty="0"/>
              <a:t>객체형</a:t>
            </a:r>
            <a:endParaRPr lang="en-US" altLang="ko-KR" b="1" dirty="0"/>
          </a:p>
          <a:p>
            <a:pPr lvl="1"/>
            <a:r>
              <a:rPr lang="ko-KR" altLang="en-US" dirty="0"/>
              <a:t>기본 데이터 타입을 제외하면 모두 객체형이다</a:t>
            </a:r>
            <a:r>
              <a:rPr lang="en-US" altLang="ko-KR" dirty="0"/>
              <a:t>.</a:t>
            </a:r>
          </a:p>
          <a:p>
            <a:pPr lvl="2"/>
            <a:r>
              <a:rPr lang="ko-KR" altLang="en-US" dirty="0"/>
              <a:t>객체는 사물의 속성과 동작을 묶어서 표현하는 기법 중의 하나이다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66902CD-326B-EB53-F7C7-0AD9C7BF157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753E709-C6A3-4DBD-82F7-6E5ED028B16F}" type="slidenum">
              <a:rPr lang="en-US" altLang="ko-KR" smtClean="0"/>
              <a:pPr>
                <a:defRPr/>
              </a:pPr>
              <a:t>13</a:t>
            </a:fld>
            <a:endParaRPr lang="en-US" altLang="ko-KR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E0A36E6-D9BE-8965-CA4D-B7F9A131C5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ko-KR" altLang="en-US" dirty="0"/>
          </a:p>
        </p:txBody>
      </p:sp>
      <p:graphicFrame>
        <p:nvGraphicFramePr>
          <p:cNvPr id="6" name="Google Shape;73;p5">
            <a:extLst>
              <a:ext uri="{FF2B5EF4-FFF2-40B4-BE49-F238E27FC236}">
                <a16:creationId xmlns:a16="http://schemas.microsoft.com/office/drawing/2014/main" id="{A439F089-E193-A568-23F0-3A32CF0D3C3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12063403"/>
              </p:ext>
            </p:extLst>
          </p:nvPr>
        </p:nvGraphicFramePr>
        <p:xfrm>
          <a:off x="1691680" y="2852937"/>
          <a:ext cx="6048672" cy="34925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60486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49250">
                <a:tc>
                  <a:txBody>
                    <a:bodyPr/>
                    <a:lstStyle/>
                    <a:p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let</a:t>
                      </a:r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parson = { name : “bob”, age : 15, gender : “man”, country : “USA” };</a:t>
                      </a:r>
                    </a:p>
                  </a:txBody>
                  <a:tcPr marL="68588" marR="68588" marT="34294" marB="34294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" name="Google Shape;73;p5">
            <a:extLst>
              <a:ext uri="{FF2B5EF4-FFF2-40B4-BE49-F238E27FC236}">
                <a16:creationId xmlns:a16="http://schemas.microsoft.com/office/drawing/2014/main" id="{0089380E-23DC-56D6-C799-49421298518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08256134"/>
              </p:ext>
            </p:extLst>
          </p:nvPr>
        </p:nvGraphicFramePr>
        <p:xfrm>
          <a:off x="1691680" y="3426260"/>
          <a:ext cx="6048672" cy="922028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60486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49250">
                <a:tc>
                  <a:txBody>
                    <a:bodyPr/>
                    <a:lstStyle/>
                    <a:p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document.write(parson.name + “&lt;br&gt;”);</a:t>
                      </a:r>
                    </a:p>
                    <a:p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document.write(</a:t>
                      </a:r>
                      <a:r>
                        <a:rPr lang="en-US" altLang="ko-KR" sz="14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parson.age</a:t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+ “&lt;br&gt;”);</a:t>
                      </a:r>
                    </a:p>
                    <a:p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document.write(</a:t>
                      </a:r>
                      <a:r>
                        <a:rPr lang="en-US" altLang="ko-KR" sz="14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parson.gender</a:t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+ “&lt;br&gt;”);</a:t>
                      </a:r>
                    </a:p>
                    <a:p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document.write(</a:t>
                      </a:r>
                      <a:r>
                        <a:rPr lang="en-US" altLang="ko-KR" sz="14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parson.country</a:t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+ “&lt;br&gt;”);</a:t>
                      </a:r>
                    </a:p>
                  </a:txBody>
                  <a:tcPr marL="68588" marR="68588" marT="34294" marB="34294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9" name="그림 8">
            <a:extLst>
              <a:ext uri="{FF2B5EF4-FFF2-40B4-BE49-F238E27FC236}">
                <a16:creationId xmlns:a16="http://schemas.microsoft.com/office/drawing/2014/main" id="{97B9990A-FA25-EAE8-546E-C420DAE2AA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3477" y="4572361"/>
            <a:ext cx="1666875" cy="1657350"/>
          </a:xfrm>
          <a:prstGeom prst="rect">
            <a:avLst/>
          </a:prstGeom>
          <a:ln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11142388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7B45E4D-C2CD-88A0-A786-9D38338E99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sz="1400" b="1" dirty="0"/>
              <a:t>조건문</a:t>
            </a:r>
          </a:p>
          <a:p>
            <a:pPr lvl="1"/>
            <a:r>
              <a:rPr lang="ko-KR" altLang="en-US" sz="1400" dirty="0"/>
              <a:t>조건문은 주어진 조건에 따라 서로 다른 코드를 실행하는데 사용된다</a:t>
            </a:r>
            <a:r>
              <a:rPr lang="en-US" altLang="ko-KR" sz="1400" dirty="0"/>
              <a:t>.</a:t>
            </a:r>
          </a:p>
          <a:p>
            <a:pPr lvl="1"/>
            <a:r>
              <a:rPr lang="en-US" altLang="ko-KR" sz="1400" b="1" dirty="0"/>
              <a:t>if/else </a:t>
            </a:r>
            <a:r>
              <a:rPr lang="ko-KR" altLang="en-US" sz="1400" dirty="0"/>
              <a:t>문은 가장 기본이 되는 조건문</a:t>
            </a:r>
          </a:p>
          <a:p>
            <a:endParaRPr lang="ko-KR" altLang="en-US" sz="1400" dirty="0"/>
          </a:p>
          <a:p>
            <a:endParaRPr lang="ko-KR" altLang="en-US" sz="1400" dirty="0"/>
          </a:p>
          <a:p>
            <a:endParaRPr lang="ko-KR" altLang="en-US" sz="1400" dirty="0"/>
          </a:p>
          <a:p>
            <a:endParaRPr lang="ko-KR" altLang="en-US" sz="1400" dirty="0"/>
          </a:p>
          <a:p>
            <a:endParaRPr lang="ko-KR" altLang="en-US" sz="1400" dirty="0"/>
          </a:p>
          <a:p>
            <a:endParaRPr lang="en-US" altLang="ko-KR" sz="1400" dirty="0"/>
          </a:p>
          <a:p>
            <a:endParaRPr lang="en-US" altLang="ko-KR" sz="1400" dirty="0"/>
          </a:p>
          <a:p>
            <a:r>
              <a:rPr lang="ko-KR" altLang="en-US" sz="1400" b="1" dirty="0"/>
              <a:t>삼항 연산자</a:t>
            </a:r>
          </a:p>
          <a:p>
            <a:pPr lvl="1"/>
            <a:r>
              <a:rPr lang="ko-KR" altLang="en-US" sz="1200" dirty="0"/>
              <a:t>간단한 조건문 표현</a:t>
            </a:r>
          </a:p>
          <a:p>
            <a:endParaRPr lang="ko-KR" altLang="en-US" dirty="0"/>
          </a:p>
        </p:txBody>
      </p:sp>
      <p:sp>
        <p:nvSpPr>
          <p:cNvPr id="99" name="Google Shape;99;p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vert="horz" wrap="square" lIns="68569" tIns="34275" rIns="68569" bIns="34275" numCol="1" anchor="t" anchorCtr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ko-KR" altLang="en-US" dirty="0"/>
              <a:t>자바스크립트에서 </a:t>
            </a:r>
            <a:r>
              <a:rPr lang="en-US" dirty="0"/>
              <a:t>제어문 </a:t>
            </a:r>
            <a:r>
              <a:rPr lang="ko-KR" altLang="en-US" dirty="0"/>
              <a:t>사용하기</a:t>
            </a:r>
            <a:r>
              <a:rPr lang="en-US" altLang="ko-KR" dirty="0"/>
              <a:t>(1)</a:t>
            </a:r>
            <a:br>
              <a:rPr lang="en-US" dirty="0"/>
            </a:br>
            <a:r>
              <a:rPr lang="en-US" dirty="0"/>
              <a:t>				조건문 – if-else/</a:t>
            </a:r>
            <a:r>
              <a:rPr lang="ko-KR" altLang="en-US" dirty="0"/>
              <a:t>삼항 연산자</a:t>
            </a:r>
            <a:endParaRPr dirty="0"/>
          </a:p>
        </p:txBody>
      </p:sp>
      <p:sp>
        <p:nvSpPr>
          <p:cNvPr id="102" name="Google Shape;102;p8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vert="horz" wrap="square" lIns="68569" tIns="34275" rIns="68569" bIns="34275" numCol="1" anchor="b" anchorCtr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0"/>
              </a:spcBef>
            </a:pPr>
            <a:endParaRPr/>
          </a:p>
        </p:txBody>
      </p:sp>
      <p:sp>
        <p:nvSpPr>
          <p:cNvPr id="101" name="Google Shape;101;p8"/>
          <p:cNvSpPr txBox="1">
            <a:spLocks noGrp="1"/>
          </p:cNvSpPr>
          <p:nvPr>
            <p:ph type="sldNum" idx="4294967295"/>
          </p:nvPr>
        </p:nvSpPr>
        <p:spPr>
          <a:xfrm>
            <a:off x="6604000" y="6419850"/>
            <a:ext cx="2540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algn="r"/>
            <a:fld id="{00000000-1234-1234-1234-123412341234}" type="slidenum">
              <a:rPr lang="en-US" smtClean="0"/>
              <a:pPr algn="r"/>
              <a:t>14</a:t>
            </a:fld>
            <a:endParaRPr/>
          </a:p>
        </p:txBody>
      </p:sp>
      <p:graphicFrame>
        <p:nvGraphicFramePr>
          <p:cNvPr id="103" name="Google Shape;103;p8"/>
          <p:cNvGraphicFramePr/>
          <p:nvPr>
            <p:extLst>
              <p:ext uri="{D42A27DB-BD31-4B8C-83A1-F6EECF244321}">
                <p14:modId xmlns:p14="http://schemas.microsoft.com/office/powerpoint/2010/main" val="12154723"/>
              </p:ext>
            </p:extLst>
          </p:nvPr>
        </p:nvGraphicFramePr>
        <p:xfrm>
          <a:off x="1259632" y="2117957"/>
          <a:ext cx="3743531" cy="1775468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37435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257308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/>
                        <a:t>if</a:t>
                      </a:r>
                      <a:r>
                        <a:rPr lang="en-US" sz="1400" b="0" u="none" strike="noStrike" cap="none" dirty="0"/>
                        <a:t> (a &gt; b) </a:t>
                      </a:r>
                      <a:endParaRPr sz="1400" dirty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 dirty="0"/>
                        <a:t>{    </a:t>
                      </a:r>
                      <a:endParaRPr sz="1400" dirty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 dirty="0"/>
                        <a:t>    console.log("a가 b보다 큽니다.");</a:t>
                      </a:r>
                      <a:endParaRPr sz="1400" dirty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 dirty="0"/>
                        <a:t>} </a:t>
                      </a:r>
                      <a:r>
                        <a:rPr lang="en-US" sz="1400" b="1" u="none" strike="noStrike" cap="none" dirty="0"/>
                        <a:t>else if </a:t>
                      </a:r>
                      <a:r>
                        <a:rPr lang="en-US" sz="1400" b="0" u="none" strike="noStrike" cap="none" dirty="0"/>
                        <a:t>(a === b) {    </a:t>
                      </a:r>
                      <a:endParaRPr sz="1400" dirty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 dirty="0"/>
                        <a:t>    console.log("a와 b가 같습니다.");</a:t>
                      </a:r>
                      <a:endParaRPr sz="1400" dirty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 dirty="0"/>
                        <a:t>} </a:t>
                      </a:r>
                      <a:r>
                        <a:rPr lang="en-US" sz="1400" b="1" u="none" strike="noStrike" cap="none" dirty="0"/>
                        <a:t>else</a:t>
                      </a:r>
                      <a:r>
                        <a:rPr lang="en-US" sz="1400" b="0" u="none" strike="noStrike" cap="none" dirty="0"/>
                        <a:t> {    </a:t>
                      </a:r>
                      <a:endParaRPr sz="1400" dirty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 dirty="0"/>
                        <a:t>    console.log("a가 b보다 작습니다.");</a:t>
                      </a:r>
                      <a:endParaRPr sz="1400" dirty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 dirty="0"/>
                        <a:t>}</a:t>
                      </a:r>
                      <a:endParaRPr sz="1400" b="0" u="none" strike="noStrike" cap="none" dirty="0"/>
                    </a:p>
                  </a:txBody>
                  <a:tcPr marL="68588" marR="68588" marT="34294" marB="34294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04" name="Google Shape;104;p8"/>
          <p:cNvGraphicFramePr/>
          <p:nvPr>
            <p:extLst>
              <p:ext uri="{D42A27DB-BD31-4B8C-83A1-F6EECF244321}">
                <p14:modId xmlns:p14="http://schemas.microsoft.com/office/powerpoint/2010/main" val="110900826"/>
              </p:ext>
            </p:extLst>
          </p:nvPr>
        </p:nvGraphicFramePr>
        <p:xfrm>
          <a:off x="1259632" y="4806544"/>
          <a:ext cx="5584771" cy="495308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55847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6882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/>
                        <a:t>const</a:t>
                      </a:r>
                      <a:r>
                        <a:rPr lang="en-US" sz="1400" b="0" u="none" strike="noStrike" cap="none" dirty="0"/>
                        <a:t> result = a &gt; b ? "a가 더 큽니다." : "b가 더 크거나 같습니다.";</a:t>
                      </a:r>
                      <a:endParaRPr sz="1400" dirty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 dirty="0"/>
                        <a:t>console.log(result);</a:t>
                      </a:r>
                      <a:endParaRPr sz="1400" b="0" u="none" strike="noStrike" cap="none" dirty="0"/>
                    </a:p>
                  </a:txBody>
                  <a:tcPr marL="68588" marR="68588" marT="34294" marB="34294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vert="horz" wrap="square" lIns="68569" tIns="34275" rIns="68569" bIns="34275" numCol="1" anchor="t" anchorCtr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ko-KR" altLang="en-US" dirty="0"/>
              <a:t>자바스크립트에서 </a:t>
            </a:r>
            <a:r>
              <a:rPr lang="en-US" altLang="ko-KR" dirty="0"/>
              <a:t>제어문 </a:t>
            </a:r>
            <a:r>
              <a:rPr lang="ko-KR" altLang="en-US" dirty="0"/>
              <a:t>사용하기</a:t>
            </a:r>
            <a:r>
              <a:rPr lang="en-US" altLang="ko-KR" dirty="0"/>
              <a:t>(2)</a:t>
            </a:r>
            <a:br>
              <a:rPr lang="en-US" altLang="ko-KR" dirty="0"/>
            </a:br>
            <a:r>
              <a:rPr lang="en-US" altLang="ko-KR" dirty="0"/>
              <a:t>					</a:t>
            </a:r>
            <a:r>
              <a:rPr lang="en-US" dirty="0"/>
              <a:t>조건문(switch)</a:t>
            </a:r>
            <a:endParaRPr dirty="0"/>
          </a:p>
        </p:txBody>
      </p:sp>
      <p:sp>
        <p:nvSpPr>
          <p:cNvPr id="112" name="Google Shape;112;p9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vert="horz" wrap="square" lIns="68569" tIns="34275" rIns="68569" bIns="34275" numCol="1" anchor="b" anchorCtr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0"/>
              </a:spcBef>
            </a:pPr>
            <a:endParaRPr/>
          </a:p>
        </p:txBody>
      </p:sp>
      <p:sp>
        <p:nvSpPr>
          <p:cNvPr id="111" name="Google Shape;111;p9"/>
          <p:cNvSpPr txBox="1">
            <a:spLocks noGrp="1"/>
          </p:cNvSpPr>
          <p:nvPr>
            <p:ph type="sldNum" idx="4294967295"/>
          </p:nvPr>
        </p:nvSpPr>
        <p:spPr>
          <a:xfrm>
            <a:off x="6604000" y="6419850"/>
            <a:ext cx="2540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algn="r"/>
            <a:fld id="{00000000-1234-1234-1234-123412341234}" type="slidenum">
              <a:rPr lang="en-US" smtClean="0"/>
              <a:pPr algn="r"/>
              <a:t>15</a:t>
            </a:fld>
            <a:endParaRPr/>
          </a:p>
        </p:txBody>
      </p:sp>
      <p:graphicFrame>
        <p:nvGraphicFramePr>
          <p:cNvPr id="113" name="Google Shape;113;p9"/>
          <p:cNvGraphicFramePr/>
          <p:nvPr/>
        </p:nvGraphicFramePr>
        <p:xfrm>
          <a:off x="1071664" y="2257898"/>
          <a:ext cx="6096000" cy="2202188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609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25988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/>
                        <a:t>switch</a:t>
                      </a:r>
                      <a:r>
                        <a:rPr lang="en-US" sz="1400" b="0" u="none" strike="noStrike" cap="none"/>
                        <a:t> (day) {    </a:t>
                      </a:r>
                      <a:endParaRPr sz="140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/>
                        <a:t>      </a:t>
                      </a:r>
                      <a:r>
                        <a:rPr lang="en-US" sz="1400" b="1" u="none" strike="noStrike" cap="none"/>
                        <a:t>case</a:t>
                      </a:r>
                      <a:r>
                        <a:rPr lang="en-US" sz="1400" b="0" u="none" strike="noStrike" cap="none"/>
                        <a:t> 1:        </a:t>
                      </a:r>
                      <a:endParaRPr sz="140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/>
                        <a:t>          console.log("월요일");        </a:t>
                      </a:r>
                      <a:endParaRPr sz="140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/>
                        <a:t>          break;    </a:t>
                      </a:r>
                      <a:endParaRPr sz="140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/>
                        <a:t>      </a:t>
                      </a:r>
                      <a:r>
                        <a:rPr lang="en-US" sz="1400" b="1" u="none" strike="noStrike" cap="none"/>
                        <a:t>case</a:t>
                      </a:r>
                      <a:r>
                        <a:rPr lang="en-US" sz="1400" b="0" u="none" strike="noStrike" cap="none"/>
                        <a:t> 2:        </a:t>
                      </a:r>
                      <a:endParaRPr sz="140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/>
                        <a:t>          console.log("화요일");        </a:t>
                      </a:r>
                      <a:endParaRPr sz="140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/>
                        <a:t>          break;    </a:t>
                      </a:r>
                      <a:endParaRPr sz="140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/>
                        <a:t>      </a:t>
                      </a:r>
                      <a:r>
                        <a:rPr lang="en-US" sz="1400" b="1" u="none" strike="noStrike" cap="none"/>
                        <a:t>default</a:t>
                      </a:r>
                      <a:r>
                        <a:rPr lang="en-US" sz="1400" b="0" u="none" strike="noStrike" cap="none"/>
                        <a:t>:        </a:t>
                      </a:r>
                      <a:endParaRPr sz="140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/>
                        <a:t>          console.log("주말 또는 잘못된 입력");</a:t>
                      </a:r>
                      <a:endParaRPr sz="140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/>
                        <a:t>}</a:t>
                      </a:r>
                      <a:endParaRPr sz="1400" b="0" u="none" strike="noStrike" cap="none"/>
                    </a:p>
                  </a:txBody>
                  <a:tcPr marL="68588" marR="68588" marT="34294" marB="34294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FC049F5-1D4F-C05D-5A2D-C74662C02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조건문</a:t>
            </a:r>
          </a:p>
          <a:p>
            <a:pPr lvl="1"/>
            <a:r>
              <a:rPr lang="en-US" altLang="ko-KR" dirty="0"/>
              <a:t>switch</a:t>
            </a:r>
            <a:r>
              <a:rPr lang="ko-KR" altLang="en-US" dirty="0"/>
              <a:t>문은 여러 경우를 처리할 때 사용된다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56F8E22-73D9-371F-1D22-41412B9557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반복문은 특정 코드를 여러 번 실행할 때 사용된다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for </a:t>
            </a:r>
            <a:r>
              <a:rPr lang="ko-KR" altLang="en-US" dirty="0"/>
              <a:t>문</a:t>
            </a:r>
          </a:p>
          <a:p>
            <a:pPr lvl="1"/>
            <a:r>
              <a:rPr lang="ko-KR" altLang="en-US" dirty="0"/>
              <a:t>고정된 횟수 반복</a:t>
            </a:r>
          </a:p>
          <a:p>
            <a:endParaRPr lang="ko-KR" altLang="en-US" dirty="0"/>
          </a:p>
          <a:p>
            <a:pPr marL="0" indent="0">
              <a:buNone/>
            </a:pPr>
            <a:endParaRPr lang="ko-KR" altLang="en-US" dirty="0"/>
          </a:p>
          <a:p>
            <a:r>
              <a:rPr lang="en-US" altLang="ko-KR" dirty="0"/>
              <a:t>while </a:t>
            </a:r>
            <a:r>
              <a:rPr lang="ko-KR" altLang="en-US" dirty="0"/>
              <a:t>문</a:t>
            </a:r>
          </a:p>
          <a:p>
            <a:pPr lvl="1"/>
            <a:r>
              <a:rPr lang="ko-KR" altLang="en-US" dirty="0"/>
              <a:t>조건이 참인 동안 반복</a:t>
            </a:r>
          </a:p>
        </p:txBody>
      </p:sp>
      <p:sp>
        <p:nvSpPr>
          <p:cNvPr id="118" name="Google Shape;118;p1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vert="horz" wrap="square" lIns="68569" tIns="34275" rIns="68569" bIns="34275" numCol="1" anchor="t" anchorCtr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ko-KR" altLang="en-US" dirty="0"/>
              <a:t>자바스크립트에서 </a:t>
            </a:r>
            <a:r>
              <a:rPr lang="en-US" altLang="ko-KR" dirty="0"/>
              <a:t>제어문 </a:t>
            </a:r>
            <a:r>
              <a:rPr lang="ko-KR" altLang="en-US" dirty="0"/>
              <a:t>사용하기</a:t>
            </a:r>
            <a:r>
              <a:rPr lang="en-US" altLang="ko-KR" dirty="0"/>
              <a:t>(3)</a:t>
            </a:r>
            <a:br>
              <a:rPr lang="en-US" altLang="ko-KR" dirty="0"/>
            </a:br>
            <a:r>
              <a:rPr lang="en-US" altLang="ko-KR" dirty="0"/>
              <a:t>					</a:t>
            </a:r>
            <a:r>
              <a:rPr lang="ko-KR" altLang="en-US" dirty="0"/>
              <a:t>반복문</a:t>
            </a:r>
            <a:r>
              <a:rPr lang="en-US" altLang="ko-KR" dirty="0"/>
              <a:t>(for/while)</a:t>
            </a:r>
            <a:endParaRPr dirty="0"/>
          </a:p>
        </p:txBody>
      </p:sp>
      <p:sp>
        <p:nvSpPr>
          <p:cNvPr id="121" name="Google Shape;121;p10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vert="horz" wrap="square" lIns="68569" tIns="34275" rIns="68569" bIns="34275" numCol="1" anchor="b" anchorCtr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0"/>
              </a:spcBef>
            </a:pPr>
            <a:endParaRPr/>
          </a:p>
        </p:txBody>
      </p:sp>
      <p:sp>
        <p:nvSpPr>
          <p:cNvPr id="120" name="Google Shape;120;p10"/>
          <p:cNvSpPr txBox="1">
            <a:spLocks noGrp="1"/>
          </p:cNvSpPr>
          <p:nvPr>
            <p:ph type="sldNum" idx="4294967295"/>
          </p:nvPr>
        </p:nvSpPr>
        <p:spPr>
          <a:xfrm>
            <a:off x="6604000" y="6419850"/>
            <a:ext cx="2540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algn="r"/>
            <a:fld id="{00000000-1234-1234-1234-123412341234}" type="slidenum">
              <a:rPr lang="en-US" smtClean="0"/>
              <a:pPr algn="r"/>
              <a:t>16</a:t>
            </a:fld>
            <a:endParaRPr/>
          </a:p>
        </p:txBody>
      </p:sp>
      <p:graphicFrame>
        <p:nvGraphicFramePr>
          <p:cNvPr id="122" name="Google Shape;122;p10"/>
          <p:cNvGraphicFramePr/>
          <p:nvPr>
            <p:extLst>
              <p:ext uri="{D42A27DB-BD31-4B8C-83A1-F6EECF244321}">
                <p14:modId xmlns:p14="http://schemas.microsoft.com/office/powerpoint/2010/main" val="510736282"/>
              </p:ext>
            </p:extLst>
          </p:nvPr>
        </p:nvGraphicFramePr>
        <p:xfrm>
          <a:off x="1547664" y="2564904"/>
          <a:ext cx="4305300" cy="708668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4305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85808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/>
                        <a:t>for</a:t>
                      </a:r>
                      <a:r>
                        <a:rPr lang="en-US" sz="1400" b="0" u="none" strike="noStrike" cap="none" dirty="0"/>
                        <a:t> (</a:t>
                      </a:r>
                      <a:r>
                        <a:rPr lang="en-US" sz="1400" b="1" u="none" strike="noStrike" cap="none" dirty="0"/>
                        <a:t>let</a:t>
                      </a:r>
                      <a:r>
                        <a:rPr lang="en-US" sz="1400" b="0" u="none" strike="noStrike" cap="none" dirty="0"/>
                        <a:t> i = 0; i &lt; 5; i++) {</a:t>
                      </a:r>
                      <a:endParaRPr sz="1400" dirty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 dirty="0"/>
                        <a:t>    console.log(i);</a:t>
                      </a:r>
                      <a:endParaRPr sz="1400" dirty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 dirty="0"/>
                        <a:t>}</a:t>
                      </a:r>
                      <a:endParaRPr sz="1400" b="0" u="none" strike="noStrike" cap="none" dirty="0"/>
                    </a:p>
                  </a:txBody>
                  <a:tcPr marL="68588" marR="68588" marT="34294" marB="34294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23" name="Google Shape;123;p10"/>
          <p:cNvGraphicFramePr/>
          <p:nvPr>
            <p:extLst>
              <p:ext uri="{D42A27DB-BD31-4B8C-83A1-F6EECF244321}">
                <p14:modId xmlns:p14="http://schemas.microsoft.com/office/powerpoint/2010/main" val="3517531087"/>
              </p:ext>
            </p:extLst>
          </p:nvPr>
        </p:nvGraphicFramePr>
        <p:xfrm>
          <a:off x="1541493" y="4437112"/>
          <a:ext cx="4305300" cy="1348748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4305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303028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/>
                        <a:t>let</a:t>
                      </a:r>
                      <a:r>
                        <a:rPr lang="en-US" sz="1400" b="0" u="none" strike="noStrike" cap="none" dirty="0"/>
                        <a:t> count = 3;</a:t>
                      </a:r>
                      <a:endParaRPr sz="1400" dirty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/>
                        <a:t>while</a:t>
                      </a:r>
                      <a:r>
                        <a:rPr lang="en-US" sz="1400" b="0" u="none" strike="noStrike" cap="none" dirty="0"/>
                        <a:t> (count &gt; 0) </a:t>
                      </a:r>
                      <a:endParaRPr sz="1400" dirty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 dirty="0"/>
                        <a:t>{   </a:t>
                      </a:r>
                      <a:endParaRPr sz="1400" dirty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 dirty="0"/>
                        <a:t>   console.log(count);    </a:t>
                      </a:r>
                      <a:endParaRPr sz="1400" dirty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 dirty="0"/>
                        <a:t>   count--;</a:t>
                      </a:r>
                      <a:endParaRPr sz="1400" dirty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 dirty="0"/>
                        <a:t>}</a:t>
                      </a:r>
                      <a:endParaRPr sz="1400" b="0" u="none" strike="noStrike" cap="none" dirty="0"/>
                    </a:p>
                  </a:txBody>
                  <a:tcPr marL="68588" marR="68588" marT="34294" marB="34294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81E8A8D-AC48-AECF-208D-0C59259641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520" y="1152525"/>
            <a:ext cx="8784976" cy="5019675"/>
          </a:xfrm>
        </p:spPr>
        <p:txBody>
          <a:bodyPr>
            <a:normAutofit fontScale="92500" lnSpcReduction="20000"/>
          </a:bodyPr>
          <a:lstStyle/>
          <a:p>
            <a:r>
              <a:rPr lang="en-US" altLang="ko-KR" dirty="0"/>
              <a:t>DOM(Document Object Model)</a:t>
            </a:r>
          </a:p>
          <a:p>
            <a:pPr lvl="1"/>
            <a:r>
              <a:rPr lang="en-US" altLang="ko-KR" dirty="0"/>
              <a:t>HTML </a:t>
            </a:r>
            <a:r>
              <a:rPr lang="ko-KR" altLang="en-US" dirty="0"/>
              <a:t>문서를 프로그래밍적으로 제어할 수 있도록 하는 트리 구조이다</a:t>
            </a:r>
            <a:r>
              <a:rPr lang="en-US" altLang="ko-KR" dirty="0"/>
              <a:t>.</a:t>
            </a:r>
          </a:p>
          <a:p>
            <a:pPr lvl="1"/>
            <a:r>
              <a:rPr lang="ko-KR" altLang="en-US" dirty="0"/>
              <a:t>자바스크립트를 사용하여 </a:t>
            </a:r>
            <a:r>
              <a:rPr lang="en-US" altLang="ko-KR" dirty="0"/>
              <a:t>HTML </a:t>
            </a:r>
            <a:r>
              <a:rPr lang="ko-KR" altLang="en-US" dirty="0"/>
              <a:t>요소를 추가</a:t>
            </a:r>
            <a:r>
              <a:rPr lang="en-US" altLang="ko-KR" dirty="0"/>
              <a:t>, </a:t>
            </a:r>
            <a:r>
              <a:rPr lang="ko-KR" altLang="en-US" dirty="0"/>
              <a:t>삭제</a:t>
            </a:r>
            <a:r>
              <a:rPr lang="en-US" altLang="ko-KR" dirty="0"/>
              <a:t>, </a:t>
            </a:r>
            <a:r>
              <a:rPr lang="ko-KR" altLang="en-US" dirty="0"/>
              <a:t>변경 가능하다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endParaRPr lang="en-US" altLang="ko-KR" dirty="0"/>
          </a:p>
          <a:p>
            <a:pPr lvl="1"/>
            <a:r>
              <a:rPr lang="en-US" altLang="ko-KR" dirty="0"/>
              <a:t>document.querySelector </a:t>
            </a:r>
          </a:p>
          <a:p>
            <a:pPr lvl="2"/>
            <a:r>
              <a:rPr lang="en-US" altLang="ko-KR" dirty="0"/>
              <a:t>CSS </a:t>
            </a:r>
            <a:r>
              <a:rPr lang="ko-KR" altLang="en-US" dirty="0"/>
              <a:t>선택자를 사용해 첫번째로 일치하는 요소를 선택한다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dirty="0"/>
              <a:t>document.getElementById </a:t>
            </a:r>
          </a:p>
          <a:p>
            <a:pPr lvl="2"/>
            <a:r>
              <a:rPr lang="ko-KR" altLang="en-US" dirty="0"/>
              <a:t>특정 </a:t>
            </a:r>
            <a:r>
              <a:rPr lang="en-US" altLang="ko-KR" dirty="0"/>
              <a:t>ID</a:t>
            </a:r>
            <a:r>
              <a:rPr lang="ko-KR" altLang="en-US" dirty="0"/>
              <a:t>를 가진 요소를 선택한다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dirty="0"/>
              <a:t>document.querySelectorAll </a:t>
            </a:r>
          </a:p>
          <a:p>
            <a:pPr lvl="2"/>
            <a:r>
              <a:rPr lang="ko-KR" altLang="en-US" dirty="0"/>
              <a:t>일치하는 모든 요소를 </a:t>
            </a:r>
            <a:r>
              <a:rPr lang="en-US" altLang="ko-KR" dirty="0"/>
              <a:t>NodeList</a:t>
            </a:r>
            <a:r>
              <a:rPr lang="ko-KR" altLang="en-US" dirty="0"/>
              <a:t>로 반환한다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dirty="0"/>
              <a:t>document.getElementsByClassName </a:t>
            </a:r>
          </a:p>
          <a:p>
            <a:pPr lvl="2"/>
            <a:r>
              <a:rPr lang="ko-KR" altLang="en-US" dirty="0"/>
              <a:t>특정 클래스 이름을 가진 요소를 </a:t>
            </a:r>
            <a:r>
              <a:rPr lang="en-US" altLang="ko-KR" dirty="0"/>
              <a:t>HTMLCollection</a:t>
            </a:r>
            <a:r>
              <a:rPr lang="ko-KR" altLang="en-US" dirty="0"/>
              <a:t>으로 반환한다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dirty="0"/>
              <a:t>document.getElementsByTagName </a:t>
            </a:r>
          </a:p>
          <a:p>
            <a:pPr lvl="2"/>
            <a:r>
              <a:rPr lang="ko-KR" altLang="en-US" dirty="0"/>
              <a:t>특정 태그 이름을 가진 요소를 </a:t>
            </a:r>
            <a:r>
              <a:rPr lang="en-US" altLang="ko-KR" dirty="0"/>
              <a:t>HTMLCollection</a:t>
            </a:r>
            <a:r>
              <a:rPr lang="ko-KR" altLang="en-US" dirty="0"/>
              <a:t>으로 반환한다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  <p:sp>
        <p:nvSpPr>
          <p:cNvPr id="128" name="Google Shape;128;p1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vert="horz" wrap="square" lIns="68569" tIns="34275" rIns="68569" bIns="34275" numCol="1" anchor="t" anchorCtr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/>
              <a:t>DOM 조작</a:t>
            </a:r>
            <a:endParaRPr/>
          </a:p>
        </p:txBody>
      </p:sp>
      <p:sp>
        <p:nvSpPr>
          <p:cNvPr id="131" name="Google Shape;131;p11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vert="horz" wrap="square" lIns="68569" tIns="34275" rIns="68569" bIns="34275" numCol="1" anchor="b" anchorCtr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0"/>
              </a:spcBef>
            </a:pPr>
            <a:endParaRPr/>
          </a:p>
        </p:txBody>
      </p:sp>
      <p:sp>
        <p:nvSpPr>
          <p:cNvPr id="130" name="Google Shape;130;p11"/>
          <p:cNvSpPr txBox="1">
            <a:spLocks noGrp="1"/>
          </p:cNvSpPr>
          <p:nvPr>
            <p:ph type="sldNum" idx="4294967295"/>
          </p:nvPr>
        </p:nvSpPr>
        <p:spPr>
          <a:xfrm>
            <a:off x="6604000" y="6419850"/>
            <a:ext cx="2540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algn="r"/>
            <a:fld id="{00000000-1234-1234-1234-123412341234}" type="slidenum">
              <a:rPr lang="en-US" smtClean="0"/>
              <a:pPr algn="r"/>
              <a:t>17</a:t>
            </a:fld>
            <a:endParaRPr/>
          </a:p>
        </p:txBody>
      </p:sp>
      <p:graphicFrame>
        <p:nvGraphicFramePr>
          <p:cNvPr id="132" name="Google Shape;132;p11"/>
          <p:cNvGraphicFramePr/>
          <p:nvPr>
            <p:extLst>
              <p:ext uri="{D42A27DB-BD31-4B8C-83A1-F6EECF244321}">
                <p14:modId xmlns:p14="http://schemas.microsoft.com/office/powerpoint/2010/main" val="3282010268"/>
              </p:ext>
            </p:extLst>
          </p:nvPr>
        </p:nvGraphicFramePr>
        <p:xfrm>
          <a:off x="1331640" y="2276872"/>
          <a:ext cx="6027191" cy="312428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60271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8138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/>
                        <a:t>const</a:t>
                      </a:r>
                      <a:r>
                        <a:rPr lang="en-US" sz="1600" b="0" u="none" strike="noStrike" cap="none" dirty="0"/>
                        <a:t> element = document.querySelector("</a:t>
                      </a:r>
                      <a:r>
                        <a:rPr lang="en-US" sz="1600" b="1" u="none" strike="noStrike" cap="none" dirty="0"/>
                        <a:t>#myElement</a:t>
                      </a:r>
                      <a:r>
                        <a:rPr lang="en-US" sz="1600" b="0" u="none" strike="noStrike" cap="none" dirty="0"/>
                        <a:t>");</a:t>
                      </a:r>
                      <a:endParaRPr sz="1600" b="0" u="none" strike="noStrike" cap="none" dirty="0"/>
                    </a:p>
                  </a:txBody>
                  <a:tcPr marL="68588" marR="68588" marT="34294" marB="34294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vert="horz" wrap="square" lIns="68569" tIns="34275" rIns="68569" bIns="34275" numCol="1" anchor="t" anchorCtr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/>
              <a:t>DOM 수정</a:t>
            </a:r>
            <a:endParaRPr/>
          </a:p>
        </p:txBody>
      </p:sp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438CDE6C-C4B7-33AE-E528-BDA01A4577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500" y="1152525"/>
            <a:ext cx="8519988" cy="5019675"/>
          </a:xfrm>
        </p:spPr>
        <p:txBody>
          <a:bodyPr>
            <a:normAutofit/>
          </a:bodyPr>
          <a:lstStyle/>
          <a:p>
            <a:r>
              <a:rPr lang="ko-KR" altLang="en-US" sz="1600" dirty="0"/>
              <a:t>요소 생성 및 추가</a:t>
            </a:r>
          </a:p>
          <a:p>
            <a:endParaRPr lang="ko-KR" altLang="en-US" sz="1600" dirty="0"/>
          </a:p>
          <a:p>
            <a:pPr marL="0" indent="0">
              <a:buNone/>
            </a:pPr>
            <a:endParaRPr lang="ko-KR" altLang="en-US" sz="1600" dirty="0"/>
          </a:p>
          <a:p>
            <a:endParaRPr lang="en-US" altLang="ko-KR" sz="1600" dirty="0"/>
          </a:p>
          <a:p>
            <a:pPr lvl="1"/>
            <a:r>
              <a:rPr lang="en-US" altLang="ko-KR" sz="1400" dirty="0"/>
              <a:t>document.createElement: </a:t>
            </a:r>
            <a:r>
              <a:rPr lang="ko-KR" altLang="en-US" sz="1400" dirty="0"/>
              <a:t>새로운 </a:t>
            </a:r>
            <a:r>
              <a:rPr lang="en-US" altLang="ko-KR" sz="1400" dirty="0"/>
              <a:t>HTML </a:t>
            </a:r>
            <a:r>
              <a:rPr lang="ko-KR" altLang="en-US" sz="1400" dirty="0"/>
              <a:t>요소를 생성한다</a:t>
            </a:r>
            <a:r>
              <a:rPr lang="en-US" altLang="ko-KR" sz="1400" dirty="0"/>
              <a:t>.</a:t>
            </a:r>
          </a:p>
          <a:p>
            <a:pPr lvl="1"/>
            <a:r>
              <a:rPr lang="en-US" altLang="ko-KR" sz="1400" dirty="0"/>
              <a:t>element.appendChild: </a:t>
            </a:r>
            <a:r>
              <a:rPr lang="ko-KR" altLang="en-US" sz="1400" dirty="0"/>
              <a:t>부모 요소에 자식 요소를 추가한다</a:t>
            </a:r>
            <a:r>
              <a:rPr lang="en-US" altLang="ko-KR" sz="1400" dirty="0"/>
              <a:t>.</a:t>
            </a:r>
          </a:p>
          <a:p>
            <a:r>
              <a:rPr lang="ko-KR" altLang="en-US" sz="1600" dirty="0"/>
              <a:t>요소 삭제</a:t>
            </a:r>
          </a:p>
          <a:p>
            <a:pPr marL="0" indent="0">
              <a:buNone/>
            </a:pPr>
            <a:endParaRPr lang="ko-KR" altLang="en-US" sz="1600" dirty="0"/>
          </a:p>
          <a:p>
            <a:endParaRPr lang="en-US" altLang="ko-KR" sz="1600" dirty="0"/>
          </a:p>
          <a:p>
            <a:pPr lvl="1"/>
            <a:r>
              <a:rPr lang="en-US" altLang="ko-KR" sz="1400" dirty="0"/>
              <a:t>parentNode.removeChild: </a:t>
            </a:r>
            <a:r>
              <a:rPr lang="ko-KR" altLang="en-US" sz="1400" dirty="0"/>
              <a:t>부모 요소에서 자식 요소를 제거한다</a:t>
            </a:r>
            <a:r>
              <a:rPr lang="en-US" altLang="ko-KR" sz="1400" dirty="0"/>
              <a:t>.</a:t>
            </a:r>
          </a:p>
          <a:p>
            <a:endParaRPr lang="ko-KR" altLang="en-US" dirty="0"/>
          </a:p>
        </p:txBody>
      </p:sp>
      <p:sp>
        <p:nvSpPr>
          <p:cNvPr id="139" name="Google Shape;139;p12"/>
          <p:cNvSpPr txBox="1">
            <a:spLocks noGrp="1"/>
          </p:cNvSpPr>
          <p:nvPr>
            <p:ph type="sldNum" sz="quarter" idx="10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algn="r"/>
            <a:fld id="{00000000-1234-1234-1234-123412341234}" type="slidenum">
              <a:rPr lang="en-US" smtClean="0"/>
              <a:pPr algn="r"/>
              <a:t>18</a:t>
            </a:fld>
            <a:endParaRPr/>
          </a:p>
        </p:txBody>
      </p:sp>
      <p:sp>
        <p:nvSpPr>
          <p:cNvPr id="140" name="Google Shape;140;p12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vert="horz" wrap="square" lIns="68569" tIns="34275" rIns="68569" bIns="34275" numCol="1" anchor="b" anchorCtr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0"/>
              </a:spcBef>
            </a:pPr>
            <a:endParaRPr/>
          </a:p>
        </p:txBody>
      </p:sp>
      <p:graphicFrame>
        <p:nvGraphicFramePr>
          <p:cNvPr id="141" name="Google Shape;141;p12"/>
          <p:cNvGraphicFramePr/>
          <p:nvPr>
            <p:extLst>
              <p:ext uri="{D42A27DB-BD31-4B8C-83A1-F6EECF244321}">
                <p14:modId xmlns:p14="http://schemas.microsoft.com/office/powerpoint/2010/main" val="1865408357"/>
              </p:ext>
            </p:extLst>
          </p:nvPr>
        </p:nvGraphicFramePr>
        <p:xfrm>
          <a:off x="896938" y="1556792"/>
          <a:ext cx="7772400" cy="741225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777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7412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/>
                        <a:t>const</a:t>
                      </a:r>
                      <a:r>
                        <a:rPr lang="en-US" sz="1400" b="0" u="none" strike="noStrike" cap="none" dirty="0"/>
                        <a:t> newElement = document.createElement("div");</a:t>
                      </a:r>
                      <a:endParaRPr sz="1400" dirty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 dirty="0"/>
                        <a:t>newElement.textContent = "</a:t>
                      </a:r>
                      <a:r>
                        <a:rPr lang="en-US" sz="1400" b="0" u="none" strike="noStrike" cap="none" dirty="0" err="1"/>
                        <a:t>새로운</a:t>
                      </a:r>
                      <a:r>
                        <a:rPr lang="en-US" sz="1400" b="0" u="none" strike="noStrike" cap="none" dirty="0"/>
                        <a:t> </a:t>
                      </a:r>
                      <a:r>
                        <a:rPr lang="en-US" sz="1400" b="0" u="none" strike="noStrike" cap="none" dirty="0" err="1"/>
                        <a:t>요소</a:t>
                      </a:r>
                      <a:r>
                        <a:rPr lang="en-US" sz="1400" b="0" u="none" strike="noStrike" cap="none" dirty="0"/>
                        <a:t>";</a:t>
                      </a:r>
                      <a:endParaRPr sz="1400" dirty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 dirty="0"/>
                        <a:t>document.body.appendChild(newElement);</a:t>
                      </a:r>
                      <a:endParaRPr sz="1400" b="0" u="none" strike="noStrike" cap="none" dirty="0"/>
                    </a:p>
                  </a:txBody>
                  <a:tcPr marL="68588" marR="68588" marT="34294" marB="34294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42" name="Google Shape;142;p12"/>
          <p:cNvGraphicFramePr/>
          <p:nvPr>
            <p:extLst>
              <p:ext uri="{D42A27DB-BD31-4B8C-83A1-F6EECF244321}">
                <p14:modId xmlns:p14="http://schemas.microsoft.com/office/powerpoint/2010/main" val="3384062846"/>
              </p:ext>
            </p:extLst>
          </p:nvPr>
        </p:nvGraphicFramePr>
        <p:xfrm>
          <a:off x="901017" y="3573016"/>
          <a:ext cx="7884000" cy="502928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788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02928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rgbClr val="000000"/>
                          </a:solidFill>
                        </a:rPr>
                        <a:t>const</a:t>
                      </a:r>
                      <a:r>
                        <a:rPr lang="en-US" sz="1400" b="0" u="none" strike="noStrike" cap="none" dirty="0">
                          <a:solidFill>
                            <a:srgbClr val="000000"/>
                          </a:solidFill>
                        </a:rPr>
                        <a:t> elementToRemove = document.getElementById("removeMe");</a:t>
                      </a:r>
                      <a:endParaRPr sz="1400" dirty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 dirty="0">
                          <a:solidFill>
                            <a:srgbClr val="000000"/>
                          </a:solidFill>
                        </a:rPr>
                        <a:t>elementToRemove.parentNode.removeChild(elementToRemove);</a:t>
                      </a:r>
                      <a:endParaRPr sz="1400" b="0" u="none" strike="noStrike" cap="none" dirty="0">
                        <a:solidFill>
                          <a:srgbClr val="000000"/>
                        </a:solidFill>
                      </a:endParaRPr>
                    </a:p>
                  </a:txBody>
                  <a:tcPr marL="68588" marR="68588" marT="34294" marB="34294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0916419-A2D6-ECFB-3C3D-6A539F693B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500" y="1152525"/>
            <a:ext cx="7943850" cy="5019675"/>
          </a:xfrm>
        </p:spPr>
        <p:txBody>
          <a:bodyPr>
            <a:normAutofit/>
          </a:bodyPr>
          <a:lstStyle/>
          <a:p>
            <a:r>
              <a:rPr lang="ko-KR" altLang="en-US" sz="1200" dirty="0"/>
              <a:t>이벤트 핸들링</a:t>
            </a:r>
          </a:p>
          <a:p>
            <a:endParaRPr lang="ko-KR" altLang="en-US" sz="1200" dirty="0"/>
          </a:p>
          <a:p>
            <a:endParaRPr lang="ko-KR" altLang="en-US" sz="1200" dirty="0"/>
          </a:p>
          <a:p>
            <a:endParaRPr lang="ko-KR" altLang="en-US" sz="1200" dirty="0"/>
          </a:p>
          <a:p>
            <a:pPr marL="0" indent="0">
              <a:buNone/>
            </a:pPr>
            <a:endParaRPr lang="ko-KR" altLang="en-US" sz="1200" dirty="0"/>
          </a:p>
          <a:p>
            <a:r>
              <a:rPr lang="ko-KR" altLang="en-US" sz="1200" b="1" dirty="0"/>
              <a:t>이벤트 리스너를 통해 사용자의 동작에 반응하는 코드를 작성할 수 있습니다</a:t>
            </a:r>
            <a:r>
              <a:rPr lang="en-US" altLang="ko-KR" sz="1200" b="1" dirty="0"/>
              <a:t>.</a:t>
            </a:r>
          </a:p>
          <a:p>
            <a:r>
              <a:rPr lang="en-US" altLang="ko-KR" sz="1200" b="1" dirty="0"/>
              <a:t>addEventListener: </a:t>
            </a:r>
            <a:r>
              <a:rPr lang="ko-KR" altLang="en-US" sz="1200" b="1" dirty="0"/>
              <a:t>요소에 이벤트를 등록합니다</a:t>
            </a:r>
            <a:r>
              <a:rPr lang="en-US" altLang="ko-KR" sz="1200" b="1" dirty="0"/>
              <a:t>.</a:t>
            </a:r>
          </a:p>
          <a:p>
            <a:pPr lvl="1"/>
            <a:r>
              <a:rPr lang="ko-KR" altLang="en-US" sz="1200" dirty="0"/>
              <a:t>다양한 이벤트 종류</a:t>
            </a:r>
          </a:p>
          <a:p>
            <a:pPr lvl="1"/>
            <a:r>
              <a:rPr lang="ko-KR" altLang="en-US" sz="1200" dirty="0"/>
              <a:t>클릭 이벤트 </a:t>
            </a:r>
            <a:r>
              <a:rPr lang="en-US" altLang="ko-KR" sz="1200" dirty="0"/>
              <a:t>: click</a:t>
            </a:r>
          </a:p>
          <a:p>
            <a:pPr lvl="1"/>
            <a:r>
              <a:rPr lang="ko-KR" altLang="en-US" sz="1200" dirty="0"/>
              <a:t>키보드 입력 이벤트 </a:t>
            </a:r>
            <a:r>
              <a:rPr lang="en-US" altLang="ko-KR" sz="1200" dirty="0"/>
              <a:t>: keydown, keyup</a:t>
            </a:r>
          </a:p>
          <a:p>
            <a:pPr lvl="1"/>
            <a:r>
              <a:rPr lang="ko-KR" altLang="en-US" sz="1200" dirty="0"/>
              <a:t>마우스 이벤트 </a:t>
            </a:r>
            <a:r>
              <a:rPr lang="en-US" altLang="ko-KR" sz="1200" dirty="0"/>
              <a:t>: mousemove, mouseover, mouseout</a:t>
            </a:r>
          </a:p>
          <a:p>
            <a:pPr lvl="1"/>
            <a:r>
              <a:rPr lang="ko-KR" altLang="en-US" sz="1200" dirty="0"/>
              <a:t>폼 이벤트 </a:t>
            </a:r>
            <a:r>
              <a:rPr lang="en-US" altLang="ko-KR" sz="1200" dirty="0"/>
              <a:t>: submit, change</a:t>
            </a:r>
          </a:p>
          <a:p>
            <a:r>
              <a:rPr lang="ko-KR" altLang="en-US" sz="1200" b="1" dirty="0"/>
              <a:t>이벤트 전파</a:t>
            </a:r>
          </a:p>
          <a:p>
            <a:pPr lvl="1"/>
            <a:r>
              <a:rPr lang="ko-KR" altLang="en-US" sz="1200" dirty="0"/>
              <a:t>캡처링 </a:t>
            </a:r>
            <a:r>
              <a:rPr lang="en-US" altLang="ko-KR" sz="1200" dirty="0"/>
              <a:t>: </a:t>
            </a:r>
            <a:r>
              <a:rPr lang="ko-KR" altLang="en-US" sz="1200" dirty="0"/>
              <a:t>이벤트가 상위 요소에서 하위 요소로 전달된다</a:t>
            </a:r>
            <a:r>
              <a:rPr lang="en-US" altLang="ko-KR" sz="1200" dirty="0"/>
              <a:t>.</a:t>
            </a:r>
          </a:p>
          <a:p>
            <a:pPr lvl="1"/>
            <a:r>
              <a:rPr lang="ko-KR" altLang="en-US" sz="1200" dirty="0"/>
              <a:t>버블링 </a:t>
            </a:r>
            <a:r>
              <a:rPr lang="en-US" altLang="ko-KR" sz="1200" dirty="0"/>
              <a:t>: </a:t>
            </a:r>
            <a:r>
              <a:rPr lang="ko-KR" altLang="en-US" sz="1200" dirty="0"/>
              <a:t>이벤트가 하위 요소에서 상위 요소로 전달된다</a:t>
            </a:r>
            <a:r>
              <a:rPr lang="en-US" altLang="ko-KR" sz="1200" dirty="0"/>
              <a:t>.</a:t>
            </a:r>
          </a:p>
          <a:p>
            <a:endParaRPr lang="en-US" altLang="ko-KR" sz="1700" dirty="0"/>
          </a:p>
          <a:p>
            <a:endParaRPr lang="ko-KR" altLang="en-US" dirty="0"/>
          </a:p>
        </p:txBody>
      </p:sp>
      <p:sp>
        <p:nvSpPr>
          <p:cNvPr id="147" name="Google Shape;147;p1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vert="horz" wrap="square" lIns="68569" tIns="34275" rIns="68569" bIns="34275" numCol="1" anchor="t" anchorCtr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/>
              <a:t>이벤트 핸들링</a:t>
            </a:r>
            <a:endParaRPr/>
          </a:p>
        </p:txBody>
      </p:sp>
      <p:sp>
        <p:nvSpPr>
          <p:cNvPr id="150" name="Google Shape;150;p13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vert="horz" wrap="square" lIns="68569" tIns="34275" rIns="68569" bIns="34275" numCol="1" anchor="b" anchorCtr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0"/>
              </a:spcBef>
            </a:pPr>
            <a:endParaRPr/>
          </a:p>
        </p:txBody>
      </p:sp>
      <p:sp>
        <p:nvSpPr>
          <p:cNvPr id="149" name="Google Shape;149;p13"/>
          <p:cNvSpPr txBox="1">
            <a:spLocks noGrp="1"/>
          </p:cNvSpPr>
          <p:nvPr>
            <p:ph type="sldNum" idx="4294967295"/>
          </p:nvPr>
        </p:nvSpPr>
        <p:spPr>
          <a:xfrm>
            <a:off x="6604000" y="6419850"/>
            <a:ext cx="2540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algn="r"/>
            <a:fld id="{00000000-1234-1234-1234-123412341234}" type="slidenum">
              <a:rPr lang="en-US" smtClean="0"/>
              <a:pPr algn="r"/>
              <a:t>19</a:t>
            </a:fld>
            <a:endParaRPr/>
          </a:p>
        </p:txBody>
      </p:sp>
      <p:sp>
        <p:nvSpPr>
          <p:cNvPr id="151" name="Google Shape;151;p13"/>
          <p:cNvSpPr txBox="1"/>
          <p:nvPr/>
        </p:nvSpPr>
        <p:spPr>
          <a:xfrm>
            <a:off x="897255" y="1412875"/>
            <a:ext cx="5707380" cy="1054735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wrap="square" lIns="68580" tIns="34290" rIns="68580" bIns="34290" numCol="1" vert="horz" anchor="t">
            <a:spAutoFit/>
          </a:bodyPr>
          <a:lstStyle/>
          <a:p>
            <a:pPr marL="0" indent="0">
              <a:buFontTx/>
              <a:buNone/>
            </a:pPr>
            <a:r>
              <a:rPr lang="en-US" sz="1600">
                <a:solidFill>
                  <a:schemeClr val="dk1"/>
                </a:solidFill>
                <a:latin typeface="Tahoma" charset="0"/>
                <a:ea typeface="Tahoma" charset="0"/>
                <a:cs typeface="Tahoma" charset="0"/>
              </a:rPr>
              <a:t>const button = document.querySelector("#myButton");</a:t>
            </a:r>
            <a:endParaRPr lang="ko-KR" altLang="en-US" sz="1600">
              <a:solidFill>
                <a:schemeClr val="dk1"/>
              </a:solidFill>
              <a:latin typeface="Tahoma" charset="0"/>
              <a:ea typeface="Tahoma" charset="0"/>
              <a:cs typeface="Tahoma" charset="0"/>
            </a:endParaRPr>
          </a:p>
          <a:p>
            <a:pPr marL="0" indent="0">
              <a:buFontTx/>
              <a:buNone/>
            </a:pPr>
            <a:r>
              <a:rPr lang="en-US" sz="1600">
                <a:solidFill>
                  <a:schemeClr val="dk1"/>
                </a:solidFill>
                <a:latin typeface="Tahoma" charset="0"/>
                <a:ea typeface="Tahoma" charset="0"/>
                <a:cs typeface="Tahoma" charset="0"/>
              </a:rPr>
              <a:t>button.addEventListener("click", function() {    </a:t>
            </a:r>
            <a:endParaRPr lang="ko-KR" altLang="en-US" sz="1600">
              <a:solidFill>
                <a:schemeClr val="dk1"/>
              </a:solidFill>
              <a:latin typeface="Tahoma" charset="0"/>
              <a:ea typeface="Tahoma" charset="0"/>
              <a:cs typeface="Tahoma" charset="0"/>
            </a:endParaRPr>
          </a:p>
          <a:p>
            <a:pPr marL="0" indent="0">
              <a:buFontTx/>
              <a:buNone/>
            </a:pPr>
            <a:r>
              <a:rPr lang="en-US" sz="1600">
                <a:solidFill>
                  <a:schemeClr val="dk1"/>
                </a:solidFill>
                <a:latin typeface="Tahoma" charset="0"/>
                <a:ea typeface="Tahoma" charset="0"/>
                <a:cs typeface="Tahoma" charset="0"/>
              </a:rPr>
              <a:t>      alert("버튼이 클릭되었습니다!");</a:t>
            </a:r>
            <a:endParaRPr lang="ko-KR" altLang="en-US" sz="1600">
              <a:solidFill>
                <a:schemeClr val="dk1"/>
              </a:solidFill>
              <a:latin typeface="Tahoma" charset="0"/>
              <a:ea typeface="Tahoma" charset="0"/>
              <a:cs typeface="Tahoma" charset="0"/>
            </a:endParaRPr>
          </a:p>
          <a:p>
            <a:pPr marL="0" indent="0">
              <a:buFontTx/>
              <a:buNone/>
            </a:pPr>
            <a:r>
              <a:rPr lang="en-US" sz="1600">
                <a:solidFill>
                  <a:schemeClr val="dk1"/>
                </a:solidFill>
                <a:latin typeface="Tahoma" charset="0"/>
                <a:ea typeface="Tahoma" charset="0"/>
                <a:cs typeface="Tahoma" charset="0"/>
              </a:rPr>
              <a:t>});</a:t>
            </a:r>
            <a:endParaRPr lang="ko-KR" altLang="en-US" sz="1600">
              <a:solidFill>
                <a:schemeClr val="dk1"/>
              </a:solidFill>
              <a:latin typeface="Tahoma" charset="0"/>
              <a:ea typeface="Tahoma" charset="0"/>
              <a:cs typeface="Tahoma" charset="0"/>
            </a:endParaRPr>
          </a:p>
        </p:txBody>
      </p:sp>
      <p:graphicFrame>
        <p:nvGraphicFramePr>
          <p:cNvPr id="4" name="Google Shape;160;p14"/>
          <p:cNvGraphicFramePr>
            <a:graphicFrameLocks noGrp="1"/>
          </p:cNvGraphicFramePr>
          <p:nvPr/>
        </p:nvGraphicFramePr>
        <p:xfrm>
          <a:off x="835660" y="5147310"/>
          <a:ext cx="5829935" cy="1144905"/>
        </p:xfrm>
        <a:graphic>
          <a:graphicData uri="http://schemas.openxmlformats.org/drawingml/2006/table">
            <a:tbl>
              <a:tblPr firstRow="1" bandRow="1">
                <a:tableStyleId>{00000000-0000-0000-0000-000000000000}</a:tableStyleId>
              </a:tblPr>
              <a:tblGrid>
                <a:gridCol w="5829935"/>
              </a:tblGrid>
              <a:tr h="1144905">
                <a:tc>
                  <a:txBody>
                    <a:bodyPr/>
                    <a:lstStyle/>
                    <a:p>
                      <a:pPr marL="0" indent="0" rtl="0" algn="l" lvl="1"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1400" kern="1200" cap="none" i="0" b="0" strike="noStrike">
                          <a:solidFill>
                            <a:schemeClr val="tx1"/>
                          </a:solidFill>
                        </a:rPr>
                        <a:t>document.querySelector("#child").addEventListener("click", (event) =&gt; {    </a:t>
                      </a:r>
                      <a:endParaRPr lang="ko-KR" altLang="en-US" sz="1400" kern="1200" i="0" cap="none" b="0" strike="noStrike">
                        <a:solidFill>
                          <a:schemeClr val="tx1"/>
                        </a:solidFill>
                      </a:endParaRPr>
                    </a:p>
                    <a:p>
                      <a:pPr marL="0" indent="0" rtl="0" algn="l" lvl="1"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1400" kern="1200" cap="none" i="0" b="0" strike="noStrike">
                          <a:solidFill>
                            <a:schemeClr val="tx1"/>
                          </a:solidFill>
                        </a:rPr>
                        <a:t>    event.stopPropagation(); // 이벤트 전파 중단    </a:t>
                      </a:r>
                      <a:endParaRPr lang="ko-KR" altLang="en-US" sz="1400" kern="1200" i="0" cap="none" b="0" strike="noStrike">
                        <a:solidFill>
                          <a:schemeClr val="tx1"/>
                        </a:solidFill>
                      </a:endParaRPr>
                    </a:p>
                    <a:p>
                      <a:pPr marL="0" indent="0" rtl="0" algn="l" lvl="1"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1400" kern="1200" cap="none" i="0" b="0" strike="noStrike">
                          <a:solidFill>
                            <a:schemeClr val="tx1"/>
                          </a:solidFill>
                        </a:rPr>
                        <a:t>    console.log("Child clicked");</a:t>
                      </a:r>
                      <a:endParaRPr lang="ko-KR" altLang="en-US" sz="1400" kern="1200" i="0" cap="none" b="0" strike="noStrike">
                        <a:solidFill>
                          <a:schemeClr val="tx1"/>
                        </a:solidFill>
                      </a:endParaRPr>
                    </a:p>
                    <a:p>
                      <a:pPr marL="0" indent="0" rtl="0" algn="l" lvl="1"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1400" kern="1200" cap="none" i="0" b="0" strike="noStrike">
                          <a:solidFill>
                            <a:schemeClr val="tx1"/>
                          </a:solidFill>
                        </a:rPr>
                        <a:t>});</a:t>
                      </a:r>
                      <a:endParaRPr lang="ko-KR" altLang="en-US" sz="1400" kern="1200" i="0" cap="none" b="0" strike="noStrike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t"/>
                </a:tc>
              </a:tr>
            </a:tbl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52" name="잉크 1"/>
              <p14:cNvContentPartPr/>
              <p14:nvPr/>
            </p14:nvContentPartPr>
            <p14:xfrm>
              <a:off x="5126355" y="4366260"/>
              <a:ext cx="720090" cy="760095"/>
            </p14:xfrm>
          </p:contentPart>
        </mc:Choice>
        <mc:Fallback>
          <p:pic>
            <p:nvPicPr>
              <p:cNvPr id="152" name="잉크 1"/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126355" y="4366260"/>
                <a:ext cx="720090" cy="760095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vert="horz" wrap="square" lIns="68569" tIns="34275" rIns="68569" bIns="34275" numCol="1" anchor="t" anchorCtr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/>
              <a:t>프로그램 만들기</a:t>
            </a:r>
            <a:endParaRPr/>
          </a:p>
        </p:txBody>
      </p:sp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C950ED5-438A-251E-B92C-E4109972EE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500" y="1152525"/>
            <a:ext cx="7773035" cy="5020310"/>
          </a:xfrm>
        </p:spPr>
        <p:txBody>
          <a:bodyPr/>
          <a:lstStyle/>
          <a:p>
            <a:r>
              <a:rPr lang="ko-KR" altLang="en-US" dirty="0"/>
              <a:t>문제 </a:t>
            </a:r>
            <a:r>
              <a:rPr lang="en-US" altLang="ko-KR" dirty="0"/>
              <a:t>1 : </a:t>
            </a:r>
            <a:r>
              <a:rPr lang="ko-KR" altLang="en-US" dirty="0"/>
              <a:t>계산기 프로그램 만들기</a:t>
            </a:r>
          </a:p>
          <a:p>
            <a:pPr lvl="1"/>
            <a:r>
              <a:rPr lang="en-US" altLang="ko-KR" dirty="0"/>
              <a:t>HTML</a:t>
            </a:r>
            <a:r>
              <a:rPr lang="ko-KR" altLang="en-US" dirty="0"/>
              <a:t>로 버튼과 입력 필드 구성 후 계산 로직 구현해본다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dirty="0"/>
              <a:t>operator </a:t>
            </a:r>
            <a:r>
              <a:rPr lang="ko-KR" altLang="en-US" dirty="0"/>
              <a:t>부분은 선택박스로 만들어서 사용해본다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실행결과</a:t>
            </a:r>
          </a:p>
          <a:p>
            <a:pPr lvl="1"/>
            <a:r>
              <a:rPr lang="ko-KR" altLang="en-US" dirty="0"/>
              <a:t>사용자 입력 </a:t>
            </a:r>
            <a:r>
              <a:rPr lang="en-US" altLang="ko-KR" dirty="0"/>
              <a:t>: num1 = 15, num2 = 10, operator = x</a:t>
            </a:r>
          </a:p>
          <a:p>
            <a:pPr lvl="1"/>
            <a:r>
              <a:rPr lang="ko-KR" altLang="en-US" dirty="0"/>
              <a:t>출력 </a:t>
            </a:r>
            <a:r>
              <a:rPr lang="en-US" altLang="ko-KR" dirty="0"/>
              <a:t>: Result : 150</a:t>
            </a:r>
          </a:p>
          <a:p>
            <a:endParaRPr lang="ko-KR" altLang="en-US" dirty="0"/>
          </a:p>
        </p:txBody>
      </p:sp>
      <p:sp>
        <p:nvSpPr>
          <p:cNvPr id="167" name="Google Shape;167;p15"/>
          <p:cNvSpPr txBox="1">
            <a:spLocks noGrp="1"/>
          </p:cNvSpPr>
          <p:nvPr>
            <p:ph type="sldNum" sz="quarter" idx="10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algn="r"/>
            <a:fld id="{00000000-1234-1234-1234-123412341234}" type="slidenum">
              <a:rPr lang="en-US" smtClean="0"/>
              <a:pPr algn="r"/>
              <a:t>20</a:t>
            </a:fld>
            <a:endParaRPr/>
          </a:p>
        </p:txBody>
      </p:sp>
      <p:sp>
        <p:nvSpPr>
          <p:cNvPr id="168" name="Google Shape;168;p15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vert="horz" wrap="square" lIns="68569" tIns="34275" rIns="68569" bIns="34275" numCol="1" anchor="b" anchorCtr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0"/>
              </a:spcBef>
            </a:pPr>
            <a:endParaRPr/>
          </a:p>
        </p:txBody>
      </p:sp>
      <p:sp>
        <p:nvSpPr>
          <p:cNvPr id="169" name="텍스트 상자 1"/>
          <p:cNvSpPr txBox="1">
            <a:spLocks/>
          </p:cNvSpPr>
          <p:nvPr/>
        </p:nvSpPr>
        <p:spPr>
          <a:xfrm rot="0">
            <a:off x="1996440" y="4671060"/>
            <a:ext cx="3850640" cy="370205"/>
          </a:xfrm>
          <a:prstGeom prst="rect"/>
          <a:noFill/>
          <a:ln>
            <a:noFill/>
            <a:prstDash/>
          </a:ln>
        </p:spPr>
        <p:txBody>
          <a:bodyPr wrap="none" lIns="89535" tIns="46355" rIns="89535" bIns="46355" vert="horz" anchor="t">
            <a:spAutoFit/>
          </a:bodyPr>
          <a:lstStyle/>
          <a:p>
            <a:pPr marL="0" indent="0" algn="l" hangingPunct="1"/>
            <a:r>
              <a:rPr lang="ko-KR" sz="1800">
                <a:latin typeface="맑은 고딕" charset="0"/>
                <a:ea typeface="맑은 고딕" charset="0"/>
              </a:rPr>
              <a:t>G</a:t>
            </a:r>
            <a:r>
              <a:rPr lang="ko-KR" sz="1800">
                <a:latin typeface="맑은 고딕" charset="0"/>
                <a:ea typeface="맑은 고딕" charset="0"/>
              </a:rPr>
              <a:t>ot</a:t>
            </a:r>
            <a:r>
              <a:rPr lang="ko-KR" sz="1800">
                <a:latin typeface="맑은 고딕" charset="0"/>
                <a:ea typeface="맑은 고딕" charset="0"/>
              </a:rPr>
              <a:t>t</a:t>
            </a:r>
            <a:r>
              <a:rPr lang="ko-KR" sz="1800">
                <a:latin typeface="맑은 고딕" charset="0"/>
                <a:ea typeface="맑은 고딕" charset="0"/>
              </a:rPr>
              <a:t>a </a:t>
            </a:r>
            <a:r>
              <a:rPr lang="ko-KR" sz="1800">
                <a:latin typeface="맑은 고딕" charset="0"/>
                <a:ea typeface="맑은 고딕" charset="0"/>
              </a:rPr>
              <a:t>k</a:t>
            </a:r>
            <a:r>
              <a:rPr lang="ko-KR" sz="1800">
                <a:latin typeface="맑은 고딕" charset="0"/>
                <a:ea typeface="맑은 고딕" charset="0"/>
              </a:rPr>
              <a:t>now : onclick</a:t>
            </a:r>
            <a:r>
              <a:rPr lang="ko-KR" sz="1800">
                <a:latin typeface="맑은 고딕" charset="0"/>
                <a:ea typeface="맑은 고딕" charset="0"/>
              </a:rPr>
              <a:t>,</a:t>
            </a:r>
            <a:r>
              <a:rPr lang="ko-KR" sz="1800">
                <a:latin typeface="맑은 고딕" charset="0"/>
                <a:ea typeface="맑은 고딕" charset="0"/>
              </a:rPr>
              <a:t> se</a:t>
            </a:r>
            <a:r>
              <a:rPr lang="ko-KR" sz="1800">
                <a:latin typeface="맑은 고딕" charset="0"/>
                <a:ea typeface="맑은 고딕" charset="0"/>
              </a:rPr>
              <a:t>l</a:t>
            </a:r>
            <a:r>
              <a:rPr lang="ko-KR" sz="1800">
                <a:latin typeface="맑은 고딕" charset="0"/>
                <a:ea typeface="맑은 고딕" charset="0"/>
              </a:rPr>
              <a:t>e</a:t>
            </a:r>
            <a:r>
              <a:rPr lang="ko-KR" sz="1800">
                <a:latin typeface="맑은 고딕" charset="0"/>
                <a:ea typeface="맑은 고딕" charset="0"/>
              </a:rPr>
              <a:t>c</a:t>
            </a:r>
            <a:r>
              <a:rPr lang="ko-KR" sz="1800">
                <a:latin typeface="맑은 고딕" charset="0"/>
                <a:ea typeface="맑은 고딕" charset="0"/>
              </a:rPr>
              <a:t>t, opti</a:t>
            </a:r>
            <a:r>
              <a:rPr lang="ko-KR" sz="1800">
                <a:latin typeface="맑은 고딕" charset="0"/>
                <a:ea typeface="맑은 고딕" charset="0"/>
              </a:rPr>
              <a:t>o</a:t>
            </a:r>
            <a:r>
              <a:rPr lang="ko-KR" sz="1800">
                <a:latin typeface="맑은 고딕" charset="0"/>
                <a:ea typeface="맑은 고딕" charset="0"/>
              </a:rPr>
              <a:t>n</a:t>
            </a:r>
            <a:endParaRPr lang="ko-KR" altLang="en-US" sz="1800">
              <a:latin typeface="맑은 고딕" charset="0"/>
              <a:ea typeface="맑은 고딕" charset="0"/>
            </a:endParaRPr>
          </a:p>
        </p:txBody>
      </p:sp>
      <p:sp>
        <p:nvSpPr>
          <p:cNvPr id="170" name="텍스트 상자 2"/>
          <p:cNvSpPr txBox="1">
            <a:spLocks/>
          </p:cNvSpPr>
          <p:nvPr/>
        </p:nvSpPr>
        <p:spPr>
          <a:xfrm rot="0">
            <a:off x="1950720" y="5554980"/>
            <a:ext cx="3164840" cy="370205"/>
          </a:xfrm>
          <a:prstGeom prst="rect"/>
          <a:noFill/>
          <a:ln>
            <a:noFill/>
            <a:prstDash/>
          </a:ln>
        </p:spPr>
        <p:txBody>
          <a:bodyPr wrap="none" lIns="89535" tIns="46355" rIns="89535" bIns="46355" vert="horz" anchor="t">
            <a:spAutoFit/>
          </a:bodyPr>
          <a:lstStyle/>
          <a:p>
            <a:pPr marL="0" indent="0" algn="l" hangingPunct="1"/>
            <a:r>
              <a:rPr lang="ko-KR" sz="1800">
                <a:latin typeface="맑은 고딕" charset="0"/>
                <a:ea typeface="맑은 고딕" charset="0"/>
              </a:rPr>
              <a:t>이런거 </a:t>
            </a:r>
            <a:r>
              <a:rPr lang="ko-KR" sz="1800">
                <a:latin typeface="맑은 고딕" charset="0"/>
                <a:ea typeface="맑은 고딕" charset="0"/>
              </a:rPr>
              <a:t>기말 실기시험에 나옴</a:t>
            </a:r>
            <a:endParaRPr lang="ko-KR" altLang="en-US" sz="1800">
              <a:latin typeface="맑은 고딕" charset="0"/>
              <a:ea typeface="맑은 고딕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vert="horz" wrap="square" lIns="68569" tIns="34275" rIns="68569" bIns="34275" numCol="1" anchor="t" anchorCtr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/>
              <a:t>프로그램 만들기</a:t>
            </a:r>
            <a:endParaRPr/>
          </a:p>
        </p:txBody>
      </p:sp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9BD1052B-A25B-F65A-B9F5-4FC8D41B5C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문제 </a:t>
            </a:r>
            <a:r>
              <a:rPr lang="en-US" altLang="ko-KR" dirty="0"/>
              <a:t>2 : TODO_LIST </a:t>
            </a:r>
            <a:r>
              <a:rPr lang="ko-KR" altLang="en-US" dirty="0"/>
              <a:t>만들기</a:t>
            </a:r>
          </a:p>
          <a:p>
            <a:pPr lvl="1"/>
            <a:r>
              <a:rPr lang="ko-KR" altLang="en-US" dirty="0"/>
              <a:t>사용자 입력을 받아 리스트에 추가 및 삭제 기능 구현해본다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실행 결과 </a:t>
            </a:r>
          </a:p>
          <a:p>
            <a:pPr lvl="1"/>
            <a:r>
              <a:rPr lang="ko-KR" altLang="en-US" dirty="0"/>
              <a:t>사용자 입력 </a:t>
            </a:r>
            <a:r>
              <a:rPr lang="en-US" altLang="ko-KR" dirty="0"/>
              <a:t>: "Study JavaScript"</a:t>
            </a:r>
          </a:p>
          <a:p>
            <a:pPr lvl="1"/>
            <a:r>
              <a:rPr lang="ko-KR" altLang="en-US" dirty="0"/>
              <a:t>리스트 추가 </a:t>
            </a:r>
            <a:r>
              <a:rPr lang="en-US" altLang="ko-KR" dirty="0"/>
              <a:t>: Study JavaScript </a:t>
            </a:r>
            <a:r>
              <a:rPr lang="ko-KR" altLang="en-US" dirty="0"/>
              <a:t>항목 생성이 생성된다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  <p:sp>
        <p:nvSpPr>
          <p:cNvPr id="175" name="Google Shape;175;p16"/>
          <p:cNvSpPr txBox="1">
            <a:spLocks noGrp="1"/>
          </p:cNvSpPr>
          <p:nvPr>
            <p:ph type="sldNum" sz="quarter" idx="10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algn="r"/>
            <a:fld id="{00000000-1234-1234-1234-123412341234}" type="slidenum">
              <a:rPr lang="en-US" smtClean="0"/>
              <a:pPr algn="r"/>
              <a:t>21</a:t>
            </a:fld>
            <a:endParaRPr/>
          </a:p>
        </p:txBody>
      </p:sp>
      <p:sp>
        <p:nvSpPr>
          <p:cNvPr id="176" name="Google Shape;176;p16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vert="horz" wrap="square" lIns="68569" tIns="34275" rIns="68569" bIns="34275" numCol="1" anchor="b" anchorCtr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0"/>
              </a:spcBef>
            </a:pP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vert="horz" wrap="square" lIns="68569" tIns="34275" rIns="68569" bIns="34275" numCol="1" anchor="t" anchorCtr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/>
              <a:t>프로그램 만들기</a:t>
            </a:r>
            <a:endParaRPr/>
          </a:p>
        </p:txBody>
      </p:sp>
      <p:sp>
        <p:nvSpPr>
          <p:cNvPr id="184" name="Google Shape;184;p17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vert="horz" wrap="square" lIns="68569" tIns="34275" rIns="68569" bIns="34275" numCol="1" anchor="b" anchorCtr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0"/>
              </a:spcBef>
            </a:pPr>
            <a:endParaRPr/>
          </a:p>
        </p:txBody>
      </p:sp>
      <p:sp>
        <p:nvSpPr>
          <p:cNvPr id="183" name="Google Shape;183;p17"/>
          <p:cNvSpPr txBox="1">
            <a:spLocks noGrp="1"/>
          </p:cNvSpPr>
          <p:nvPr>
            <p:ph type="sldNum" idx="4294967295"/>
          </p:nvPr>
        </p:nvSpPr>
        <p:spPr>
          <a:xfrm>
            <a:off x="6604000" y="6419850"/>
            <a:ext cx="2540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algn="r"/>
            <a:fld id="{00000000-1234-1234-1234-123412341234}" type="slidenum">
              <a:rPr lang="en-US" smtClean="0"/>
              <a:pPr algn="r"/>
              <a:t>22</a:t>
            </a:fld>
            <a:endParaRPr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D0310AA-BC3F-78B7-E8DD-822B80B7F3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문제 </a:t>
            </a:r>
            <a:r>
              <a:rPr lang="en-US" altLang="ko-KR" dirty="0"/>
              <a:t>3 : </a:t>
            </a:r>
            <a:r>
              <a:rPr lang="ko-KR" altLang="en-US" dirty="0"/>
              <a:t>시계 만들기</a:t>
            </a:r>
          </a:p>
          <a:p>
            <a:pPr lvl="1"/>
            <a:r>
              <a:rPr lang="ko-KR" altLang="en-US" dirty="0"/>
              <a:t>현재 시간을 실시간으로 업데이트하여 화면에 표시하는 프로그램을 만들어본다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실행 결과 </a:t>
            </a:r>
          </a:p>
          <a:p>
            <a:pPr lvl="1"/>
            <a:r>
              <a:rPr lang="ko-KR" altLang="en-US" dirty="0"/>
              <a:t>출력 </a:t>
            </a:r>
            <a:r>
              <a:rPr lang="en-US" altLang="ko-KR" dirty="0"/>
              <a:t>: </a:t>
            </a:r>
            <a:r>
              <a:rPr lang="ko-KR" altLang="en-US" dirty="0"/>
              <a:t>현재 시간</a:t>
            </a:r>
            <a:r>
              <a:rPr lang="en-US" altLang="ko-KR" dirty="0"/>
              <a:t>: 11:30:19</a:t>
            </a:r>
          </a:p>
          <a:p>
            <a:endParaRPr lang="ko-KR" altLang="en-US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vert="horz" wrap="square" lIns="68569" tIns="34275" rIns="68569" bIns="34275" numCol="1" anchor="t" anchorCtr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/>
              <a:t>프로그램 만들기</a:t>
            </a:r>
            <a:endParaRPr/>
          </a:p>
        </p:txBody>
      </p:sp>
      <p:sp>
        <p:nvSpPr>
          <p:cNvPr id="190" name="Google Shape;190;p18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vert="horz" wrap="square" lIns="68569" tIns="34275" rIns="68569" bIns="34275" numCol="1" anchor="t" anchorCtr="0" compatLnSpc="1">
            <a:prstTxWarp prst="textNoShape">
              <a:avLst/>
            </a:prstTxWarp>
            <a:normAutofit/>
          </a:bodyPr>
          <a:lstStyle/>
          <a:p>
            <a:pPr marL="257175" indent="-257175">
              <a:spcBef>
                <a:spcPts val="0"/>
              </a:spcBef>
              <a:spcAft>
                <a:spcPts val="0"/>
              </a:spcAft>
              <a:buSzPts val="2200"/>
              <a:buChar char="■"/>
            </a:pPr>
            <a:r>
              <a:rPr lang="en-US"/>
              <a:t>문제 4 : 퀴즈 게임 만들기</a:t>
            </a:r>
            <a:endParaRPr/>
          </a:p>
          <a:p>
            <a:pPr marL="557213" lvl="1" indent="-214313">
              <a:spcBef>
                <a:spcPts val="300"/>
              </a:spcBef>
              <a:spcAft>
                <a:spcPts val="0"/>
              </a:spcAft>
              <a:buSzPts val="2000"/>
              <a:buChar char="⬥"/>
            </a:pPr>
            <a:r>
              <a:rPr lang="en-US"/>
              <a:t>퀴즈 질문 및 응답에 따라서 점수로 계산하도록 한다.</a:t>
            </a:r>
            <a:endParaRPr/>
          </a:p>
          <a:p>
            <a:pPr marL="257175" indent="-257175">
              <a:spcBef>
                <a:spcPts val="330"/>
              </a:spcBef>
              <a:spcAft>
                <a:spcPts val="0"/>
              </a:spcAft>
              <a:buSzPts val="2200"/>
              <a:buChar char="■"/>
            </a:pPr>
            <a:r>
              <a:rPr lang="en-US"/>
              <a:t>실행 결과 </a:t>
            </a:r>
            <a:endParaRPr/>
          </a:p>
          <a:p>
            <a:pPr marL="557213" lvl="1" indent="-214313">
              <a:spcBef>
                <a:spcPts val="300"/>
              </a:spcBef>
              <a:spcAft>
                <a:spcPts val="0"/>
              </a:spcAft>
              <a:buSzPts val="2000"/>
              <a:buChar char="⬥"/>
            </a:pPr>
            <a:r>
              <a:rPr lang="en-US"/>
              <a:t>?</a:t>
            </a:r>
            <a:endParaRPr/>
          </a:p>
        </p:txBody>
      </p:sp>
      <p:sp>
        <p:nvSpPr>
          <p:cNvPr id="192" name="Google Shape;192;p18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vert="horz" wrap="square" lIns="68569" tIns="34275" rIns="68569" bIns="34275" numCol="1" anchor="b" anchorCtr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0"/>
              </a:spcBef>
            </a:pPr>
            <a:endParaRPr/>
          </a:p>
        </p:txBody>
      </p:sp>
      <p:sp>
        <p:nvSpPr>
          <p:cNvPr id="191" name="Google Shape;191;p18"/>
          <p:cNvSpPr txBox="1">
            <a:spLocks noGrp="1"/>
          </p:cNvSpPr>
          <p:nvPr>
            <p:ph type="sldNum" idx="4294967295"/>
          </p:nvPr>
        </p:nvSpPr>
        <p:spPr>
          <a:xfrm>
            <a:off x="6604000" y="6419850"/>
            <a:ext cx="2540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algn="r"/>
            <a:fld id="{00000000-1234-1234-1234-123412341234}" type="slidenum">
              <a:rPr lang="en-US" smtClean="0"/>
              <a:pPr algn="r"/>
              <a:t>23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가로-고려대마크-1">
  <a:themeElements>
    <a:clrScheme name="가로-고려대마크-1 7">
      <a:dk1>
        <a:srgbClr val="41280D"/>
      </a:dk1>
      <a:lt1>
        <a:srgbClr val="FFFFFF"/>
      </a:lt1>
      <a:dk2>
        <a:srgbClr val="336699"/>
      </a:dk2>
      <a:lt2>
        <a:srgbClr val="666633"/>
      </a:lt2>
      <a:accent1>
        <a:srgbClr val="FFCC66"/>
      </a:accent1>
      <a:accent2>
        <a:srgbClr val="993300"/>
      </a:accent2>
      <a:accent3>
        <a:srgbClr val="FFFFFF"/>
      </a:accent3>
      <a:accent4>
        <a:srgbClr val="362109"/>
      </a:accent4>
      <a:accent5>
        <a:srgbClr val="FFE2B8"/>
      </a:accent5>
      <a:accent6>
        <a:srgbClr val="8A2D00"/>
      </a:accent6>
      <a:hlink>
        <a:srgbClr val="008000"/>
      </a:hlink>
      <a:folHlink>
        <a:srgbClr val="969696"/>
      </a:folHlink>
    </a:clrScheme>
    <a:fontScheme name="가로-고려대마크-1">
      <a:majorFont>
        <a:latin typeface="Tahoma"/>
        <a:ea typeface="굴림"/>
        <a:cs typeface=""/>
      </a:majorFont>
      <a:minorFont>
        <a:latin typeface="Tahoma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1149350" rtl="0" eaLnBrk="1" fontAlgn="base" latinLnBrk="1" hangingPunct="1">
          <a:lnSpc>
            <a:spcPct val="5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>
            <a:tab pos="574675" algn="l"/>
          </a:tabLst>
          <a:defRPr kumimoji="1" lang="en-US" sz="1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굴림" pitchFamily="50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1149350" rtl="0" eaLnBrk="1" fontAlgn="base" latinLnBrk="1" hangingPunct="1">
          <a:lnSpc>
            <a:spcPct val="5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>
            <a:tab pos="574675" algn="l"/>
          </a:tabLst>
          <a:defRPr kumimoji="1" lang="en-US" sz="1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굴림" pitchFamily="50" charset="-127"/>
          </a:defRPr>
        </a:defPPr>
      </a:lstStyle>
    </a:lnDef>
  </a:objectDefaults>
  <a:extraClrSchemeLst>
    <a:extraClrScheme>
      <a:clrScheme name="가로-고려대마크-1 1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가로-고려대마크-1 2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가로-고려대마크-1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가로-고려대마크-1 4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가로-고려대마크-1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가로-고려대마크-1 6">
        <a:dk1>
          <a:srgbClr val="41280D"/>
        </a:dk1>
        <a:lt1>
          <a:srgbClr val="FFFFFF"/>
        </a:lt1>
        <a:dk2>
          <a:srgbClr val="B4783C"/>
        </a:dk2>
        <a:lt2>
          <a:srgbClr val="666633"/>
        </a:lt2>
        <a:accent1>
          <a:srgbClr val="4C7188"/>
        </a:accent1>
        <a:accent2>
          <a:srgbClr val="FF9900"/>
        </a:accent2>
        <a:accent3>
          <a:srgbClr val="FFFFFF"/>
        </a:accent3>
        <a:accent4>
          <a:srgbClr val="362109"/>
        </a:accent4>
        <a:accent5>
          <a:srgbClr val="B2BBC3"/>
        </a:accent5>
        <a:accent6>
          <a:srgbClr val="E78A00"/>
        </a:accent6>
        <a:hlink>
          <a:srgbClr val="0000CC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가로-고려대마크-1 7">
        <a:dk1>
          <a:srgbClr val="41280D"/>
        </a:dk1>
        <a:lt1>
          <a:srgbClr val="FFFFFF"/>
        </a:lt1>
        <a:dk2>
          <a:srgbClr val="336699"/>
        </a:dk2>
        <a:lt2>
          <a:srgbClr val="666633"/>
        </a:lt2>
        <a:accent1>
          <a:srgbClr val="FFCC66"/>
        </a:accent1>
        <a:accent2>
          <a:srgbClr val="993300"/>
        </a:accent2>
        <a:accent3>
          <a:srgbClr val="FFFFFF"/>
        </a:accent3>
        <a:accent4>
          <a:srgbClr val="362109"/>
        </a:accent4>
        <a:accent5>
          <a:srgbClr val="FFE2B8"/>
        </a:accent5>
        <a:accent6>
          <a:srgbClr val="8A2D00"/>
        </a:accent6>
        <a:hlink>
          <a:srgbClr val="008000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가로-고려대마크-1 7">
    <a:dk1>
      <a:srgbClr val="41280D"/>
    </a:dk1>
    <a:lt1>
      <a:srgbClr val="FFFFFF"/>
    </a:lt1>
    <a:dk2>
      <a:srgbClr val="336699"/>
    </a:dk2>
    <a:lt2>
      <a:srgbClr val="666633"/>
    </a:lt2>
    <a:accent1>
      <a:srgbClr val="FFCC66"/>
    </a:accent1>
    <a:accent2>
      <a:srgbClr val="993300"/>
    </a:accent2>
    <a:accent3>
      <a:srgbClr val="FFFFFF"/>
    </a:accent3>
    <a:accent4>
      <a:srgbClr val="362109"/>
    </a:accent4>
    <a:accent5>
      <a:srgbClr val="FFE2B8"/>
    </a:accent5>
    <a:accent6>
      <a:srgbClr val="8A2D00"/>
    </a:accent6>
    <a:hlink>
      <a:srgbClr val="008000"/>
    </a:hlink>
    <a:folHlink>
      <a:srgbClr val="969696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Application>Polaris Office Slide</Application>
  <AppVersion>12.000</AppVersion>
  <Characters>0</Characters>
  <CharactersWithSpaces>0</CharactersWithSpaces>
  <DocSecurity>0</DocSecurity>
  <HyperlinksChanged>false</HyperlinksChanged>
  <Lines>0</Lines>
  <LinksUpToDate>false</LinksUpToDate>
  <Pages>23</Pages>
  <Paragraphs>333</Paragraphs>
  <Words>2079</Words>
  <TotalTime>0</TotalTime>
  <MMClips>0</MMClips>
  <ScaleCrop>false</ScaleCrop>
  <HeadingPairs>
    <vt:vector size="2" baseType="variant">
      <vt:variant>
        <vt:lpstr>Title</vt:lpstr>
      </vt:variant>
      <vt:variant>
        <vt:i4>1</vt:i4>
      </vt:variant>
    </vt:vector>
  </HeadingPairs>
  <TitlesOfParts>
    <vt:vector size="1" baseType="lpstr">
      <vt:lpstr>Title text</vt:lpstr>
    </vt:vector>
  </TitlesOfParts>
  <SharedDoc>false</SharedDoc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3</cp:revision>
  <dc:creator>조재한</dc:creator>
  <cp:lastModifiedBy>a93686351</cp:lastModifiedBy>
  <dc:title>정보기기 소프트웨어 설계(1학기)</dc:title>
  <cp:version>10.105.293.56114</cp:version>
  <dcterms:modified xsi:type="dcterms:W3CDTF">2026-03-04T03:26:08Z</dcterms:modified>
</cp:coreProperties>
</file>