
<file path=[Content_Types].xml><?xml version="1.0" encoding="utf-8"?>
<Types xmlns="http://schemas.openxmlformats.org/package/2006/content-types">
  <Default Extension="jpeg" ContentType="image/jpeg"/>
  <Default Extension="png" ContentType="image/png"/>
  <Default Extension="rels" ContentType="application/vnd.openxmlformats-package.relationships+xml"/>
  <Default Extension="xml" ContentType="application/xml"/>
  <Override PartName="/ppt/presentation.xml" ContentType="application/vnd.openxmlformats-officedocument.presentationml.presentation.main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12.xml" ContentType="application/vnd.openxmlformats-officedocument.presentationml.slide+xml"/>
  <Override PartName="/ppt/slides/slide13.xml" ContentType="application/vnd.openxmlformats-officedocument.presentationml.slide+xml"/>
  <Override PartName="/ppt/slides/slide14.xml" ContentType="application/vnd.openxmlformats-officedocument.presentationml.slide+xml"/>
  <Override PartName="/ppt/slides/slide15.xml" ContentType="application/vnd.openxmlformats-officedocument.presentationml.slide+xml"/>
  <Override PartName="/ppt/slides/slide16.xml" ContentType="application/vnd.openxmlformats-officedocument.presentationml.slide+xml"/>
  <Override PartName="/ppt/slides/slide17.xml" ContentType="application/vnd.openxmlformats-officedocument.presentationml.slide+xml"/>
  <Override PartName="/ppt/slides/slide18.xml" ContentType="application/vnd.openxmlformats-officedocument.presentationml.slide+xml"/>
  <Override PartName="/ppt/slides/slide19.xml" ContentType="application/vnd.openxmlformats-officedocument.presentationml.slide+xml"/>
  <Override PartName="/ppt/slides/slide20.xml" ContentType="application/vnd.openxmlformats-officedocument.presentationml.slide+xml"/>
  <Override PartName="/ppt/slides/slide21.xml" ContentType="application/vnd.openxmlformats-officedocument.presentationml.slide+xml"/>
  <Override PartName="/ppt/slides/slide22.xml" ContentType="application/vnd.openxmlformats-officedocument.presentationml.slide+xml"/>
  <Override PartName="/ppt/slides/slide23.xml" ContentType="application/vnd.openxmlformats-officedocument.presentationml.slide+xml"/>
  <Override PartName="/ppt/notesMasters/notesMaster1.xml" ContentType="application/vnd.openxmlformats-officedocument.presentationml.notesMaster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theme/theme2.xml" ContentType="application/vnd.openxmlformats-officedocument.theme+xml"/>
  <Override PartName="/ppt/theme/themeOverride1.xml" ContentType="application/vnd.openxmlformats-officedocument.themeOverride+xml"/>
  <Override PartName="/ppt/notesSlides/notesSlide1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5.xml" ContentType="application/vnd.openxmlformats-officedocument.presentationml.notesSlide+xml"/>
  <Override PartName="/ppt/notesSlides/notesSlide6.xml" ContentType="application/vnd.openxmlformats-officedocument.presentationml.notesSlide+xml"/>
  <Override PartName="/ppt/notesSlides/notesSlide7.xml" ContentType="application/vnd.openxmlformats-officedocument.presentationml.notesSlide+xml"/>
  <Override PartName="/ppt/notesSlides/notesSlide8.xml" ContentType="application/vnd.openxmlformats-officedocument.presentationml.notesSlide+xml"/>
  <Override PartName="/ppt/notesSlides/notesSlide9.xml" ContentType="application/vnd.openxmlformats-officedocument.presentationml.notesSlide+xml"/>
  <Override PartName="/ppt/notesSlides/notesSlide10.xml" ContentType="application/vnd.openxmlformats-officedocument.presentationml.notesSlide+xml"/>
  <Override PartName="/ppt/notesSlides/notesSlide11.xml" ContentType="application/vnd.openxmlformats-officedocument.presentationml.notesSlide+xml"/>
  <Override PartName="/ppt/notesSlides/notesSlide12.xml" ContentType="application/vnd.openxmlformats-officedocument.presentationml.notesSlide+xml"/>
  <Override PartName="/ppt/notesSlides/notesSlide13.xml" ContentType="application/vnd.openxmlformats-officedocument.presentationml.notesSlide+xml"/>
  <Override PartName="/ppt/notesSlides/notesSlide14.xml" ContentType="application/vnd.openxmlformats-officedocument.presentationml.notesSlide+xml"/>
  <Override PartName="/ppt/notesSlides/notesSlide15.xml" ContentType="application/vnd.openxmlformats-officedocument.presentationml.notesSlide+xml"/>
  <Override PartName="/ppt/notesSlides/notesSlide16.xml" ContentType="application/vnd.openxmlformats-officedocument.presentationml.notesSlide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<Relationship Id="rId3" Type="http://schemas.openxmlformats.org/package/2006/relationships/metadata/core-properties" Target="docProps/core.xml"/><Relationship Id="rId2" Type="http://schemas.openxmlformats.org/package/2006/relationships/metadata/thumbnail" Target="docProps/thumbnail.jpeg"/><Relationship Id="rId1" Type="http://schemas.openxmlformats.org/officeDocument/2006/relationships/officeDocument" Target="ppt/presentation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>
  <p:sldMasterIdLst>
    <p:sldMasterId id="2147483660" r:id="rId1"/>
  </p:sldMasterIdLst>
  <p:notesMasterIdLst>
    <p:notesMasterId r:id="rId25"/>
  </p:notesMasterIdLst>
  <p:sldIdLst>
    <p:sldId id="256" r:id="rId2"/>
    <p:sldId id="257" r:id="rId3"/>
    <p:sldId id="258" r:id="rId4"/>
    <p:sldId id="274" r:id="rId5"/>
    <p:sldId id="275" r:id="rId6"/>
    <p:sldId id="259" r:id="rId7"/>
    <p:sldId id="260" r:id="rId8"/>
    <p:sldId id="276" r:id="rId9"/>
    <p:sldId id="261" r:id="rId10"/>
    <p:sldId id="262" r:id="rId11"/>
    <p:sldId id="277" r:id="rId12"/>
    <p:sldId id="278" r:id="rId13"/>
    <p:sldId id="279" r:id="rId14"/>
    <p:sldId id="263" r:id="rId15"/>
    <p:sldId id="264" r:id="rId16"/>
    <p:sldId id="265" r:id="rId17"/>
    <p:sldId id="266" r:id="rId18"/>
    <p:sldId id="267" r:id="rId19"/>
    <p:sldId id="268" r:id="rId20"/>
    <p:sldId id="270" r:id="rId21"/>
    <p:sldId id="271" r:id="rId22"/>
    <p:sldId id="272" r:id="rId23"/>
    <p:sldId id="273" r:id="rId24"/>
  </p:sldIdLst>
  <p:sldSz cx="9144000" cy="6858000" type="screen4x3"/>
  <p:notesSz cx="6858000" cy="9144000"/>
  <p:defaultTextStyle>
    <a:defPPr>
      <a:defRPr lang="ko-KR"/>
    </a:defPPr>
    <a:lvl1pPr marL="0" algn="l" defTabSz="914400" rtl="0" eaLnBrk="1" latinLnBrk="1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1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1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1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1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1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1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1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1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  <p:extLst>
    <p:ext uri="{EFAFB233-063F-42B5-8137-9DF3F51BA10A}">
      <p15:sldGuideLst xmlns:p15="http://schemas.microsoft.com/office/powerpoint/2012/main">
        <p15:guide id="1" orient="horz" pos="2160">
          <p15:clr>
            <a:srgbClr val="A4A3A4"/>
          </p15:clr>
        </p15:guide>
        <p15:guide id="2" pos="2880">
          <p15:clr>
            <a:srgbClr val="A4A3A4"/>
          </p15:clr>
        </p15:guide>
      </p15:sldGuideLst>
    </p:ext>
  </p:extLst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showPr showNarration="1">
    <p:present/>
    <p:sldAll/>
    <p:penClr>
      <a:prstClr val="red"/>
    </p:penClr>
    <p:extLst>
      <p:ext uri="{EC167BDD-8182-4AB7-AECC-EB403E3ABB37}">
        <p14:laserClr xmlns:p14="http://schemas.microsoft.com/office/powerpoint/2010/main">
          <a:srgbClr val="FF0000"/>
        </p14:laserClr>
      </p:ext>
      <p:ext uri="{2FDB2607-1784-4EEB-B798-7EB5836EED8A}">
        <p14:showMediaCtrls xmlns:p14="http://schemas.microsoft.com/office/powerpoint/2010/main" val="1"/>
      </p:ext>
    </p:extLst>
  </p:showPr>
  <p:clrMru>
    <a:srgbClr val="000000"/>
  </p:clrMru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220"/>
    </p:ext>
    <p:ext uri="{FD5EFAAD-0ECE-453E-9831-46B23BE46B34}">
      <p15:chartTrackingRefBased xmlns:p15="http://schemas.microsoft.com/office/powerpoint/2012/main" val="0"/>
    </p:ext>
  </p:extLst>
</p:presentationPr>
</file>

<file path=ppt/tableStyles.xml><?xml version="1.0" encoding="utf-8"?>
<a:tblStyleLst xmlns:a="http://schemas.openxmlformats.org/drawingml/2006/main" def="{5C22544A-7EE6-4342-B048-85BDC9FD1C3A}">
  <a:tblStyle styleId="{5C22544A-7EE6-4342-B048-85BDC9FD1C3A}" styleName="보통 스타일 2 - 강조 1">
    <a:wholeTbl>
      <a:tcTxStyle>
        <a:fontRef idx="minor">
          <a:prstClr val="black"/>
        </a:fontRef>
        <a:schemeClr val="dk1"/>
      </a:tcTxStyle>
      <a:tcStyle>
        <a:tcBdr>
          <a:left>
            <a:ln w="12700" cmpd="sng">
              <a:solidFill>
                <a:schemeClr val="lt1"/>
              </a:solidFill>
            </a:ln>
          </a:left>
          <a:right>
            <a:ln w="12700" cmpd="sng">
              <a:solidFill>
                <a:schemeClr val="lt1"/>
              </a:solidFill>
            </a:ln>
          </a:right>
          <a:top>
            <a:ln w="12700" cmpd="sng">
              <a:solidFill>
                <a:schemeClr val="lt1"/>
              </a:solidFill>
            </a:ln>
          </a:top>
          <a:bottom>
            <a:ln w="12700" cmpd="sng">
              <a:solidFill>
                <a:schemeClr val="lt1"/>
              </a:solidFill>
            </a:ln>
          </a:bottom>
          <a:insideH>
            <a:ln w="12700" cmpd="sng">
              <a:solidFill>
                <a:schemeClr val="lt1"/>
              </a:solidFill>
            </a:ln>
          </a:insideH>
          <a:insideV>
            <a:ln w="12700" cmpd="sng">
              <a:solidFill>
                <a:schemeClr val="lt1"/>
              </a:solidFill>
            </a:ln>
          </a:insideV>
        </a:tcBdr>
        <a:fill>
          <a:solidFill>
            <a:schemeClr val="accent1">
              <a:tint val="20000"/>
            </a:schemeClr>
          </a:solidFill>
        </a:fill>
      </a:tcStyle>
    </a:wholeTbl>
    <a:band1H>
      <a:tcStyle>
        <a:tcBdr/>
        <a:fill>
          <a:solidFill>
            <a:schemeClr val="accent1">
              <a:tint val="40000"/>
            </a:schemeClr>
          </a:solidFill>
        </a:fill>
      </a:tcStyle>
    </a:band1H>
    <a:band2H>
      <a:tcStyle>
        <a:tcBdr/>
      </a:tcStyle>
    </a:band2H>
    <a:band1V>
      <a:tcStyle>
        <a:tcBdr/>
        <a:fill>
          <a:solidFill>
            <a:schemeClr val="accent1">
              <a:tint val="40000"/>
            </a:schemeClr>
          </a:solidFill>
        </a:fill>
      </a:tcStyle>
    </a:band1V>
    <a:band2V>
      <a:tcStyle>
        <a:tcBdr/>
      </a:tcStyle>
    </a:band2V>
    <a:lastCol>
      <a:tcTxStyle b="on">
        <a:fontRef idx="minor">
          <a:prstClr val="black"/>
        </a:fontRef>
        <a:schemeClr val="lt1"/>
      </a:tcTxStyle>
      <a:tcStyle>
        <a:tcBdr/>
        <a:fill>
          <a:solidFill>
            <a:schemeClr val="accent1"/>
          </a:solidFill>
        </a:fill>
      </a:tcStyle>
    </a:lastCol>
    <a:firstCol>
      <a:tcTxStyle b="on">
        <a:fontRef idx="minor">
          <a:prstClr val="black"/>
        </a:fontRef>
        <a:schemeClr val="lt1"/>
      </a:tcTxStyle>
      <a:tcStyle>
        <a:tcBdr/>
        <a:fill>
          <a:solidFill>
            <a:schemeClr val="accent1"/>
          </a:solidFill>
        </a:fill>
      </a:tcStyle>
    </a:firstCol>
    <a:lastRow>
      <a:tcTxStyle b="on">
        <a:fontRef idx="minor">
          <a:prstClr val="black"/>
        </a:fontRef>
        <a:schemeClr val="lt1"/>
      </a:tcTxStyle>
      <a:tcStyle>
        <a:tcBdr>
          <a:top>
            <a:ln w="38100" cmpd="sng">
              <a:solidFill>
                <a:schemeClr val="lt1"/>
              </a:solidFill>
            </a:ln>
          </a:top>
        </a:tcBdr>
        <a:fill>
          <a:solidFill>
            <a:schemeClr val="accent1"/>
          </a:solidFill>
        </a:fill>
      </a:tcStyle>
    </a:lastRow>
    <a:firstRow>
      <a:tcTxStyle b="on">
        <a:fontRef idx="minor">
          <a:prstClr val="black"/>
        </a:fontRef>
        <a:schemeClr val="lt1"/>
      </a:tcTxStyle>
      <a:tcStyle>
        <a:tcBdr>
          <a:bottom>
            <a:ln w="38100" cmpd="sng">
              <a:solidFill>
                <a:schemeClr val="lt1"/>
              </a:solidFill>
            </a:ln>
          </a:bottom>
        </a:tcBdr>
        <a:fill>
          <a:solidFill>
            <a:schemeClr val="accent1"/>
          </a:solidFill>
        </a:fill>
      </a:tcStyle>
    </a:firstRow>
  </a:tblStyle>
  <a:tblStyle styleId="{D7AC3CCA-C797-4891-BE02-D94E43425B78}" styleName="보통 스타일 4">
    <a:wholeTbl>
      <a:tcTxStyle>
        <a:fontRef idx="minor">
          <a:scrgbClr r="0" g="0" b="0"/>
        </a:fontRef>
        <a:schemeClr val="dk1"/>
      </a:tcTxStyle>
      <a:tcStyle>
        <a:tcBdr>
          <a:left>
            <a:ln w="12700" cmpd="sng">
              <a:solidFill>
                <a:schemeClr val="dk1"/>
              </a:solidFill>
            </a:ln>
          </a:left>
          <a:right>
            <a:ln w="12700" cmpd="sng">
              <a:solidFill>
                <a:schemeClr val="dk1"/>
              </a:solidFill>
            </a:ln>
          </a:right>
          <a:top>
            <a:ln w="12700" cmpd="sng">
              <a:solidFill>
                <a:schemeClr val="dk1"/>
              </a:solidFill>
            </a:ln>
          </a:top>
          <a:bottom>
            <a:ln w="12700" cmpd="sng">
              <a:solidFill>
                <a:schemeClr val="dk1"/>
              </a:solidFill>
            </a:ln>
          </a:bottom>
          <a:insideH>
            <a:ln w="12700" cmpd="sng">
              <a:solidFill>
                <a:schemeClr val="dk1"/>
              </a:solidFill>
            </a:ln>
          </a:insideH>
          <a:insideV>
            <a:ln w="12700" cmpd="sng">
              <a:solidFill>
                <a:schemeClr val="dk1"/>
              </a:solidFill>
            </a:ln>
          </a:insideV>
        </a:tcBdr>
        <a:fill>
          <a:solidFill>
            <a:schemeClr val="dk1">
              <a:tint val="20000"/>
            </a:schemeClr>
          </a:solidFill>
        </a:fill>
      </a:tcStyle>
    </a:wholeTbl>
    <a:band1H>
      <a:tcStyle>
        <a:tcBdr/>
        <a:fill>
          <a:solidFill>
            <a:schemeClr val="dk1">
              <a:tint val="40000"/>
            </a:schemeClr>
          </a:solidFill>
        </a:fill>
      </a:tcStyle>
    </a:band1H>
    <a:band1V>
      <a:tcStyle>
        <a:tcBdr/>
        <a:fill>
          <a:solidFill>
            <a:schemeClr val="dk1">
              <a:tint val="40000"/>
            </a:schemeClr>
          </a:solidFill>
        </a:fill>
      </a:tcStyle>
    </a:band1V>
    <a:lastCol>
      <a:tcTxStyle b="on"/>
      <a:tcStyle>
        <a:tcBdr/>
      </a:tcStyle>
    </a:lastCol>
    <a:firstCol>
      <a:tcTxStyle b="on"/>
      <a:tcStyle>
        <a:tcBdr/>
      </a:tcStyle>
    </a:firstCol>
    <a:lastRow>
      <a:tcTxStyle b="on"/>
      <a:tcStyle>
        <a:tcBdr>
          <a:top>
            <a:ln w="25400" cmpd="sng">
              <a:solidFill>
                <a:schemeClr val="dk1"/>
              </a:solidFill>
            </a:ln>
          </a:top>
        </a:tcBdr>
        <a:fill>
          <a:solidFill>
            <a:schemeClr val="dk1">
              <a:tint val="20000"/>
            </a:schemeClr>
          </a:solidFill>
        </a:fill>
      </a:tcStyle>
    </a:lastRow>
    <a:firstRow>
      <a:tcTxStyle b="on"/>
      <a:tcStyle>
        <a:tcBdr/>
        <a:fill>
          <a:solidFill>
            <a:schemeClr val="dk1">
              <a:tint val="20000"/>
            </a:schemeClr>
          </a:solidFill>
        </a:fill>
      </a:tcStyle>
    </a:firstRow>
  </a:tblStyle>
  <a:tblStyle styleId="{073A0DAA-6AF3-43AB-8588-CEC1D06C72B9}" styleName="보통 스타일 2">
    <a:wholeTbl>
      <a:tcTxStyle>
        <a:fontRef idx="minor">
          <a:prstClr val="black"/>
        </a:fontRef>
        <a:schemeClr val="dk1"/>
      </a:tcTxStyle>
      <a:tcStyle>
        <a:tcBdr>
          <a:left>
            <a:ln w="12700" cmpd="sng">
              <a:solidFill>
                <a:schemeClr val="lt1"/>
              </a:solidFill>
            </a:ln>
          </a:left>
          <a:right>
            <a:ln w="12700" cmpd="sng">
              <a:solidFill>
                <a:schemeClr val="lt1"/>
              </a:solidFill>
            </a:ln>
          </a:right>
          <a:top>
            <a:ln w="12700" cmpd="sng">
              <a:solidFill>
                <a:schemeClr val="lt1"/>
              </a:solidFill>
            </a:ln>
          </a:top>
          <a:bottom>
            <a:ln w="12700" cmpd="sng">
              <a:solidFill>
                <a:schemeClr val="lt1"/>
              </a:solidFill>
            </a:ln>
          </a:bottom>
          <a:insideH>
            <a:ln w="12700" cmpd="sng">
              <a:solidFill>
                <a:schemeClr val="lt1"/>
              </a:solidFill>
            </a:ln>
          </a:insideH>
          <a:insideV>
            <a:ln w="12700" cmpd="sng">
              <a:solidFill>
                <a:schemeClr val="lt1"/>
              </a:solidFill>
            </a:ln>
          </a:insideV>
        </a:tcBdr>
        <a:fill>
          <a:solidFill>
            <a:schemeClr val="dk1">
              <a:tint val="20000"/>
            </a:schemeClr>
          </a:solidFill>
        </a:fill>
      </a:tcStyle>
    </a:wholeTbl>
    <a:band1H>
      <a:tcStyle>
        <a:tcBdr/>
        <a:fill>
          <a:solidFill>
            <a:schemeClr val="dk1">
              <a:tint val="40000"/>
            </a:schemeClr>
          </a:solidFill>
        </a:fill>
      </a:tcStyle>
    </a:band1H>
    <a:band2H>
      <a:tcStyle>
        <a:tcBdr/>
      </a:tcStyle>
    </a:band2H>
    <a:band1V>
      <a:tcStyle>
        <a:tcBdr/>
        <a:fill>
          <a:solidFill>
            <a:schemeClr val="dk1">
              <a:tint val="40000"/>
            </a:schemeClr>
          </a:solidFill>
        </a:fill>
      </a:tcStyle>
    </a:band1V>
    <a:band2V>
      <a:tcStyle>
        <a:tcBdr/>
      </a:tcStyle>
    </a:band2V>
    <a:lastCol>
      <a:tcTxStyle b="on">
        <a:fontRef idx="minor">
          <a:prstClr val="black"/>
        </a:fontRef>
        <a:schemeClr val="lt1"/>
      </a:tcTxStyle>
      <a:tcStyle>
        <a:tcBdr/>
        <a:fill>
          <a:solidFill>
            <a:schemeClr val="dk1"/>
          </a:solidFill>
        </a:fill>
      </a:tcStyle>
    </a:lastCol>
    <a:firstCol>
      <a:tcTxStyle b="on">
        <a:fontRef idx="minor">
          <a:prstClr val="black"/>
        </a:fontRef>
        <a:schemeClr val="lt1"/>
      </a:tcTxStyle>
      <a:tcStyle>
        <a:tcBdr/>
        <a:fill>
          <a:solidFill>
            <a:schemeClr val="dk1"/>
          </a:solidFill>
        </a:fill>
      </a:tcStyle>
    </a:firstCol>
    <a:lastRow>
      <a:tcTxStyle b="on">
        <a:fontRef idx="minor">
          <a:prstClr val="black"/>
        </a:fontRef>
        <a:schemeClr val="lt1"/>
      </a:tcTxStyle>
      <a:tcStyle>
        <a:tcBdr>
          <a:top>
            <a:ln w="38100" cmpd="sng">
              <a:solidFill>
                <a:schemeClr val="lt1"/>
              </a:solidFill>
            </a:ln>
          </a:top>
        </a:tcBdr>
        <a:fill>
          <a:solidFill>
            <a:schemeClr val="dk1"/>
          </a:solidFill>
        </a:fill>
      </a:tcStyle>
    </a:lastRow>
    <a:firstRow>
      <a:tcTxStyle b="on">
        <a:fontRef idx="minor">
          <a:prstClr val="black"/>
        </a:fontRef>
        <a:schemeClr val="lt1"/>
      </a:tcTxStyle>
      <a:tcStyle>
        <a:tcBdr>
          <a:bottom>
            <a:ln w="38100" cmpd="sng">
              <a:solidFill>
                <a:schemeClr val="lt1"/>
              </a:solidFill>
            </a:ln>
          </a:bottom>
        </a:tcBdr>
        <a:fill>
          <a:solidFill>
            <a:schemeClr val="dk1"/>
          </a:solidFill>
        </a:fill>
      </a:tcStyle>
    </a:firstRow>
  </a:tblStyle>
</a:tblStyleLst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>
    <p:restoredLeft sz="15935" autoAdjust="0"/>
    <p:restoredTop sz="94660"/>
  </p:normalViewPr>
  <p:slideViewPr>
    <p:cSldViewPr>
      <p:cViewPr varScale="1">
        <p:scale>
          <a:sx n="97" d="100"/>
          <a:sy n="97" d="100"/>
        </p:scale>
        <p:origin x="1986" y="306"/>
      </p:cViewPr>
      <p:guideLst>
        <p:guide orient="horz" pos="2160"/>
        <p:guide pos="2880"/>
      </p:guideLst>
    </p:cSldViewPr>
  </p:slideViewPr>
  <p:notesTextViewPr>
    <p:cViewPr>
      <p:scale>
        <a:sx n="100" d="100"/>
        <a:sy n="100" d="100"/>
      </p:scale>
      <p:origin x="0" y="0"/>
    </p:cViewPr>
  </p:notesTextViewPr>
  <p:gridSpacing cx="72008" cy="72008"/>
</p:viewPr>
</file>

<file path=ppt/_rels/presentation.xml.rels><?xml version="1.0" encoding="UTF-8" standalone="yes"?>
<Relationships xmlns="http://schemas.openxmlformats.org/package/2006/relationships"><Relationship Id="rId8" Type="http://schemas.openxmlformats.org/officeDocument/2006/relationships/slide" Target="slides/slide7.xml"/><Relationship Id="rId13" Type="http://schemas.openxmlformats.org/officeDocument/2006/relationships/slide" Target="slides/slide12.xml"/><Relationship Id="rId18" Type="http://schemas.openxmlformats.org/officeDocument/2006/relationships/slide" Target="slides/slide17.xml"/><Relationship Id="rId26" Type="http://schemas.openxmlformats.org/officeDocument/2006/relationships/presProps" Target="presProps.xml"/><Relationship Id="rId3" Type="http://schemas.openxmlformats.org/officeDocument/2006/relationships/slide" Target="slides/slide2.xml"/><Relationship Id="rId21" Type="http://schemas.openxmlformats.org/officeDocument/2006/relationships/slide" Target="slides/slide20.xml"/><Relationship Id="rId7" Type="http://schemas.openxmlformats.org/officeDocument/2006/relationships/slide" Target="slides/slide6.xml"/><Relationship Id="rId12" Type="http://schemas.openxmlformats.org/officeDocument/2006/relationships/slide" Target="slides/slide11.xml"/><Relationship Id="rId17" Type="http://schemas.openxmlformats.org/officeDocument/2006/relationships/slide" Target="slides/slide16.xml"/><Relationship Id="rId25" Type="http://schemas.openxmlformats.org/officeDocument/2006/relationships/notesMaster" Target="notesMasters/notesMaster1.xml"/><Relationship Id="rId2" Type="http://schemas.openxmlformats.org/officeDocument/2006/relationships/slide" Target="slides/slide1.xml"/><Relationship Id="rId16" Type="http://schemas.openxmlformats.org/officeDocument/2006/relationships/slide" Target="slides/slide15.xml"/><Relationship Id="rId20" Type="http://schemas.openxmlformats.org/officeDocument/2006/relationships/slide" Target="slides/slide19.xml"/><Relationship Id="rId29" Type="http://schemas.openxmlformats.org/officeDocument/2006/relationships/tableStyles" Target="tableStyles.xml"/><Relationship Id="rId1" Type="http://schemas.openxmlformats.org/officeDocument/2006/relationships/slideMaster" Target="slideMasters/slideMaster1.xml"/><Relationship Id="rId6" Type="http://schemas.openxmlformats.org/officeDocument/2006/relationships/slide" Target="slides/slide5.xml"/><Relationship Id="rId11" Type="http://schemas.openxmlformats.org/officeDocument/2006/relationships/slide" Target="slides/slide10.xml"/><Relationship Id="rId24" Type="http://schemas.openxmlformats.org/officeDocument/2006/relationships/slide" Target="slides/slide23.xml"/><Relationship Id="rId5" Type="http://schemas.openxmlformats.org/officeDocument/2006/relationships/slide" Target="slides/slide4.xml"/><Relationship Id="rId15" Type="http://schemas.openxmlformats.org/officeDocument/2006/relationships/slide" Target="slides/slide14.xml"/><Relationship Id="rId23" Type="http://schemas.openxmlformats.org/officeDocument/2006/relationships/slide" Target="slides/slide22.xml"/><Relationship Id="rId28" Type="http://schemas.openxmlformats.org/officeDocument/2006/relationships/theme" Target="theme/theme1.xml"/><Relationship Id="rId10" Type="http://schemas.openxmlformats.org/officeDocument/2006/relationships/slide" Target="slides/slide9.xml"/><Relationship Id="rId19" Type="http://schemas.openxmlformats.org/officeDocument/2006/relationships/slide" Target="slides/slide18.xml"/><Relationship Id="rId4" Type="http://schemas.openxmlformats.org/officeDocument/2006/relationships/slide" Target="slides/slide3.xml"/><Relationship Id="rId9" Type="http://schemas.openxmlformats.org/officeDocument/2006/relationships/slide" Target="slides/slide8.xml"/><Relationship Id="rId14" Type="http://schemas.openxmlformats.org/officeDocument/2006/relationships/slide" Target="slides/slide13.xml"/><Relationship Id="rId22" Type="http://schemas.openxmlformats.org/officeDocument/2006/relationships/slide" Target="slides/slide21.xml"/><Relationship Id="rId27" Type="http://schemas.openxmlformats.org/officeDocument/2006/relationships/viewProps" Target="viewProps.xml"/></Relationships>
</file>

<file path=ppt/notesMasters/_rels/notesMaster1.xml.rels><?xml version="1.0" encoding="UTF-8" standalone="yes"?>
<Relationships xmlns="http://schemas.openxmlformats.org/package/2006/relationships"><Relationship Id="rId1" Type="http://schemas.openxmlformats.org/officeDocument/2006/relationships/theme" Target="../theme/theme2.xml"/>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머리글 개체 틀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ko-KR" altLang="en-US"/>
          </a:p>
        </p:txBody>
      </p:sp>
      <p:sp>
        <p:nvSpPr>
          <p:cNvPr id="3" name="날짜 개체 틀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50D67E21-F3AE-43E5-8344-710FD999BB11}" type="datetimeFigureOut">
              <a:rPr lang="ko-KR" altLang="en-US" smtClean="0"/>
              <a:t>2026-03-04</a:t>
            </a:fld>
            <a:endParaRPr lang="ko-KR" altLang="en-US"/>
          </a:p>
        </p:txBody>
      </p:sp>
      <p:sp>
        <p:nvSpPr>
          <p:cNvPr id="4" name="슬라이드 이미지 개체 틀 3"/>
          <p:cNvSpPr>
            <a:spLocks noGrp="1" noRot="1" noChangeAspect="1"/>
          </p:cNvSpPr>
          <p:nvPr>
            <p:ph type="sldImg" idx="2"/>
          </p:nvPr>
        </p:nvSpPr>
        <p:spPr>
          <a:xfrm>
            <a:off x="1371600" y="1143000"/>
            <a:ext cx="4114800" cy="30861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ko-KR" altLang="en-US"/>
          </a:p>
        </p:txBody>
      </p:sp>
      <p:sp>
        <p:nvSpPr>
          <p:cNvPr id="5" name="슬라이드 노트 개체 틀 4"/>
          <p:cNvSpPr>
            <a:spLocks noGrp="1"/>
          </p:cNvSpPr>
          <p:nvPr>
            <p:ph type="body" sz="quarter" idx="3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ko-KR" altLang="en-US"/>
              <a:t>마스터 텍스트 스타일을 편집합니다</a:t>
            </a:r>
          </a:p>
          <a:p>
            <a:pPr lvl="1"/>
            <a:r>
              <a:rPr lang="ko-KR" altLang="en-US"/>
              <a:t>둘째 수준</a:t>
            </a:r>
          </a:p>
          <a:p>
            <a:pPr lvl="2"/>
            <a:r>
              <a:rPr lang="ko-KR" altLang="en-US"/>
              <a:t>셋째 수준</a:t>
            </a:r>
          </a:p>
          <a:p>
            <a:pPr lvl="3"/>
            <a:r>
              <a:rPr lang="ko-KR" altLang="en-US"/>
              <a:t>넷째 수준</a:t>
            </a:r>
          </a:p>
          <a:p>
            <a:pPr lvl="4"/>
            <a:r>
              <a:rPr lang="ko-KR" altLang="en-US"/>
              <a:t>다섯째 수준</a:t>
            </a:r>
          </a:p>
        </p:txBody>
      </p:sp>
      <p:sp>
        <p:nvSpPr>
          <p:cNvPr id="6" name="바닥글 개체 틀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ko-KR" altLang="en-US"/>
          </a:p>
        </p:txBody>
      </p:sp>
      <p:sp>
        <p:nvSpPr>
          <p:cNvPr id="7" name="슬라이드 번호 개체 틀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81F8DAAC-260C-484A-B0EF-1E8BC1845371}" type="slidenum">
              <a:rPr lang="ko-KR" altLang="en-US" smtClean="0"/>
              <a:t>‹#›</a:t>
            </a:fld>
            <a:endParaRPr lang="ko-KR" altLang="en-US"/>
          </a:p>
        </p:txBody>
      </p:sp>
    </p:spTree>
    <p:extLst>
      <p:ext uri="{BB962C8B-B14F-4D97-AF65-F5344CB8AC3E}">
        <p14:creationId xmlns:p14="http://schemas.microsoft.com/office/powerpoint/2010/main" val="3660590909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1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1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1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1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1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1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1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1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1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"1.0" encoding="UTF-8" standalone="yes"?>
<Relationships xmlns="http://schemas.openxmlformats.org/package/2006/relationships"><Relationship Id="rId2" Type="http://schemas.openxmlformats.org/officeDocument/2006/relationships/slide" Target="../slides/slide2.xml"/><Relationship Id="rId1" Type="http://schemas.openxmlformats.org/officeDocument/2006/relationships/notesMaster" Target="../notesMasters/notesMaster1.xml"/></Relationships>
</file>

<file path=ppt/notesSlides/_rels/notesSlide2.xml.rels><?xml version="1.0" encoding="UTF-8" standalone="yes"?>
<Relationships xmlns="http://schemas.openxmlformats.org/package/2006/relationships"><Relationship Id="rId2" Type="http://schemas.openxmlformats.org/officeDocument/2006/relationships/slide" Target="../slides/slide3.xml"/><Relationship Id="rId1" Type="http://schemas.openxmlformats.org/officeDocument/2006/relationships/notesMaster" Target="../notesMasters/notesMaster1.xml"/></Relationships>
</file>

<file path=ppt/notesSlides/_rels/notesSlide3.xml.rels><?xml version="1.0" encoding="UTF-8" standalone="yes"?>
<Relationships xmlns="http://schemas.openxmlformats.org/package/2006/relationships"><Relationship Id="rId2" Type="http://schemas.openxmlformats.org/officeDocument/2006/relationships/slide" Target="../slides/slide6.xml"/><Relationship Id="rId1" Type="http://schemas.openxmlformats.org/officeDocument/2006/relationships/notesMaster" Target="../notesMasters/notesMaster1.xml"/></Relationships>
</file>

<file path=ppt/notesSlides/_rels/notesSlide4.xml.rels><?xml version="1.0" encoding="UTF-8" standalone="yes"?>
<Relationships xmlns="http://schemas.openxmlformats.org/package/2006/relationships"><Relationship Id="rId2" Type="http://schemas.openxmlformats.org/officeDocument/2006/relationships/slide" Target="../slides/slide7.xml"/><Relationship Id="rId1" Type="http://schemas.openxmlformats.org/officeDocument/2006/relationships/notesMaster" Target="../notesMasters/notesMaster1.xml"/></Relationships>
</file>

<file path=ppt/notesSlides/_rels/notesSlide5.xml.rels><?xml version="1.0" encoding="UTF-8" standalone="yes"?>
<Relationships xmlns="http://schemas.openxmlformats.org/package/2006/relationships"><Relationship Id="rId2" Type="http://schemas.openxmlformats.org/officeDocument/2006/relationships/slide" Target="../slides/slide9.xml"/><Relationship Id="rId1" Type="http://schemas.openxmlformats.org/officeDocument/2006/relationships/notesMaster" Target="../notesMasters/notesMaster1.xml"/></Relationships>
</file>

<file path=ppt/notesSlides/_rels/notesSlide6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0.xml"/><Relationship Id="rId1" Type="http://schemas.openxmlformats.org/officeDocument/2006/relationships/notesMaster" Target="../notesMasters/notesMaster1.xml"/></Relationships>
</file>

<file path=ppt/notesSlides/_rels/notesSlide7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4.xml"/><Relationship Id="rId1" Type="http://schemas.openxmlformats.org/officeDocument/2006/relationships/notesMaster" Target="../notesMasters/notesMaster1.xml"/></Relationships>
</file>

<file path=ppt/notesSlides/_rels/notesSlide8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5.xml"/><Relationship Id="rId1" Type="http://schemas.openxmlformats.org/officeDocument/2006/relationships/notesMaster" Target="../notesMasters/notesMaster1.xml"/></Relationships>
</file>

<file path=ppt/notesSlides/_rels/notesSlide9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6.xml"/><Relationship Id="rId1" Type="http://schemas.openxmlformats.org/officeDocument/2006/relationships/notesMaster" Target="../notesMasters/notesMaster1.xml"/></Relationships>
</file>

<file path=ppt/notesSlides/_rels/notesSlide10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7.xml"/><Relationship Id="rId1" Type="http://schemas.openxmlformats.org/officeDocument/2006/relationships/notesMaster" Target="../notesMasters/notesMaster1.xml"/></Relationships>
</file>

<file path=ppt/notesSlides/_rels/notesSlide11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8.xml"/><Relationship Id="rId1" Type="http://schemas.openxmlformats.org/officeDocument/2006/relationships/notesMaster" Target="../notesMasters/notesMaster1.xml"/></Relationships>
</file>

<file path=ppt/notesSlides/_rels/notesSlide12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9.xml"/><Relationship Id="rId1" Type="http://schemas.openxmlformats.org/officeDocument/2006/relationships/notesMaster" Target="../notesMasters/notesMaster1.xml"/></Relationships>
</file>

<file path=ppt/notesSlides/_rels/notesSlide13.xml.rels><?xml version="1.0" encoding="UTF-8" standalone="yes"?>
<Relationships xmlns="http://schemas.openxmlformats.org/package/2006/relationships"><Relationship Id="rId2" Type="http://schemas.openxmlformats.org/officeDocument/2006/relationships/slide" Target="../slides/slide20.xml"/><Relationship Id="rId1" Type="http://schemas.openxmlformats.org/officeDocument/2006/relationships/notesMaster" Target="../notesMasters/notesMaster1.xml"/></Relationships>
</file>

<file path=ppt/notesSlides/_rels/notesSlide14.xml.rels><?xml version="1.0" encoding="UTF-8" standalone="yes"?>
<Relationships xmlns="http://schemas.openxmlformats.org/package/2006/relationships"><Relationship Id="rId2" Type="http://schemas.openxmlformats.org/officeDocument/2006/relationships/slide" Target="../slides/slide21.xml"/><Relationship Id="rId1" Type="http://schemas.openxmlformats.org/officeDocument/2006/relationships/notesMaster" Target="../notesMasters/notesMaster1.xml"/></Relationships>
</file>

<file path=ppt/notesSlides/_rels/notesSlide15.xml.rels><?xml version="1.0" encoding="UTF-8" standalone="yes"?>
<Relationships xmlns="http://schemas.openxmlformats.org/package/2006/relationships"><Relationship Id="rId2" Type="http://schemas.openxmlformats.org/officeDocument/2006/relationships/slide" Target="../slides/slide22.xml"/><Relationship Id="rId1" Type="http://schemas.openxmlformats.org/officeDocument/2006/relationships/notesMaster" Target="../notesMasters/notesMaster1.xml"/></Relationships>
</file>

<file path=ppt/notesSlides/_rels/notesSlide16.xml.rels><?xml version="1.0" encoding="UTF-8" standalone="yes"?>
<Relationships xmlns="http://schemas.openxmlformats.org/package/2006/relationships"><Relationship Id="rId2" Type="http://schemas.openxmlformats.org/officeDocument/2006/relationships/slide" Target="../slides/slide23.xml"/><Relationship Id="rId1" Type="http://schemas.openxmlformats.org/officeDocument/2006/relationships/notesMaster" Target="../notesMasters/notesMaster1.xml"/>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 showMasterSp="0" showMasterPhAnim="0">
  <p:cSld>
    <p:spTree>
      <p:nvGrpSpPr>
        <p:cNvPr id="1" name="Shape 3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9" name="Google Shape;39;p2:notes"/>
          <p:cNvSpPr txBox="1">
            <a:spLocks noGrp="1"/>
          </p:cNvSpPr>
          <p:nvPr>
            <p:ph type="body" idx="1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  <p:sp>
        <p:nvSpPr>
          <p:cNvPr id="40" name="Google Shape;40;p2:notes"/>
          <p:cNvSpPr>
            <a:spLocks noGrp="1" noRot="1" noChangeAspect="1"/>
          </p:cNvSpPr>
          <p:nvPr>
            <p:ph type="sldImg" idx="2"/>
          </p:nvPr>
        </p:nvSpPr>
        <p:spPr>
          <a:xfrm>
            <a:off x="1143000" y="685800"/>
            <a:ext cx="4572000" cy="3429000"/>
          </a:xfrm>
          <a:custGeom>
            <a:avLst/>
            <a:gdLst/>
            <a:ahLst/>
            <a:cxnLst/>
            <a:rect l="l" t="t" r="r" b="b"/>
            <a:pathLst>
              <a:path w="120000" h="120000" extrusionOk="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p="http://schemas.openxmlformats.org/presentationml/2006/main" showMasterSp="0" showMasterPhAnim="0">
  <p:cSld>
    <p:spTree>
      <p:nvGrpSpPr>
        <p:cNvPr id="1" name="Shape 4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7" name="Google Shape;47;p3:notes"/>
          <p:cNvSpPr txBox="1">
            <a:spLocks noGrp="1"/>
          </p:cNvSpPr>
          <p:nvPr>
            <p:ph type="body" idx="1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  <p:sp>
        <p:nvSpPr>
          <p:cNvPr id="48" name="Google Shape;48;p3:notes"/>
          <p:cNvSpPr>
            <a:spLocks noGrp="1" noRot="1" noChangeAspect="1"/>
          </p:cNvSpPr>
          <p:nvPr>
            <p:ph type="sldImg" idx="2"/>
          </p:nvPr>
        </p:nvSpPr>
        <p:spPr>
          <a:xfrm>
            <a:off x="1143000" y="685800"/>
            <a:ext cx="4572000" cy="3429000"/>
          </a:xfrm>
          <a:custGeom>
            <a:avLst/>
            <a:gdLst/>
            <a:ahLst/>
            <a:cxnLst/>
            <a:rect l="l" t="t" r="r" b="b"/>
            <a:pathLst>
              <a:path w="120000" h="120000" extrusionOk="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p="http://schemas.openxmlformats.org/presentationml/2006/main" showMasterSp="0" showMasterPhAnim="0">
  <p:cSld>
    <p:spTree>
      <p:nvGrpSpPr>
        <p:cNvPr id="1" name="Shape 5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5" name="Google Shape;55;p4:notes"/>
          <p:cNvSpPr txBox="1">
            <a:spLocks noGrp="1"/>
          </p:cNvSpPr>
          <p:nvPr>
            <p:ph type="body" idx="1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  <p:sp>
        <p:nvSpPr>
          <p:cNvPr id="56" name="Google Shape;56;p4:notes"/>
          <p:cNvSpPr>
            <a:spLocks noGrp="1" noRot="1" noChangeAspect="1"/>
          </p:cNvSpPr>
          <p:nvPr>
            <p:ph type="sldImg" idx="2"/>
          </p:nvPr>
        </p:nvSpPr>
        <p:spPr>
          <a:xfrm>
            <a:off x="1143000" y="685800"/>
            <a:ext cx="4572000" cy="3429000"/>
          </a:xfrm>
          <a:custGeom>
            <a:avLst/>
            <a:gdLst/>
            <a:ahLst/>
            <a:cxnLst/>
            <a:rect l="l" t="t" r="r" b="b"/>
            <a:pathLst>
              <a:path w="120000" h="120000" extrusionOk="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p="http://schemas.openxmlformats.org/presentationml/2006/main" showMasterSp="0" showMasterPhAnim="0">
  <p:cSld>
    <p:spTree>
      <p:nvGrpSpPr>
        <p:cNvPr id="1" name="Shape 6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6" name="Google Shape;66;p5:notes"/>
          <p:cNvSpPr txBox="1">
            <a:spLocks noGrp="1"/>
          </p:cNvSpPr>
          <p:nvPr>
            <p:ph type="body" idx="1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  <p:sp>
        <p:nvSpPr>
          <p:cNvPr id="67" name="Google Shape;67;p5:notes"/>
          <p:cNvSpPr>
            <a:spLocks noGrp="1" noRot="1" noChangeAspect="1"/>
          </p:cNvSpPr>
          <p:nvPr>
            <p:ph type="sldImg" idx="2"/>
          </p:nvPr>
        </p:nvSpPr>
        <p:spPr>
          <a:xfrm>
            <a:off x="1143000" y="685800"/>
            <a:ext cx="4572000" cy="3429000"/>
          </a:xfrm>
          <a:custGeom>
            <a:avLst/>
            <a:gdLst/>
            <a:ahLst/>
            <a:cxnLst/>
            <a:rect l="l" t="t" r="r" b="b"/>
            <a:pathLst>
              <a:path w="120000" h="120000" extrusionOk="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p="http://schemas.openxmlformats.org/presentationml/2006/main" showMasterSp="0" showMasterPhAnim="0">
  <p:cSld>
    <p:spTree>
      <p:nvGrpSpPr>
        <p:cNvPr id="1" name="Shape 7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6" name="Google Shape;76;p6:notes"/>
          <p:cNvSpPr txBox="1">
            <a:spLocks noGrp="1"/>
          </p:cNvSpPr>
          <p:nvPr>
            <p:ph type="body" idx="1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  <p:sp>
        <p:nvSpPr>
          <p:cNvPr id="77" name="Google Shape;77;p6:notes"/>
          <p:cNvSpPr>
            <a:spLocks noGrp="1" noRot="1" noChangeAspect="1"/>
          </p:cNvSpPr>
          <p:nvPr>
            <p:ph type="sldImg" idx="2"/>
          </p:nvPr>
        </p:nvSpPr>
        <p:spPr>
          <a:xfrm>
            <a:off x="1143000" y="685800"/>
            <a:ext cx="4572000" cy="3429000"/>
          </a:xfrm>
          <a:custGeom>
            <a:avLst/>
            <a:gdLst/>
            <a:ahLst/>
            <a:cxnLst/>
            <a:rect l="l" t="t" r="r" b="b"/>
            <a:pathLst>
              <a:path w="120000" h="120000" extrusionOk="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p="http://schemas.openxmlformats.org/presentationml/2006/main" showMasterSp="0" showMasterPhAnim="0">
  <p:cSld>
    <p:spTree>
      <p:nvGrpSpPr>
        <p:cNvPr id="1" name="Shape 8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6" name="Google Shape;86;p7:notes"/>
          <p:cNvSpPr txBox="1">
            <a:spLocks noGrp="1"/>
          </p:cNvSpPr>
          <p:nvPr>
            <p:ph type="body" idx="1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  <p:sp>
        <p:nvSpPr>
          <p:cNvPr id="87" name="Google Shape;87;p7:notes"/>
          <p:cNvSpPr>
            <a:spLocks noGrp="1" noRot="1" noChangeAspect="1"/>
          </p:cNvSpPr>
          <p:nvPr>
            <p:ph type="sldImg" idx="2"/>
          </p:nvPr>
        </p:nvSpPr>
        <p:spPr>
          <a:xfrm>
            <a:off x="1143000" y="685800"/>
            <a:ext cx="4572000" cy="3429000"/>
          </a:xfrm>
          <a:custGeom>
            <a:avLst/>
            <a:gdLst/>
            <a:ahLst/>
            <a:cxnLst/>
            <a:rect l="l" t="t" r="r" b="b"/>
            <a:pathLst>
              <a:path w="120000" h="120000" extrusionOk="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p="http://schemas.openxmlformats.org/presentationml/2006/main" showMasterSp="0" showMasterPhAnim="0">
  <p:cSld>
    <p:spTree>
      <p:nvGrpSpPr>
        <p:cNvPr id="1" name="Shape 9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6" name="Google Shape;96;p8:notes"/>
          <p:cNvSpPr txBox="1">
            <a:spLocks noGrp="1"/>
          </p:cNvSpPr>
          <p:nvPr>
            <p:ph type="body" idx="1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  <p:sp>
        <p:nvSpPr>
          <p:cNvPr id="97" name="Google Shape;97;p8:notes"/>
          <p:cNvSpPr>
            <a:spLocks noGrp="1" noRot="1" noChangeAspect="1"/>
          </p:cNvSpPr>
          <p:nvPr>
            <p:ph type="sldImg" idx="2"/>
          </p:nvPr>
        </p:nvSpPr>
        <p:spPr>
          <a:xfrm>
            <a:off x="1143000" y="685800"/>
            <a:ext cx="4572000" cy="3429000"/>
          </a:xfrm>
          <a:custGeom>
            <a:avLst/>
            <a:gdLst/>
            <a:ahLst/>
            <a:cxnLst/>
            <a:rect l="l" t="t" r="r" b="b"/>
            <a:pathLst>
              <a:path w="120000" h="120000" extrusionOk="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p="http://schemas.openxmlformats.org/presentationml/2006/main" showMasterSp="0" showMasterPhAnim="0">
  <p:cSld>
    <p:spTree>
      <p:nvGrpSpPr>
        <p:cNvPr id="1" name="Shape 10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6" name="Google Shape;106;p9:notes"/>
          <p:cNvSpPr txBox="1">
            <a:spLocks noGrp="1"/>
          </p:cNvSpPr>
          <p:nvPr>
            <p:ph type="body" idx="1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  <p:sp>
        <p:nvSpPr>
          <p:cNvPr id="107" name="Google Shape;107;p9:notes"/>
          <p:cNvSpPr>
            <a:spLocks noGrp="1" noRot="1" noChangeAspect="1"/>
          </p:cNvSpPr>
          <p:nvPr>
            <p:ph type="sldImg" idx="2"/>
          </p:nvPr>
        </p:nvSpPr>
        <p:spPr>
          <a:xfrm>
            <a:off x="1143000" y="685800"/>
            <a:ext cx="4572000" cy="3429000"/>
          </a:xfrm>
          <a:custGeom>
            <a:avLst/>
            <a:gdLst/>
            <a:ahLst/>
            <a:cxnLst/>
            <a:rect l="l" t="t" r="r" b="b"/>
            <a:pathLst>
              <a:path w="120000" h="120000" extrusionOk="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9.xml><?xml version="1.0" encoding="utf-8"?>
<p:notes xmlns:a="http://schemas.openxmlformats.org/drawingml/2006/main" xmlns:r="http://schemas.openxmlformats.org/officeDocument/2006/relationships" xmlns:p="http://schemas.openxmlformats.org/presentationml/2006/main" showMasterSp="0" showMasterPhAnim="0">
  <p:cSld>
    <p:spTree>
      <p:nvGrpSpPr>
        <p:cNvPr id="1" name="Shape 11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5" name="Google Shape;115;p10:notes"/>
          <p:cNvSpPr txBox="1">
            <a:spLocks noGrp="1"/>
          </p:cNvSpPr>
          <p:nvPr>
            <p:ph type="body" idx="1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  <p:sp>
        <p:nvSpPr>
          <p:cNvPr id="116" name="Google Shape;116;p10:notes"/>
          <p:cNvSpPr>
            <a:spLocks noGrp="1" noRot="1" noChangeAspect="1"/>
          </p:cNvSpPr>
          <p:nvPr>
            <p:ph type="sldImg" idx="2"/>
          </p:nvPr>
        </p:nvSpPr>
        <p:spPr>
          <a:xfrm>
            <a:off x="1143000" y="685800"/>
            <a:ext cx="4572000" cy="3429000"/>
          </a:xfrm>
          <a:custGeom>
            <a:avLst/>
            <a:gdLst/>
            <a:ahLst/>
            <a:cxnLst/>
            <a:rect l="l" t="t" r="r" b="b"/>
            <a:pathLst>
              <a:path w="120000" h="120000" extrusionOk="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0.xml><?xml version="1.0" encoding="utf-8"?>
<p:notes xmlns:a="http://schemas.openxmlformats.org/drawingml/2006/main" xmlns:r="http://schemas.openxmlformats.org/officeDocument/2006/relationships" xmlns:p="http://schemas.openxmlformats.org/presentationml/2006/main" showMasterSp="0" showMasterPhAnim="0">
  <p:cSld>
    <p:spTree>
      <p:nvGrpSpPr>
        <p:cNvPr id="1" name="Shape 12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5" name="Google Shape;125;p11:notes"/>
          <p:cNvSpPr txBox="1">
            <a:spLocks noGrp="1"/>
          </p:cNvSpPr>
          <p:nvPr>
            <p:ph type="body" idx="1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  <p:sp>
        <p:nvSpPr>
          <p:cNvPr id="126" name="Google Shape;126;p11:notes"/>
          <p:cNvSpPr>
            <a:spLocks noGrp="1" noRot="1" noChangeAspect="1"/>
          </p:cNvSpPr>
          <p:nvPr>
            <p:ph type="sldImg" idx="2"/>
          </p:nvPr>
        </p:nvSpPr>
        <p:spPr>
          <a:xfrm>
            <a:off x="1143000" y="685800"/>
            <a:ext cx="4572000" cy="3429000"/>
          </a:xfrm>
          <a:custGeom>
            <a:avLst/>
            <a:gdLst/>
            <a:ahLst/>
            <a:cxnLst/>
            <a:rect l="l" t="t" r="r" b="b"/>
            <a:pathLst>
              <a:path w="120000" h="120000" extrusionOk="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1.xml><?xml version="1.0" encoding="utf-8"?>
<p:notes xmlns:a="http://schemas.openxmlformats.org/drawingml/2006/main" xmlns:r="http://schemas.openxmlformats.org/officeDocument/2006/relationships" xmlns:p="http://schemas.openxmlformats.org/presentationml/2006/main" showMasterSp="0" showMasterPhAnim="0">
  <p:cSld>
    <p:spTree>
      <p:nvGrpSpPr>
        <p:cNvPr id="1" name="Shape 13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34" name="Google Shape;134;p12:notes"/>
          <p:cNvSpPr txBox="1">
            <a:spLocks noGrp="1"/>
          </p:cNvSpPr>
          <p:nvPr>
            <p:ph type="body" idx="1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  <p:sp>
        <p:nvSpPr>
          <p:cNvPr id="135" name="Google Shape;135;p12:notes"/>
          <p:cNvSpPr>
            <a:spLocks noGrp="1" noRot="1" noChangeAspect="1"/>
          </p:cNvSpPr>
          <p:nvPr>
            <p:ph type="sldImg" idx="2"/>
          </p:nvPr>
        </p:nvSpPr>
        <p:spPr>
          <a:xfrm>
            <a:off x="1143000" y="685800"/>
            <a:ext cx="4572000" cy="3429000"/>
          </a:xfrm>
          <a:custGeom>
            <a:avLst/>
            <a:gdLst/>
            <a:ahLst/>
            <a:cxnLst/>
            <a:rect l="l" t="t" r="r" b="b"/>
            <a:pathLst>
              <a:path w="120000" h="120000" extrusionOk="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2.xml><?xml version="1.0" encoding="utf-8"?>
<p:notes xmlns:a="http://schemas.openxmlformats.org/drawingml/2006/main" xmlns:r="http://schemas.openxmlformats.org/officeDocument/2006/relationships" xmlns:p="http://schemas.openxmlformats.org/presentationml/2006/main" showMasterSp="0" showMasterPhAnim="0">
  <p:cSld>
    <p:spTree>
      <p:nvGrpSpPr>
        <p:cNvPr id="1" name="Shape 14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4" name="Google Shape;144;p13:notes"/>
          <p:cNvSpPr txBox="1">
            <a:spLocks noGrp="1"/>
          </p:cNvSpPr>
          <p:nvPr>
            <p:ph type="body" idx="1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  <p:sp>
        <p:nvSpPr>
          <p:cNvPr id="145" name="Google Shape;145;p13:notes"/>
          <p:cNvSpPr>
            <a:spLocks noGrp="1" noRot="1" noChangeAspect="1"/>
          </p:cNvSpPr>
          <p:nvPr>
            <p:ph type="sldImg" idx="2"/>
          </p:nvPr>
        </p:nvSpPr>
        <p:spPr>
          <a:xfrm>
            <a:off x="1143000" y="685800"/>
            <a:ext cx="4572000" cy="3429000"/>
          </a:xfrm>
          <a:custGeom>
            <a:avLst/>
            <a:gdLst/>
            <a:ahLst/>
            <a:cxnLst/>
            <a:rect l="l" t="t" r="r" b="b"/>
            <a:pathLst>
              <a:path w="120000" h="120000" extrusionOk="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3.xml><?xml version="1.0" encoding="utf-8"?>
<p:notes xmlns:a="http://schemas.openxmlformats.org/drawingml/2006/main" xmlns:r="http://schemas.openxmlformats.org/officeDocument/2006/relationships" xmlns:p="http://schemas.openxmlformats.org/presentationml/2006/main" showMasterSp="0" showMasterPhAnim="0">
  <p:cSld>
    <p:spTree>
      <p:nvGrpSpPr>
        <p:cNvPr id="1" name="Shape 16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62" name="Google Shape;162;p15:notes"/>
          <p:cNvSpPr txBox="1">
            <a:spLocks noGrp="1"/>
          </p:cNvSpPr>
          <p:nvPr>
            <p:ph type="body" idx="1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  <p:sp>
        <p:nvSpPr>
          <p:cNvPr id="163" name="Google Shape;163;p15:notes"/>
          <p:cNvSpPr>
            <a:spLocks noGrp="1" noRot="1" noChangeAspect="1"/>
          </p:cNvSpPr>
          <p:nvPr>
            <p:ph type="sldImg" idx="2"/>
          </p:nvPr>
        </p:nvSpPr>
        <p:spPr>
          <a:xfrm>
            <a:off x="1143000" y="685800"/>
            <a:ext cx="4572000" cy="3429000"/>
          </a:xfrm>
          <a:custGeom>
            <a:avLst/>
            <a:gdLst/>
            <a:ahLst/>
            <a:cxnLst/>
            <a:rect l="l" t="t" r="r" b="b"/>
            <a:pathLst>
              <a:path w="120000" h="120000" extrusionOk="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4.xml><?xml version="1.0" encoding="utf-8"?>
<p:notes xmlns:a="http://schemas.openxmlformats.org/drawingml/2006/main" xmlns:r="http://schemas.openxmlformats.org/officeDocument/2006/relationships" xmlns:p="http://schemas.openxmlformats.org/presentationml/2006/main" showMasterSp="0" showMasterPhAnim="0">
  <p:cSld>
    <p:spTree>
      <p:nvGrpSpPr>
        <p:cNvPr id="1" name="Shape 16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70" name="Google Shape;170;p16:notes"/>
          <p:cNvSpPr txBox="1">
            <a:spLocks noGrp="1"/>
          </p:cNvSpPr>
          <p:nvPr>
            <p:ph type="body" idx="1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  <p:sp>
        <p:nvSpPr>
          <p:cNvPr id="171" name="Google Shape;171;p16:notes"/>
          <p:cNvSpPr>
            <a:spLocks noGrp="1" noRot="1" noChangeAspect="1"/>
          </p:cNvSpPr>
          <p:nvPr>
            <p:ph type="sldImg" idx="2"/>
          </p:nvPr>
        </p:nvSpPr>
        <p:spPr>
          <a:xfrm>
            <a:off x="1143000" y="685800"/>
            <a:ext cx="4572000" cy="3429000"/>
          </a:xfrm>
          <a:custGeom>
            <a:avLst/>
            <a:gdLst/>
            <a:ahLst/>
            <a:cxnLst/>
            <a:rect l="l" t="t" r="r" b="b"/>
            <a:pathLst>
              <a:path w="120000" h="120000" extrusionOk="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5.xml><?xml version="1.0" encoding="utf-8"?>
<p:notes xmlns:a="http://schemas.openxmlformats.org/drawingml/2006/main" xmlns:r="http://schemas.openxmlformats.org/officeDocument/2006/relationships" xmlns:p="http://schemas.openxmlformats.org/presentationml/2006/main" showMasterSp="0" showMasterPhAnim="0">
  <p:cSld>
    <p:spTree>
      <p:nvGrpSpPr>
        <p:cNvPr id="1" name="Shape 17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78" name="Google Shape;178;p17:notes"/>
          <p:cNvSpPr txBox="1">
            <a:spLocks noGrp="1"/>
          </p:cNvSpPr>
          <p:nvPr>
            <p:ph type="body" idx="1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  <p:sp>
        <p:nvSpPr>
          <p:cNvPr id="179" name="Google Shape;179;p17:notes"/>
          <p:cNvSpPr>
            <a:spLocks noGrp="1" noRot="1" noChangeAspect="1"/>
          </p:cNvSpPr>
          <p:nvPr>
            <p:ph type="sldImg" idx="2"/>
          </p:nvPr>
        </p:nvSpPr>
        <p:spPr>
          <a:xfrm>
            <a:off x="1143000" y="685800"/>
            <a:ext cx="4572000" cy="3429000"/>
          </a:xfrm>
          <a:custGeom>
            <a:avLst/>
            <a:gdLst/>
            <a:ahLst/>
            <a:cxnLst/>
            <a:rect l="l" t="t" r="r" b="b"/>
            <a:pathLst>
              <a:path w="120000" h="120000" extrusionOk="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6.xml><?xml version="1.0" encoding="utf-8"?>
<p:notes xmlns:a="http://schemas.openxmlformats.org/drawingml/2006/main" xmlns:r="http://schemas.openxmlformats.org/officeDocument/2006/relationships" xmlns:p="http://schemas.openxmlformats.org/presentationml/2006/main" showMasterSp="0" showMasterPhAnim="0">
  <p:cSld>
    <p:spTree>
      <p:nvGrpSpPr>
        <p:cNvPr id="1" name="Shape 18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86" name="Google Shape;186;p18:notes"/>
          <p:cNvSpPr txBox="1">
            <a:spLocks noGrp="1"/>
          </p:cNvSpPr>
          <p:nvPr>
            <p:ph type="body" idx="1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  <p:sp>
        <p:nvSpPr>
          <p:cNvPr id="187" name="Google Shape;187;p18:notes"/>
          <p:cNvSpPr>
            <a:spLocks noGrp="1" noRot="1" noChangeAspect="1"/>
          </p:cNvSpPr>
          <p:nvPr>
            <p:ph type="sldImg" idx="2"/>
          </p:nvPr>
        </p:nvSpPr>
        <p:spPr>
          <a:xfrm>
            <a:off x="1143000" y="685800"/>
            <a:ext cx="4572000" cy="3429000"/>
          </a:xfrm>
          <a:custGeom>
            <a:avLst/>
            <a:gdLst/>
            <a:ahLst/>
            <a:cxnLst/>
            <a:rect l="l" t="t" r="r" b="b"/>
            <a:pathLst>
              <a:path w="120000" h="120000" extrusionOk="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제목 슬라이드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pSp>
        <p:nvGrpSpPr>
          <p:cNvPr id="2" name="Group 8"/>
          <p:cNvGrpSpPr>
            <a:grpSpLocks/>
          </p:cNvGrpSpPr>
          <p:nvPr/>
        </p:nvGrpSpPr>
        <p:grpSpPr bwMode="auto">
          <a:xfrm>
            <a:off x="0" y="1497013"/>
            <a:ext cx="9144000" cy="50800"/>
            <a:chOff x="0" y="583"/>
            <a:chExt cx="5760" cy="50"/>
          </a:xfrm>
        </p:grpSpPr>
        <p:sp>
          <p:nvSpPr>
            <p:cNvPr id="6" name="Rectangle 9"/>
            <p:cNvSpPr>
              <a:spLocks noChangeArrowheads="1"/>
            </p:cNvSpPr>
            <p:nvPr userDrawn="1"/>
          </p:nvSpPr>
          <p:spPr bwMode="auto">
            <a:xfrm>
              <a:off x="0" y="583"/>
              <a:ext cx="1645" cy="50"/>
            </a:xfrm>
            <a:prstGeom prst="rect">
              <a:avLst/>
            </a:prstGeom>
            <a:solidFill>
              <a:srgbClr val="000099"/>
            </a:solidFill>
            <a:ln w="9525" algn="ctr">
              <a:noFill/>
              <a:miter lim="800000"/>
              <a:headEnd/>
              <a:tailEnd/>
            </a:ln>
          </p:spPr>
          <p:txBody>
            <a:bodyPr anchor="ctr">
              <a:spAutoFit/>
            </a:bodyPr>
            <a:lstStyle/>
            <a:p>
              <a:endParaRPr lang="ko-KR" altLang="en-US"/>
            </a:p>
          </p:txBody>
        </p:sp>
        <p:sp>
          <p:nvSpPr>
            <p:cNvPr id="7" name="Rectangle 10"/>
            <p:cNvSpPr>
              <a:spLocks noChangeArrowheads="1"/>
            </p:cNvSpPr>
            <p:nvPr userDrawn="1"/>
          </p:nvSpPr>
          <p:spPr bwMode="auto">
            <a:xfrm>
              <a:off x="1638" y="589"/>
              <a:ext cx="4122" cy="44"/>
            </a:xfrm>
            <a:prstGeom prst="rect">
              <a:avLst/>
            </a:prstGeom>
            <a:solidFill>
              <a:srgbClr val="DDDDDD"/>
            </a:solidFill>
            <a:ln w="9525" algn="ctr">
              <a:noFill/>
              <a:miter lim="800000"/>
              <a:headEnd/>
              <a:tailEnd/>
            </a:ln>
          </p:spPr>
          <p:txBody>
            <a:bodyPr anchor="ctr">
              <a:spAutoFit/>
            </a:bodyPr>
            <a:lstStyle/>
            <a:p>
              <a:endParaRPr lang="ko-KR" altLang="en-US"/>
            </a:p>
          </p:txBody>
        </p:sp>
      </p:grpSp>
      <p:grpSp>
        <p:nvGrpSpPr>
          <p:cNvPr id="3" name="Group 11"/>
          <p:cNvGrpSpPr>
            <a:grpSpLocks/>
          </p:cNvGrpSpPr>
          <p:nvPr/>
        </p:nvGrpSpPr>
        <p:grpSpPr bwMode="auto">
          <a:xfrm>
            <a:off x="0" y="6288088"/>
            <a:ext cx="9144000" cy="50800"/>
            <a:chOff x="0" y="583"/>
            <a:chExt cx="5760" cy="50"/>
          </a:xfrm>
        </p:grpSpPr>
        <p:sp>
          <p:nvSpPr>
            <p:cNvPr id="9" name="Rectangle 12"/>
            <p:cNvSpPr>
              <a:spLocks noChangeArrowheads="1"/>
            </p:cNvSpPr>
            <p:nvPr userDrawn="1"/>
          </p:nvSpPr>
          <p:spPr bwMode="auto">
            <a:xfrm>
              <a:off x="0" y="583"/>
              <a:ext cx="1645" cy="50"/>
            </a:xfrm>
            <a:prstGeom prst="rect">
              <a:avLst/>
            </a:prstGeom>
            <a:solidFill>
              <a:srgbClr val="000099"/>
            </a:solidFill>
            <a:ln w="9525" algn="ctr">
              <a:noFill/>
              <a:miter lim="800000"/>
              <a:headEnd/>
              <a:tailEnd/>
            </a:ln>
          </p:spPr>
          <p:txBody>
            <a:bodyPr anchor="ctr">
              <a:spAutoFit/>
            </a:bodyPr>
            <a:lstStyle/>
            <a:p>
              <a:endParaRPr lang="ko-KR" altLang="en-US"/>
            </a:p>
          </p:txBody>
        </p:sp>
        <p:sp>
          <p:nvSpPr>
            <p:cNvPr id="10" name="Rectangle 13"/>
            <p:cNvSpPr>
              <a:spLocks noChangeArrowheads="1"/>
            </p:cNvSpPr>
            <p:nvPr userDrawn="1"/>
          </p:nvSpPr>
          <p:spPr bwMode="auto">
            <a:xfrm>
              <a:off x="1638" y="589"/>
              <a:ext cx="4122" cy="44"/>
            </a:xfrm>
            <a:prstGeom prst="rect">
              <a:avLst/>
            </a:prstGeom>
            <a:solidFill>
              <a:srgbClr val="DDDDDD"/>
            </a:solidFill>
            <a:ln w="9525" algn="ctr">
              <a:noFill/>
              <a:miter lim="800000"/>
              <a:headEnd/>
              <a:tailEnd/>
            </a:ln>
          </p:spPr>
          <p:txBody>
            <a:bodyPr anchor="ctr">
              <a:spAutoFit/>
            </a:bodyPr>
            <a:lstStyle/>
            <a:p>
              <a:endParaRPr lang="ko-KR" altLang="en-US"/>
            </a:p>
          </p:txBody>
        </p:sp>
      </p:grpSp>
      <p:sp>
        <p:nvSpPr>
          <p:cNvPr id="6146" name="Rectangle 2"/>
          <p:cNvSpPr>
            <a:spLocks noGrp="1" noChangeArrowheads="1"/>
          </p:cNvSpPr>
          <p:nvPr>
            <p:ph type="ctrTitle" sz="quarter"/>
          </p:nvPr>
        </p:nvSpPr>
        <p:spPr>
          <a:xfrm>
            <a:off x="1143000" y="1676400"/>
            <a:ext cx="7010400" cy="1752600"/>
          </a:xfrm>
        </p:spPr>
        <p:txBody>
          <a:bodyPr anchor="ctr"/>
          <a:lstStyle>
            <a:lvl1pPr algn="ctr">
              <a:defRPr sz="2800"/>
            </a:lvl1pPr>
          </a:lstStyle>
          <a:p>
            <a:r>
              <a:rPr lang="ko-KR" altLang="en-US"/>
              <a:t>마스터 제목 스타일 편집</a:t>
            </a:r>
          </a:p>
        </p:txBody>
      </p:sp>
      <p:sp>
        <p:nvSpPr>
          <p:cNvPr id="6147" name="Rectangle 3"/>
          <p:cNvSpPr>
            <a:spLocks noGrp="1" noChangeArrowheads="1"/>
          </p:cNvSpPr>
          <p:nvPr>
            <p:ph type="subTitle" sz="quarter" idx="1"/>
          </p:nvPr>
        </p:nvSpPr>
        <p:spPr>
          <a:xfrm>
            <a:off x="762000" y="4343400"/>
            <a:ext cx="7696200" cy="1752600"/>
          </a:xfrm>
        </p:spPr>
        <p:txBody>
          <a:bodyPr anchor="ctr"/>
          <a:lstStyle>
            <a:lvl1pPr marL="0" indent="0" algn="ctr">
              <a:buFont typeface="Wingdings" pitchFamily="2" charset="2"/>
              <a:buNone/>
              <a:defRPr sz="2000" b="1"/>
            </a:lvl1pPr>
          </a:lstStyle>
          <a:p>
            <a:r>
              <a:rPr lang="ko-KR" altLang="en-US"/>
              <a:t>마스터 부제목 스타일 편집</a:t>
            </a:r>
          </a:p>
        </p:txBody>
      </p:sp>
    </p:spTree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제목 및 내용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제목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ko-KR" altLang="en-US"/>
              <a:t>마스터 제목 스타일 편집</a:t>
            </a:r>
          </a:p>
        </p:txBody>
      </p:sp>
      <p:sp>
        <p:nvSpPr>
          <p:cNvPr id="3" name="내용 개체 틀 2"/>
          <p:cNvSpPr>
            <a:spLocks noGrp="1"/>
          </p:cNvSpPr>
          <p:nvPr>
            <p:ph idx="1"/>
          </p:nvPr>
        </p:nvSpPr>
        <p:spPr/>
        <p:txBody>
          <a:bodyPr>
            <a:normAutofit/>
          </a:bodyPr>
          <a:lstStyle/>
          <a:p>
            <a:pPr lvl="0"/>
            <a:r>
              <a:rPr lang="ko-KR" altLang="en-US" dirty="0"/>
              <a:t>마스터 텍스트 스타일을 편집합니다</a:t>
            </a:r>
          </a:p>
          <a:p>
            <a:pPr lvl="1"/>
            <a:r>
              <a:rPr lang="ko-KR" altLang="en-US" dirty="0"/>
              <a:t>둘째 수준</a:t>
            </a:r>
          </a:p>
          <a:p>
            <a:pPr lvl="2"/>
            <a:r>
              <a:rPr lang="ko-KR" altLang="en-US" dirty="0"/>
              <a:t>셋째 수준</a:t>
            </a:r>
          </a:p>
          <a:p>
            <a:pPr lvl="3"/>
            <a:r>
              <a:rPr lang="ko-KR" altLang="en-US" dirty="0"/>
              <a:t>넷째 수준</a:t>
            </a:r>
          </a:p>
          <a:p>
            <a:pPr lvl="4"/>
            <a:r>
              <a:rPr lang="ko-KR" altLang="en-US" dirty="0"/>
              <a:t>다섯째 수준</a:t>
            </a:r>
          </a:p>
        </p:txBody>
      </p:sp>
      <p:sp>
        <p:nvSpPr>
          <p:cNvPr id="4" name="Rectangle 4"/>
          <p:cNvSpPr>
            <a:spLocks noGrp="1" noChangeArrowheads="1"/>
          </p:cNvSpPr>
          <p:nvPr>
            <p:ph type="sldNum" sz="quarter" idx="10"/>
          </p:nvPr>
        </p:nvSpPr>
        <p:spPr>
          <a:ln/>
        </p:spPr>
        <p:txBody>
          <a:bodyPr/>
          <a:lstStyle>
            <a:lvl1pPr>
              <a:defRPr/>
            </a:lvl1pPr>
          </a:lstStyle>
          <a:p>
            <a:pPr>
              <a:defRPr/>
            </a:pPr>
            <a:fld id="{D753E709-C6A3-4DBD-82F7-6E5ED028B16F}" type="slidenum">
              <a:rPr lang="en-US" altLang="ko-KR"/>
              <a:pPr>
                <a:defRPr/>
              </a:pPr>
              <a:t>‹#›</a:t>
            </a:fld>
            <a:endParaRPr lang="en-US" altLang="ko-KR"/>
          </a:p>
        </p:txBody>
      </p:sp>
      <p:sp>
        <p:nvSpPr>
          <p:cNvPr id="5" name="Rectangle 11"/>
          <p:cNvSpPr>
            <a:spLocks noGrp="1" noChangeArrowheads="1"/>
          </p:cNvSpPr>
          <p:nvPr>
            <p:ph type="ftr" sz="quarter" idx="11"/>
          </p:nvPr>
        </p:nvSpPr>
        <p:spPr>
          <a:ln/>
        </p:spPr>
        <p:txBody>
          <a:bodyPr/>
          <a:lstStyle>
            <a:lvl1pPr>
              <a:defRPr/>
            </a:lvl1pPr>
          </a:lstStyle>
          <a:p>
            <a:pPr>
              <a:defRPr/>
            </a:pPr>
            <a:endParaRPr lang="ko-KR" altLang="en-US" dirty="0"/>
          </a:p>
        </p:txBody>
      </p:sp>
    </p:spTree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chart" preserve="1">
  <p:cSld name="제목 및 차트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제목 1"/>
          <p:cNvSpPr>
            <a:spLocks noGrp="1"/>
          </p:cNvSpPr>
          <p:nvPr>
            <p:ph type="title"/>
          </p:nvPr>
        </p:nvSpPr>
        <p:spPr>
          <a:xfrm>
            <a:off x="442913" y="146050"/>
            <a:ext cx="7772400" cy="762000"/>
          </a:xfrm>
        </p:spPr>
        <p:txBody>
          <a:bodyPr/>
          <a:lstStyle/>
          <a:p>
            <a:r>
              <a:rPr lang="ko-KR" altLang="en-US"/>
              <a:t>마스터 제목 스타일 편집</a:t>
            </a:r>
          </a:p>
        </p:txBody>
      </p:sp>
      <p:sp>
        <p:nvSpPr>
          <p:cNvPr id="3" name="차트 개체 틀 2"/>
          <p:cNvSpPr>
            <a:spLocks noGrp="1"/>
          </p:cNvSpPr>
          <p:nvPr>
            <p:ph type="chart" idx="1"/>
          </p:nvPr>
        </p:nvSpPr>
        <p:spPr>
          <a:xfrm>
            <a:off x="444500" y="1152525"/>
            <a:ext cx="7772400" cy="5019675"/>
          </a:xfrm>
        </p:spPr>
        <p:txBody>
          <a:bodyPr/>
          <a:lstStyle/>
          <a:p>
            <a:pPr lvl="0"/>
            <a:endParaRPr lang="ko-KR" altLang="en-US" noProof="0"/>
          </a:p>
        </p:txBody>
      </p:sp>
      <p:sp>
        <p:nvSpPr>
          <p:cNvPr id="4" name="Rectangle 4"/>
          <p:cNvSpPr>
            <a:spLocks noGrp="1" noChangeArrowheads="1"/>
          </p:cNvSpPr>
          <p:nvPr>
            <p:ph type="sldNum" sz="quarter" idx="10"/>
          </p:nvPr>
        </p:nvSpPr>
        <p:spPr>
          <a:ln/>
        </p:spPr>
        <p:txBody>
          <a:bodyPr/>
          <a:lstStyle>
            <a:lvl1pPr>
              <a:defRPr/>
            </a:lvl1pPr>
          </a:lstStyle>
          <a:p>
            <a:pPr>
              <a:defRPr/>
            </a:pPr>
            <a:fld id="{E4466BAE-B407-4D4C-92B0-3DCDF5F79E0F}" type="slidenum">
              <a:rPr lang="en-US" altLang="ko-KR"/>
              <a:pPr>
                <a:defRPr/>
              </a:pPr>
              <a:t>‹#›</a:t>
            </a:fld>
            <a:endParaRPr lang="en-US" altLang="ko-KR"/>
          </a:p>
        </p:txBody>
      </p:sp>
      <p:sp>
        <p:nvSpPr>
          <p:cNvPr id="5" name="Rectangle 11"/>
          <p:cNvSpPr>
            <a:spLocks noGrp="1" noChangeArrowheads="1"/>
          </p:cNvSpPr>
          <p:nvPr>
            <p:ph type="ftr" sz="quarter" idx="11"/>
          </p:nvPr>
        </p:nvSpPr>
        <p:spPr>
          <a:ln/>
        </p:spPr>
        <p:txBody>
          <a:bodyPr/>
          <a:lstStyle>
            <a:lvl1pPr>
              <a:defRPr/>
            </a:lvl1pPr>
          </a:lstStyle>
          <a:p>
            <a:pPr>
              <a:defRPr/>
            </a:pPr>
            <a:endParaRPr lang="ko-KR" altLang="en-US" dirty="0"/>
          </a:p>
        </p:txBody>
      </p:sp>
    </p:spTree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3" Type="http://schemas.openxmlformats.org/officeDocument/2006/relationships/slideLayout" Target="../slideLayouts/slideLayout3.xml"/><Relationship Id="rId2" Type="http://schemas.openxmlformats.org/officeDocument/2006/relationships/slideLayout" Target="../slideLayouts/slideLayout2.xml"/><Relationship Id="rId1" Type="http://schemas.openxmlformats.org/officeDocument/2006/relationships/slideLayout" Target="../slideLayouts/slideLayout1.xml"/><Relationship Id="rId4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 preserve="1">
  <p:cSld>
    <p:bg>
      <p:bgPr>
        <a:solidFill>
          <a:schemeClr val="bg1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124" name="Rectangle 4"/>
          <p:cNvSpPr>
            <a:spLocks noGrp="1" noChangeArrowheads="1"/>
          </p:cNvSpPr>
          <p:nvPr>
            <p:ph type="sldNum" sz="quarter" idx="4"/>
          </p:nvPr>
        </p:nvSpPr>
        <p:spPr bwMode="auto">
          <a:xfrm>
            <a:off x="7112000" y="6419850"/>
            <a:ext cx="1905000" cy="304800"/>
          </a:xfrm>
          <a:prstGeom prst="rect">
            <a:avLst/>
          </a:prstGeom>
          <a:noFill/>
          <a:ln w="9525">
            <a:noFill/>
            <a:miter lim="800000"/>
            <a:headEnd/>
            <a:tailEnd/>
          </a:ln>
          <a:effectLst/>
        </p:spPr>
        <p:txBody>
          <a:bodyPr vert="horz" wrap="square" lIns="91440" tIns="45720" rIns="91440" bIns="45720" numCol="1" anchor="t" anchorCtr="0" compatLnSpc="1">
            <a:prstTxWarp prst="textNoShape">
              <a:avLst/>
            </a:prstTxWarp>
          </a:bodyPr>
          <a:lstStyle>
            <a:lvl1pPr algn="r">
              <a:lnSpc>
                <a:spcPct val="100000"/>
              </a:lnSpc>
              <a:spcBef>
                <a:spcPct val="0"/>
              </a:spcBef>
              <a:defRPr kumimoji="0" sz="1300">
                <a:solidFill>
                  <a:schemeClr val="tx2"/>
                </a:solidFill>
                <a:latin typeface="+mn-ea"/>
                <a:ea typeface="굴림" pitchFamily="50" charset="-127"/>
              </a:defRPr>
            </a:lvl1pPr>
          </a:lstStyle>
          <a:p>
            <a:pPr>
              <a:defRPr/>
            </a:pPr>
            <a:fld id="{7654FC3B-6869-4E9F-A7F1-8E6950896509}" type="slidenum">
              <a:rPr lang="en-US" altLang="ko-KR"/>
              <a:pPr>
                <a:defRPr/>
              </a:pPr>
              <a:t>‹#›</a:t>
            </a:fld>
            <a:endParaRPr lang="en-US" altLang="ko-KR"/>
          </a:p>
        </p:txBody>
      </p:sp>
      <p:sp>
        <p:nvSpPr>
          <p:cNvPr id="1027" name="Rectangle 6"/>
          <p:cNvSpPr>
            <a:spLocks noGrp="1" noChangeArrowheads="1"/>
          </p:cNvSpPr>
          <p:nvPr>
            <p:ph type="body" idx="1"/>
          </p:nvPr>
        </p:nvSpPr>
        <p:spPr bwMode="auto">
          <a:xfrm>
            <a:off x="444500" y="1152525"/>
            <a:ext cx="7772400" cy="5019675"/>
          </a:xfrm>
          <a:prstGeom prst="rect">
            <a:avLst/>
          </a:prstGeom>
          <a:noFill/>
          <a:ln w="9525">
            <a:noFill/>
            <a:miter lim="800000"/>
            <a:headEnd/>
            <a:tailEnd/>
          </a:ln>
        </p:spPr>
        <p:txBody>
          <a:bodyPr vert="horz" wrap="square" lIns="91440" tIns="45720" rIns="91440" bIns="45720" numCol="1" anchor="t" anchorCtr="0" compatLnSpc="1">
            <a:prstTxWarp prst="textNoShape">
              <a:avLst/>
            </a:prstTxWarp>
          </a:bodyPr>
          <a:lstStyle/>
          <a:p>
            <a:pPr lvl="0"/>
            <a:r>
              <a:rPr lang="ko-KR" altLang="en-US"/>
              <a:t>마스터 텍스트 스타일을 편집합니다</a:t>
            </a:r>
          </a:p>
          <a:p>
            <a:pPr lvl="1"/>
            <a:r>
              <a:rPr lang="ko-KR" altLang="en-US"/>
              <a:t>둘째 수준</a:t>
            </a:r>
          </a:p>
          <a:p>
            <a:pPr lvl="2"/>
            <a:r>
              <a:rPr lang="ko-KR" altLang="en-US"/>
              <a:t>셋째 수준</a:t>
            </a:r>
          </a:p>
          <a:p>
            <a:pPr lvl="3"/>
            <a:r>
              <a:rPr lang="ko-KR" altLang="en-US"/>
              <a:t>넷째 수준</a:t>
            </a:r>
          </a:p>
          <a:p>
            <a:pPr lvl="4"/>
            <a:r>
              <a:rPr lang="ko-KR" altLang="en-US"/>
              <a:t>다섯째 수준</a:t>
            </a:r>
          </a:p>
        </p:txBody>
      </p:sp>
      <p:sp>
        <p:nvSpPr>
          <p:cNvPr id="5131" name="Rectangle 11"/>
          <p:cNvSpPr>
            <a:spLocks noGrp="1" noChangeArrowheads="1"/>
          </p:cNvSpPr>
          <p:nvPr>
            <p:ph type="ftr" sz="quarter" idx="3"/>
          </p:nvPr>
        </p:nvSpPr>
        <p:spPr bwMode="auto">
          <a:xfrm>
            <a:off x="896938" y="6392863"/>
            <a:ext cx="3109912" cy="349250"/>
          </a:xfrm>
          <a:prstGeom prst="rect">
            <a:avLst/>
          </a:prstGeom>
          <a:noFill/>
          <a:ln w="9525">
            <a:noFill/>
            <a:miter lim="800000"/>
            <a:headEnd/>
            <a:tailEnd/>
          </a:ln>
          <a:effectLst/>
        </p:spPr>
        <p:txBody>
          <a:bodyPr vert="horz" wrap="square" lIns="91440" tIns="45720" rIns="91440" bIns="45720" numCol="1" anchor="b" anchorCtr="0" compatLnSpc="1">
            <a:prstTxWarp prst="textNoShape">
              <a:avLst/>
            </a:prstTxWarp>
          </a:bodyPr>
          <a:lstStyle>
            <a:lvl1pPr algn="ctr">
              <a:lnSpc>
                <a:spcPct val="100000"/>
              </a:lnSpc>
              <a:spcBef>
                <a:spcPct val="0"/>
              </a:spcBef>
              <a:defRPr kumimoji="0">
                <a:solidFill>
                  <a:srgbClr val="40458C"/>
                </a:solidFill>
                <a:latin typeface="+mn-lt"/>
                <a:ea typeface="굴림" pitchFamily="50" charset="-127"/>
              </a:defRPr>
            </a:lvl1pPr>
          </a:lstStyle>
          <a:p>
            <a:pPr>
              <a:defRPr/>
            </a:pPr>
            <a:endParaRPr lang="ko-KR" altLang="en-US" dirty="0"/>
          </a:p>
        </p:txBody>
      </p:sp>
      <p:grpSp>
        <p:nvGrpSpPr>
          <p:cNvPr id="2" name="Group 20"/>
          <p:cNvGrpSpPr>
            <a:grpSpLocks/>
          </p:cNvGrpSpPr>
          <p:nvPr/>
        </p:nvGrpSpPr>
        <p:grpSpPr bwMode="auto">
          <a:xfrm>
            <a:off x="0" y="954088"/>
            <a:ext cx="9144000" cy="50800"/>
            <a:chOff x="0" y="583"/>
            <a:chExt cx="5760" cy="50"/>
          </a:xfrm>
        </p:grpSpPr>
        <p:sp>
          <p:nvSpPr>
            <p:cNvPr id="1035" name="Rectangle 14"/>
            <p:cNvSpPr>
              <a:spLocks noChangeArrowheads="1"/>
            </p:cNvSpPr>
            <p:nvPr userDrawn="1"/>
          </p:nvSpPr>
          <p:spPr bwMode="auto">
            <a:xfrm>
              <a:off x="0" y="583"/>
              <a:ext cx="1645" cy="50"/>
            </a:xfrm>
            <a:prstGeom prst="rect">
              <a:avLst/>
            </a:prstGeom>
            <a:solidFill>
              <a:srgbClr val="000099"/>
            </a:solidFill>
            <a:ln w="9525" algn="ctr">
              <a:noFill/>
              <a:miter lim="800000"/>
              <a:headEnd/>
              <a:tailEnd/>
            </a:ln>
          </p:spPr>
          <p:txBody>
            <a:bodyPr anchor="ctr">
              <a:spAutoFit/>
            </a:bodyPr>
            <a:lstStyle/>
            <a:p>
              <a:endParaRPr lang="ko-KR" altLang="en-US"/>
            </a:p>
          </p:txBody>
        </p:sp>
        <p:sp>
          <p:nvSpPr>
            <p:cNvPr id="1036" name="Rectangle 17"/>
            <p:cNvSpPr>
              <a:spLocks noChangeArrowheads="1"/>
            </p:cNvSpPr>
            <p:nvPr userDrawn="1"/>
          </p:nvSpPr>
          <p:spPr bwMode="auto">
            <a:xfrm>
              <a:off x="1638" y="589"/>
              <a:ext cx="4122" cy="44"/>
            </a:xfrm>
            <a:prstGeom prst="rect">
              <a:avLst/>
            </a:prstGeom>
            <a:solidFill>
              <a:srgbClr val="DDDDDD"/>
            </a:solidFill>
            <a:ln w="9525" algn="ctr">
              <a:noFill/>
              <a:miter lim="800000"/>
              <a:headEnd/>
              <a:tailEnd/>
            </a:ln>
          </p:spPr>
          <p:txBody>
            <a:bodyPr anchor="ctr">
              <a:spAutoFit/>
            </a:bodyPr>
            <a:lstStyle/>
            <a:p>
              <a:endParaRPr lang="ko-KR" altLang="en-US"/>
            </a:p>
          </p:txBody>
        </p:sp>
      </p:grpSp>
      <p:grpSp>
        <p:nvGrpSpPr>
          <p:cNvPr id="3" name="Group 21"/>
          <p:cNvGrpSpPr>
            <a:grpSpLocks/>
          </p:cNvGrpSpPr>
          <p:nvPr/>
        </p:nvGrpSpPr>
        <p:grpSpPr bwMode="auto">
          <a:xfrm>
            <a:off x="0" y="6383338"/>
            <a:ext cx="9144000" cy="60325"/>
            <a:chOff x="0" y="583"/>
            <a:chExt cx="5760" cy="50"/>
          </a:xfrm>
        </p:grpSpPr>
        <p:sp>
          <p:nvSpPr>
            <p:cNvPr id="1033" name="Rectangle 22"/>
            <p:cNvSpPr>
              <a:spLocks noChangeArrowheads="1"/>
            </p:cNvSpPr>
            <p:nvPr userDrawn="1"/>
          </p:nvSpPr>
          <p:spPr bwMode="auto">
            <a:xfrm>
              <a:off x="0" y="583"/>
              <a:ext cx="1645" cy="50"/>
            </a:xfrm>
            <a:prstGeom prst="rect">
              <a:avLst/>
            </a:prstGeom>
            <a:solidFill>
              <a:srgbClr val="000099"/>
            </a:solidFill>
            <a:ln w="9525" algn="ctr">
              <a:noFill/>
              <a:miter lim="800000"/>
              <a:headEnd/>
              <a:tailEnd/>
            </a:ln>
          </p:spPr>
          <p:txBody>
            <a:bodyPr anchor="ctr">
              <a:spAutoFit/>
            </a:bodyPr>
            <a:lstStyle/>
            <a:p>
              <a:endParaRPr lang="ko-KR" altLang="en-US"/>
            </a:p>
          </p:txBody>
        </p:sp>
        <p:sp>
          <p:nvSpPr>
            <p:cNvPr id="1034" name="Rectangle 23"/>
            <p:cNvSpPr>
              <a:spLocks noChangeArrowheads="1"/>
            </p:cNvSpPr>
            <p:nvPr userDrawn="1"/>
          </p:nvSpPr>
          <p:spPr bwMode="auto">
            <a:xfrm>
              <a:off x="1638" y="590"/>
              <a:ext cx="4122" cy="43"/>
            </a:xfrm>
            <a:prstGeom prst="rect">
              <a:avLst/>
            </a:prstGeom>
            <a:solidFill>
              <a:srgbClr val="DDDDDD"/>
            </a:solidFill>
            <a:ln w="9525" algn="ctr">
              <a:noFill/>
              <a:miter lim="800000"/>
              <a:headEnd/>
              <a:tailEnd/>
            </a:ln>
          </p:spPr>
          <p:txBody>
            <a:bodyPr anchor="ctr">
              <a:spAutoFit/>
            </a:bodyPr>
            <a:lstStyle/>
            <a:p>
              <a:endParaRPr lang="ko-KR" altLang="en-US"/>
            </a:p>
          </p:txBody>
        </p:sp>
      </p:grpSp>
      <p:sp>
        <p:nvSpPr>
          <p:cNvPr id="1032" name="Rectangle 5"/>
          <p:cNvSpPr>
            <a:spLocks noGrp="1" noChangeArrowheads="1"/>
          </p:cNvSpPr>
          <p:nvPr>
            <p:ph type="title"/>
          </p:nvPr>
        </p:nvSpPr>
        <p:spPr bwMode="auto">
          <a:xfrm>
            <a:off x="442913" y="146050"/>
            <a:ext cx="7772400" cy="762000"/>
          </a:xfrm>
          <a:prstGeom prst="rect">
            <a:avLst/>
          </a:prstGeom>
          <a:noFill/>
          <a:ln w="9525">
            <a:noFill/>
            <a:miter lim="800000"/>
            <a:headEnd/>
            <a:tailEnd/>
          </a:ln>
        </p:spPr>
        <p:txBody>
          <a:bodyPr vert="horz" wrap="square" lIns="91440" tIns="45720" rIns="91440" bIns="45720" numCol="1" anchor="t" anchorCtr="0" compatLnSpc="1">
            <a:prstTxWarp prst="textNoShape">
              <a:avLst/>
            </a:prstTxWarp>
          </a:bodyPr>
          <a:lstStyle/>
          <a:p>
            <a:pPr lvl="0"/>
            <a:r>
              <a:rPr lang="ko-KR" altLang="en-US"/>
              <a:t>마스터 제목 스타일 편집</a:t>
            </a:r>
          </a:p>
        </p:txBody>
      </p:sp>
    </p:spTree>
  </p:cSld>
  <p:clrMap bg1="lt1" tx1="dk1" bg2="lt2" tx2="dk2" accent1="accent1" accent2="accent2" accent3="accent3" accent4="accent4" accent5="accent5" accent6="accent6" hlink="hlink" folHlink="folHlink"/>
  <p:sldLayoutIdLst>
    <p:sldLayoutId id="2147483661" r:id="rId1"/>
    <p:sldLayoutId id="2147483662" r:id="rId2"/>
    <p:sldLayoutId id="2147483663" r:id="rId3"/>
  </p:sldLayoutIdLst>
  <p:hf hdr="0" dt="0"/>
  <p:txStyles>
    <p:titleStyle>
      <a:lvl1pPr algn="l" rtl="0" eaLnBrk="0" fontAlgn="base" latinLnBrk="1" hangingPunct="0">
        <a:spcBef>
          <a:spcPct val="0"/>
        </a:spcBef>
        <a:spcAft>
          <a:spcPct val="0"/>
        </a:spcAft>
        <a:defRPr kumimoji="1" sz="2400" b="1">
          <a:solidFill>
            <a:schemeClr val="tx1"/>
          </a:solidFill>
          <a:latin typeface="+mj-lt"/>
          <a:ea typeface="+mj-ea"/>
          <a:cs typeface="+mj-cs"/>
        </a:defRPr>
      </a:lvl1pPr>
      <a:lvl2pPr algn="l" rtl="0" eaLnBrk="0" fontAlgn="base" latinLnBrk="1" hangingPunct="0">
        <a:spcBef>
          <a:spcPct val="0"/>
        </a:spcBef>
        <a:spcAft>
          <a:spcPct val="0"/>
        </a:spcAft>
        <a:defRPr kumimoji="1" sz="2400" b="1">
          <a:solidFill>
            <a:schemeClr val="tx1"/>
          </a:solidFill>
          <a:latin typeface="Tahoma" pitchFamily="34" charset="0"/>
          <a:ea typeface="굴림" pitchFamily="50" charset="-127"/>
        </a:defRPr>
      </a:lvl2pPr>
      <a:lvl3pPr algn="l" rtl="0" eaLnBrk="0" fontAlgn="base" latinLnBrk="1" hangingPunct="0">
        <a:spcBef>
          <a:spcPct val="0"/>
        </a:spcBef>
        <a:spcAft>
          <a:spcPct val="0"/>
        </a:spcAft>
        <a:defRPr kumimoji="1" sz="2400" b="1">
          <a:solidFill>
            <a:schemeClr val="tx1"/>
          </a:solidFill>
          <a:latin typeface="Tahoma" pitchFamily="34" charset="0"/>
          <a:ea typeface="굴림" pitchFamily="50" charset="-127"/>
        </a:defRPr>
      </a:lvl3pPr>
      <a:lvl4pPr algn="l" rtl="0" eaLnBrk="0" fontAlgn="base" latinLnBrk="1" hangingPunct="0">
        <a:spcBef>
          <a:spcPct val="0"/>
        </a:spcBef>
        <a:spcAft>
          <a:spcPct val="0"/>
        </a:spcAft>
        <a:defRPr kumimoji="1" sz="2400" b="1">
          <a:solidFill>
            <a:schemeClr val="tx1"/>
          </a:solidFill>
          <a:latin typeface="Tahoma" pitchFamily="34" charset="0"/>
          <a:ea typeface="굴림" pitchFamily="50" charset="-127"/>
        </a:defRPr>
      </a:lvl4pPr>
      <a:lvl5pPr algn="l" rtl="0" eaLnBrk="0" fontAlgn="base" latinLnBrk="1" hangingPunct="0">
        <a:spcBef>
          <a:spcPct val="0"/>
        </a:spcBef>
        <a:spcAft>
          <a:spcPct val="0"/>
        </a:spcAft>
        <a:defRPr kumimoji="1" sz="2400" b="1">
          <a:solidFill>
            <a:schemeClr val="tx1"/>
          </a:solidFill>
          <a:latin typeface="Tahoma" pitchFamily="34" charset="0"/>
          <a:ea typeface="굴림" pitchFamily="50" charset="-127"/>
        </a:defRPr>
      </a:lvl5pPr>
      <a:lvl6pPr marL="457200" algn="l" rtl="0" fontAlgn="base" latinLnBrk="1">
        <a:spcBef>
          <a:spcPct val="0"/>
        </a:spcBef>
        <a:spcAft>
          <a:spcPct val="0"/>
        </a:spcAft>
        <a:defRPr kumimoji="1" sz="2400" b="1">
          <a:solidFill>
            <a:schemeClr val="tx1"/>
          </a:solidFill>
          <a:latin typeface="Tahoma" pitchFamily="34" charset="0"/>
          <a:ea typeface="굴림" pitchFamily="50" charset="-127"/>
        </a:defRPr>
      </a:lvl6pPr>
      <a:lvl7pPr marL="914400" algn="l" rtl="0" fontAlgn="base" latinLnBrk="1">
        <a:spcBef>
          <a:spcPct val="0"/>
        </a:spcBef>
        <a:spcAft>
          <a:spcPct val="0"/>
        </a:spcAft>
        <a:defRPr kumimoji="1" sz="2400" b="1">
          <a:solidFill>
            <a:schemeClr val="tx1"/>
          </a:solidFill>
          <a:latin typeface="Tahoma" pitchFamily="34" charset="0"/>
          <a:ea typeface="굴림" pitchFamily="50" charset="-127"/>
        </a:defRPr>
      </a:lvl7pPr>
      <a:lvl8pPr marL="1371600" algn="l" rtl="0" fontAlgn="base" latinLnBrk="1">
        <a:spcBef>
          <a:spcPct val="0"/>
        </a:spcBef>
        <a:spcAft>
          <a:spcPct val="0"/>
        </a:spcAft>
        <a:defRPr kumimoji="1" sz="2400" b="1">
          <a:solidFill>
            <a:schemeClr val="tx1"/>
          </a:solidFill>
          <a:latin typeface="Tahoma" pitchFamily="34" charset="0"/>
          <a:ea typeface="굴림" pitchFamily="50" charset="-127"/>
        </a:defRPr>
      </a:lvl8pPr>
      <a:lvl9pPr marL="1828800" algn="l" rtl="0" fontAlgn="base" latinLnBrk="1">
        <a:spcBef>
          <a:spcPct val="0"/>
        </a:spcBef>
        <a:spcAft>
          <a:spcPct val="0"/>
        </a:spcAft>
        <a:defRPr kumimoji="1" sz="2400" b="1">
          <a:solidFill>
            <a:schemeClr val="tx1"/>
          </a:solidFill>
          <a:latin typeface="Tahoma" pitchFamily="34" charset="0"/>
          <a:ea typeface="굴림" pitchFamily="50" charset="-127"/>
        </a:defRPr>
      </a:lvl9pPr>
    </p:titleStyle>
    <p:bodyStyle>
      <a:lvl1pPr marL="342900" indent="-342900" algn="l" rtl="0" eaLnBrk="0" fontAlgn="base" latinLnBrk="1" hangingPunct="0">
        <a:lnSpc>
          <a:spcPct val="120000"/>
        </a:lnSpc>
        <a:spcBef>
          <a:spcPct val="20000"/>
        </a:spcBef>
        <a:spcAft>
          <a:spcPct val="0"/>
        </a:spcAft>
        <a:buClr>
          <a:srgbClr val="40458C"/>
        </a:buClr>
        <a:buFont typeface="Wingdings" pitchFamily="2" charset="2"/>
        <a:buChar char="n"/>
        <a:defRPr kumimoji="1" sz="2200">
          <a:solidFill>
            <a:srgbClr val="40458C"/>
          </a:solidFill>
          <a:latin typeface="+mn-lt"/>
          <a:ea typeface="+mn-ea"/>
          <a:cs typeface="+mn-cs"/>
        </a:defRPr>
      </a:lvl1pPr>
      <a:lvl2pPr marL="742950" indent="-285750" algn="l" rtl="0" eaLnBrk="0" fontAlgn="base" latinLnBrk="1" hangingPunct="0">
        <a:lnSpc>
          <a:spcPct val="120000"/>
        </a:lnSpc>
        <a:spcBef>
          <a:spcPct val="20000"/>
        </a:spcBef>
        <a:spcAft>
          <a:spcPct val="0"/>
        </a:spcAft>
        <a:buClr>
          <a:schemeClr val="tx1"/>
        </a:buClr>
        <a:buFont typeface="Wingdings" pitchFamily="2" charset="2"/>
        <a:buChar char="w"/>
        <a:defRPr kumimoji="1" sz="2000">
          <a:solidFill>
            <a:schemeClr val="tx1"/>
          </a:solidFill>
          <a:latin typeface="+mn-lt"/>
          <a:ea typeface="+mn-ea"/>
        </a:defRPr>
      </a:lvl2pPr>
      <a:lvl3pPr marL="1143000" indent="-228600" algn="l" rtl="0" eaLnBrk="0" fontAlgn="base" latinLnBrk="1" hangingPunct="0">
        <a:lnSpc>
          <a:spcPct val="120000"/>
        </a:lnSpc>
        <a:spcBef>
          <a:spcPct val="20000"/>
        </a:spcBef>
        <a:spcAft>
          <a:spcPct val="0"/>
        </a:spcAft>
        <a:buClr>
          <a:schemeClr val="accent2"/>
        </a:buClr>
        <a:buSzPct val="90000"/>
        <a:buFont typeface="Times New Roman" pitchFamily="18" charset="0"/>
        <a:buChar char="–"/>
        <a:defRPr kumimoji="1" sz="2000">
          <a:solidFill>
            <a:schemeClr val="tx1"/>
          </a:solidFill>
          <a:latin typeface="+mn-lt"/>
          <a:ea typeface="+mn-ea"/>
        </a:defRPr>
      </a:lvl3pPr>
      <a:lvl4pPr marL="1600200" indent="-228600" algn="l" rtl="0" eaLnBrk="0" fontAlgn="base" latinLnBrk="1" hangingPunct="0">
        <a:lnSpc>
          <a:spcPct val="120000"/>
        </a:lnSpc>
        <a:spcBef>
          <a:spcPct val="20000"/>
        </a:spcBef>
        <a:spcAft>
          <a:spcPct val="0"/>
        </a:spcAft>
        <a:buClr>
          <a:schemeClr val="tx1"/>
        </a:buClr>
        <a:buFont typeface="Wingdings" pitchFamily="2" charset="2"/>
        <a:buChar char="w"/>
        <a:defRPr kumimoji="1" sz="2000">
          <a:solidFill>
            <a:schemeClr val="tx1"/>
          </a:solidFill>
          <a:latin typeface="+mn-lt"/>
          <a:ea typeface="+mn-ea"/>
        </a:defRPr>
      </a:lvl4pPr>
      <a:lvl5pPr marL="2057400" indent="-228600" algn="l" rtl="0" eaLnBrk="0" fontAlgn="base" latinLnBrk="1" hangingPunct="0">
        <a:lnSpc>
          <a:spcPct val="120000"/>
        </a:lnSpc>
        <a:spcBef>
          <a:spcPct val="20000"/>
        </a:spcBef>
        <a:spcAft>
          <a:spcPct val="0"/>
        </a:spcAft>
        <a:buClr>
          <a:schemeClr val="accent2"/>
        </a:buClr>
        <a:buFont typeface="Wingdings" pitchFamily="2" charset="2"/>
        <a:buChar char="w"/>
        <a:defRPr kumimoji="1" sz="2000">
          <a:solidFill>
            <a:schemeClr val="tx1"/>
          </a:solidFill>
          <a:latin typeface="+mn-lt"/>
          <a:ea typeface="+mn-ea"/>
        </a:defRPr>
      </a:lvl5pPr>
      <a:lvl6pPr marL="2514600" indent="-228600" algn="l" rtl="0" fontAlgn="base" latinLnBrk="1">
        <a:lnSpc>
          <a:spcPct val="120000"/>
        </a:lnSpc>
        <a:spcBef>
          <a:spcPct val="20000"/>
        </a:spcBef>
        <a:spcAft>
          <a:spcPct val="0"/>
        </a:spcAft>
        <a:buClr>
          <a:schemeClr val="accent2"/>
        </a:buClr>
        <a:buFont typeface="Wingdings" pitchFamily="2" charset="2"/>
        <a:buChar char="w"/>
        <a:defRPr kumimoji="1" sz="2000">
          <a:solidFill>
            <a:schemeClr val="tx1"/>
          </a:solidFill>
          <a:latin typeface="+mn-lt"/>
          <a:ea typeface="+mn-ea"/>
        </a:defRPr>
      </a:lvl6pPr>
      <a:lvl7pPr marL="2971800" indent="-228600" algn="l" rtl="0" fontAlgn="base" latinLnBrk="1">
        <a:lnSpc>
          <a:spcPct val="120000"/>
        </a:lnSpc>
        <a:spcBef>
          <a:spcPct val="20000"/>
        </a:spcBef>
        <a:spcAft>
          <a:spcPct val="0"/>
        </a:spcAft>
        <a:buClr>
          <a:schemeClr val="accent2"/>
        </a:buClr>
        <a:buFont typeface="Wingdings" pitchFamily="2" charset="2"/>
        <a:buChar char="w"/>
        <a:defRPr kumimoji="1" sz="2000">
          <a:solidFill>
            <a:schemeClr val="tx1"/>
          </a:solidFill>
          <a:latin typeface="+mn-lt"/>
          <a:ea typeface="+mn-ea"/>
        </a:defRPr>
      </a:lvl7pPr>
      <a:lvl8pPr marL="3429000" indent="-228600" algn="l" rtl="0" fontAlgn="base" latinLnBrk="1">
        <a:lnSpc>
          <a:spcPct val="120000"/>
        </a:lnSpc>
        <a:spcBef>
          <a:spcPct val="20000"/>
        </a:spcBef>
        <a:spcAft>
          <a:spcPct val="0"/>
        </a:spcAft>
        <a:buClr>
          <a:schemeClr val="accent2"/>
        </a:buClr>
        <a:buFont typeface="Wingdings" pitchFamily="2" charset="2"/>
        <a:buChar char="w"/>
        <a:defRPr kumimoji="1" sz="2000">
          <a:solidFill>
            <a:schemeClr val="tx1"/>
          </a:solidFill>
          <a:latin typeface="+mn-lt"/>
          <a:ea typeface="+mn-ea"/>
        </a:defRPr>
      </a:lvl8pPr>
      <a:lvl9pPr marL="3886200" indent="-228600" algn="l" rtl="0" fontAlgn="base" latinLnBrk="1">
        <a:lnSpc>
          <a:spcPct val="120000"/>
        </a:lnSpc>
        <a:spcBef>
          <a:spcPct val="20000"/>
        </a:spcBef>
        <a:spcAft>
          <a:spcPct val="0"/>
        </a:spcAft>
        <a:buClr>
          <a:schemeClr val="accent2"/>
        </a:buClr>
        <a:buFont typeface="Wingdings" pitchFamily="2" charset="2"/>
        <a:buChar char="w"/>
        <a:defRPr kumimoji="1" sz="2000">
          <a:solidFill>
            <a:schemeClr val="tx1"/>
          </a:solidFill>
          <a:latin typeface="+mn-lt"/>
          <a:ea typeface="+mn-ea"/>
        </a:defRPr>
      </a:lvl9pPr>
    </p:bodyStyle>
    <p:otherStyle>
      <a:defPPr>
        <a:defRPr lang="ko-KR"/>
      </a:defPPr>
      <a:lvl1pPr marL="0" algn="l" defTabSz="914400" rtl="0" eaLnBrk="1" latinLnBrk="1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1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1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1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1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1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1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1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1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2" Type="http://schemas.openxmlformats.org/officeDocument/2006/relationships/slideLayout" Target="../slideLayouts/slideLayout1.xml"/><Relationship Id="rId1" Type="http://schemas.openxmlformats.org/officeDocument/2006/relationships/themeOverride" Target="../theme/themeOverride1.xml"/></Relationships>
</file>

<file path=ppt/slides/_rels/slide2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1.xml"/><Relationship Id="rId1" Type="http://schemas.openxmlformats.org/officeDocument/2006/relationships/slideLayout" Target="../slideLayouts/slideLayout2.xml"/></Relationships>
</file>

<file path=ppt/slides/_rels/slide3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2.xml"/><Relationship Id="rId1" Type="http://schemas.openxmlformats.org/officeDocument/2006/relationships/slideLayout" Target="../slideLayouts/slideLayout2.xml"/></Relationships>
</file>

<file path=ppt/slides/_rels/slide4.xml.rels><?xml version="1.0" encoding="UTF-8" standalone="yes"?>
<Relationships xmlns="http://schemas.openxmlformats.org/package/2006/relationships"><Relationship Id="rId3" Type="http://schemas.openxmlformats.org/officeDocument/2006/relationships/image" Target="../media/image2.png"/><Relationship Id="rId2" Type="http://schemas.openxmlformats.org/officeDocument/2006/relationships/image" Target="../media/image1.png"/><Relationship Id="rId1" Type="http://schemas.openxmlformats.org/officeDocument/2006/relationships/slideLayout" Target="../slideLayouts/slideLayout2.xml"/></Relationships>
</file>

<file path=ppt/slides/_rels/slide5.xml.rels><?xml version="1.0" encoding="UTF-8" standalone="yes"?>
<Relationships xmlns="http://schemas.openxmlformats.org/package/2006/relationships"><Relationship Id="rId3" Type="http://schemas.openxmlformats.org/officeDocument/2006/relationships/image" Target="../media/image4.png"/><Relationship Id="rId2" Type="http://schemas.openxmlformats.org/officeDocument/2006/relationships/image" Target="../media/image3.png"/><Relationship Id="rId1" Type="http://schemas.openxmlformats.org/officeDocument/2006/relationships/slideLayout" Target="../slideLayouts/slideLayout2.xml"/></Relationships>
</file>

<file path=ppt/slides/_rels/slide6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3.xml"/><Relationship Id="rId1" Type="http://schemas.openxmlformats.org/officeDocument/2006/relationships/slideLayout" Target="../slideLayouts/slideLayout2.xml"/></Relationships>
</file>

<file path=ppt/slides/_rels/slide7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4.xml"/><Relationship Id="rId1" Type="http://schemas.openxmlformats.org/officeDocument/2006/relationships/slideLayout" Target="../slideLayouts/slideLayout2.xml"/></Relationships>
</file>

<file path=ppt/slides/_rels/slide8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9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5.xml"/><Relationship Id="rId1" Type="http://schemas.openxmlformats.org/officeDocument/2006/relationships/slideLayout" Target="../slideLayouts/slideLayout2.xml"/></Relationships>
</file>

<file path=ppt/slides/_rels/slide10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6.xml"/><Relationship Id="rId1" Type="http://schemas.openxmlformats.org/officeDocument/2006/relationships/slideLayout" Target="../slideLayouts/slideLayout2.xml"/></Relationships>
</file>

<file path=ppt/slides/_rels/slide11.xml.rels><?xml version="1.0" encoding="UTF-8" standalone="yes"?>
<Relationships xmlns="http://schemas.openxmlformats.org/package/2006/relationships"><Relationship Id="rId2" Type="http://schemas.openxmlformats.org/officeDocument/2006/relationships/image" Target="../media/image5.png"/><Relationship Id="rId1" Type="http://schemas.openxmlformats.org/officeDocument/2006/relationships/slideLayout" Target="../slideLayouts/slideLayout2.xml"/></Relationships>
</file>

<file path=ppt/slides/_rels/slide12.xml.rels><?xml version="1.0" encoding="UTF-8" standalone="yes"?>
<Relationships xmlns="http://schemas.openxmlformats.org/package/2006/relationships"><Relationship Id="rId2" Type="http://schemas.openxmlformats.org/officeDocument/2006/relationships/image" Target="../media/image6.png"/><Relationship Id="rId1" Type="http://schemas.openxmlformats.org/officeDocument/2006/relationships/slideLayout" Target="../slideLayouts/slideLayout2.xml"/></Relationships>
</file>

<file path=ppt/slides/_rels/slide13.xml.rels><?xml version="1.0" encoding="UTF-8" standalone="yes"?>
<Relationships xmlns="http://schemas.openxmlformats.org/package/2006/relationships"><Relationship Id="rId2" Type="http://schemas.openxmlformats.org/officeDocument/2006/relationships/image" Target="../media/image7.png"/><Relationship Id="rId1" Type="http://schemas.openxmlformats.org/officeDocument/2006/relationships/slideLayout" Target="../slideLayouts/slideLayout2.xml"/></Relationships>
</file>

<file path=ppt/slides/_rels/slide14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7.xml"/><Relationship Id="rId1" Type="http://schemas.openxmlformats.org/officeDocument/2006/relationships/slideLayout" Target="../slideLayouts/slideLayout2.xml"/></Relationships>
</file>

<file path=ppt/slides/_rels/slide15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8.xml"/><Relationship Id="rId1" Type="http://schemas.openxmlformats.org/officeDocument/2006/relationships/slideLayout" Target="../slideLayouts/slideLayout2.xml"/></Relationships>
</file>

<file path=ppt/slides/_rels/slide16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9.xml"/><Relationship Id="rId1" Type="http://schemas.openxmlformats.org/officeDocument/2006/relationships/slideLayout" Target="../slideLayouts/slideLayout2.xml"/></Relationships>
</file>

<file path=ppt/slides/_rels/slide17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10.xml"/><Relationship Id="rId1" Type="http://schemas.openxmlformats.org/officeDocument/2006/relationships/slideLayout" Target="../slideLayouts/slideLayout2.xml"/></Relationships>
</file>

<file path=ppt/slides/_rels/slide18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11.xml"/><Relationship Id="rId1" Type="http://schemas.openxmlformats.org/officeDocument/2006/relationships/slideLayout" Target="../slideLayouts/slideLayout2.xml"/></Relationships>
</file>

<file path=ppt/slides/_rels/slide19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12.xml"/><Relationship Id="rId1" Type="http://schemas.openxmlformats.org/officeDocument/2006/relationships/slideLayout" Target="../slideLayouts/slideLayout2.xml"/></Relationships>
</file>

<file path=ppt/slides/_rels/slide20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13.xml"/><Relationship Id="rId1" Type="http://schemas.openxmlformats.org/officeDocument/2006/relationships/slideLayout" Target="../slideLayouts/slideLayout2.xml"/></Relationships>
</file>

<file path=ppt/slides/_rels/slide21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14.xml"/><Relationship Id="rId1" Type="http://schemas.openxmlformats.org/officeDocument/2006/relationships/slideLayout" Target="../slideLayouts/slideLayout2.xml"/></Relationships>
</file>

<file path=ppt/slides/_rels/slide22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15.xml"/><Relationship Id="rId1" Type="http://schemas.openxmlformats.org/officeDocument/2006/relationships/slideLayout" Target="../slideLayouts/slideLayout2.xml"/></Relationships>
</file>

<file path=ppt/slides/_rels/slide23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16.xml"/><Relationship Id="rId1" Type="http://schemas.openxmlformats.org/officeDocument/2006/relationships/slideLayout" Target="../slideLayouts/slideLayout2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chemeClr val="bg1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제목 1"/>
          <p:cNvSpPr>
            <a:spLocks noGrp="1"/>
          </p:cNvSpPr>
          <p:nvPr>
            <p:ph type="ctrTitle" sz="quarter"/>
          </p:nvPr>
        </p:nvSpPr>
        <p:spPr/>
        <p:txBody>
          <a:bodyPr/>
          <a:lstStyle/>
          <a:p>
            <a:r>
              <a:rPr lang="ko-KR" altLang="en-US" dirty="0"/>
              <a:t>웹 프로그래밍</a:t>
            </a:r>
            <a:br>
              <a:rPr lang="en-US" altLang="ko-KR" dirty="0"/>
            </a:br>
            <a:br>
              <a:rPr lang="en-US" altLang="ko-KR" dirty="0"/>
            </a:br>
            <a:r>
              <a:rPr lang="en-US" altLang="ko-KR" dirty="0"/>
              <a:t>part</a:t>
            </a:r>
            <a:r>
              <a:rPr lang="ko-KR" altLang="en-US" dirty="0"/>
              <a:t> </a:t>
            </a:r>
            <a:r>
              <a:rPr lang="en-US" altLang="ko-KR"/>
              <a:t>5</a:t>
            </a:r>
            <a:endParaRPr lang="ko-KR" altLang="en-US" dirty="0"/>
          </a:p>
        </p:txBody>
      </p:sp>
      <p:sp>
        <p:nvSpPr>
          <p:cNvPr id="3" name="부제목 2"/>
          <p:cNvSpPr>
            <a:spLocks noGrp="1"/>
          </p:cNvSpPr>
          <p:nvPr>
            <p:ph type="subTitle" sz="quarter" idx="1"/>
          </p:nvPr>
        </p:nvSpPr>
        <p:spPr/>
        <p:txBody>
          <a:bodyPr/>
          <a:lstStyle/>
          <a:p>
            <a:r>
              <a:rPr lang="ko-KR" altLang="en-US" dirty="0"/>
              <a:t>금오공과대학교</a:t>
            </a:r>
            <a:endParaRPr lang="en-US" altLang="ko-KR" dirty="0"/>
          </a:p>
          <a:p>
            <a:r>
              <a:rPr lang="ko-KR" altLang="en-US" dirty="0"/>
              <a:t>조재한</a:t>
            </a:r>
          </a:p>
        </p:txBody>
      </p:sp>
    </p:spTree>
  </p:cSld>
  <p:clrMapOvr>
    <a:overrideClrMapping bg1="lt1" tx1="dk1" bg2="lt2" tx2="dk2" accent1="accent1" accent2="accent2" accent3="accent3" accent4="accent4" accent5="accent5" accent6="accent6" hlink="hlink" folHlink="folHlink"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Shape 4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2" name="Google Shape;42;p2"/>
          <p:cNvSpPr txBox="1">
            <a:spLocks noGrp="1"/>
          </p:cNvSpPr>
          <p:nvPr>
            <p:ph type="title"/>
          </p:nvPr>
        </p:nvSpPr>
        <p:spPr>
          <a:prstGeom prst="rect">
            <a:avLst/>
          </a:prstGeom>
          <a:noFill/>
          <a:ln>
            <a:noFill/>
          </a:ln>
        </p:spPr>
        <p:txBody>
          <a:bodyPr spcFirstLastPara="1" vert="horz" wrap="square" lIns="68569" tIns="34275" rIns="68569" bIns="34275" numCol="1" anchor="t" anchorCtr="0" compatLnSpc="1">
            <a:prstTxWarp prst="textNoShape">
              <a:avLst/>
            </a:prstTxWarp>
            <a:noAutofit/>
          </a:bodyPr>
          <a:lstStyle/>
          <a:p>
            <a:pPr>
              <a:spcBef>
                <a:spcPts val="0"/>
              </a:spcBef>
              <a:spcAft>
                <a:spcPts val="0"/>
              </a:spcAft>
            </a:pPr>
            <a:r>
              <a:rPr lang="en-US" dirty="0"/>
              <a:t>자바스크립트 ?</a:t>
            </a:r>
            <a:endParaRPr dirty="0"/>
          </a:p>
        </p:txBody>
      </p:sp>
      <p:sp>
        <p:nvSpPr>
          <p:cNvPr id="2" name="내용 개체 틀 1">
            <a:extLst>
              <a:ext uri="{FF2B5EF4-FFF2-40B4-BE49-F238E27FC236}">
                <a16:creationId xmlns:a16="http://schemas.microsoft.com/office/drawing/2014/main" id="{BF01940C-97BF-2AF1-C185-AC485AD9CC11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r>
              <a:rPr lang="ko-KR" altLang="en-US" dirty="0"/>
              <a:t>자바스크립트</a:t>
            </a:r>
            <a:endParaRPr lang="en-US" altLang="ko-KR" dirty="0"/>
          </a:p>
          <a:p>
            <a:pPr lvl="1"/>
            <a:r>
              <a:rPr lang="ko-KR" altLang="en-US" dirty="0"/>
              <a:t>자바스크립트는 웹 브라우저에서 실행되는 동적 프로그래밍 언어이다</a:t>
            </a:r>
            <a:r>
              <a:rPr lang="en-US" altLang="ko-KR" dirty="0"/>
              <a:t>.</a:t>
            </a:r>
          </a:p>
          <a:p>
            <a:pPr lvl="1"/>
            <a:r>
              <a:rPr lang="ko-KR" altLang="en-US" dirty="0"/>
              <a:t>주로 웹 개발에 사용되며</a:t>
            </a:r>
            <a:r>
              <a:rPr lang="en-US" altLang="ko-KR" dirty="0"/>
              <a:t>, </a:t>
            </a:r>
            <a:r>
              <a:rPr lang="ko-KR" altLang="en-US" dirty="0"/>
              <a:t>현재는 프론트엔드와 백엔드 개발에 모두 활용된다</a:t>
            </a:r>
            <a:r>
              <a:rPr lang="en-US" altLang="ko-KR" dirty="0"/>
              <a:t>.</a:t>
            </a:r>
          </a:p>
          <a:p>
            <a:pPr lvl="1"/>
            <a:r>
              <a:rPr lang="en-US" altLang="ko-KR" dirty="0"/>
              <a:t>Node.js</a:t>
            </a:r>
            <a:r>
              <a:rPr lang="ko-KR" altLang="en-US" dirty="0"/>
              <a:t>를 사용하면 서버 측에서도 자바스크립트를 사용할 수 있다</a:t>
            </a:r>
            <a:r>
              <a:rPr lang="en-US" altLang="ko-KR" dirty="0"/>
              <a:t>.</a:t>
            </a:r>
          </a:p>
          <a:p>
            <a:pPr lvl="1"/>
            <a:r>
              <a:rPr lang="ko-KR" altLang="en-US" dirty="0"/>
              <a:t>다양한 프레임워크와 함께 사용되어 현대적인 웹 애플리케이션 개발에 핵심적인 역할을 한다</a:t>
            </a:r>
            <a:r>
              <a:rPr lang="en-US" altLang="ko-KR" dirty="0"/>
              <a:t>.</a:t>
            </a:r>
          </a:p>
          <a:p>
            <a:r>
              <a:rPr lang="ko-KR" altLang="en-US" dirty="0"/>
              <a:t>대표적인 자바스크립트 프레임워크</a:t>
            </a:r>
          </a:p>
          <a:p>
            <a:pPr lvl="1"/>
            <a:r>
              <a:rPr lang="en-US" altLang="ko-KR" dirty="0"/>
              <a:t>React, Angular, Vue, Ext JS</a:t>
            </a:r>
          </a:p>
          <a:p>
            <a:endParaRPr lang="en-US" altLang="ko-KR" dirty="0"/>
          </a:p>
          <a:p>
            <a:endParaRPr lang="ko-KR" altLang="en-US" dirty="0"/>
          </a:p>
        </p:txBody>
      </p:sp>
      <p:sp>
        <p:nvSpPr>
          <p:cNvPr id="44" name="Google Shape;44;p2"/>
          <p:cNvSpPr txBox="1">
            <a:spLocks noGrp="1"/>
          </p:cNvSpPr>
          <p:nvPr>
            <p:ph type="sldNum" sz="quarter" idx="10"/>
          </p:nvPr>
        </p:nvSpPr>
        <p:spPr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t" anchorCtr="0">
            <a:noAutofit/>
          </a:bodyPr>
          <a:lstStyle>
            <a:defPPr marR="0" lvl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defPPr>
            <a:lvl1pPr marL="0" marR="0" lvl="0" indent="0" algn="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Font typeface="Arial"/>
              <a:buNone/>
              <a:defRPr sz="1300" b="0" i="0" u="none" strike="noStrike" cap="none">
                <a:solidFill>
                  <a:schemeClr val="dk2"/>
                </a:solidFill>
                <a:latin typeface="Tahoma"/>
                <a:ea typeface="Tahoma"/>
                <a:cs typeface="Tahoma"/>
                <a:sym typeface="Tahoma"/>
              </a:defRPr>
            </a:lvl1pPr>
            <a:lvl2pPr marL="0" marR="0" lvl="1" indent="0" algn="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Font typeface="Arial"/>
              <a:buNone/>
              <a:defRPr sz="1300" b="0" i="0" u="none" strike="noStrike" cap="none">
                <a:solidFill>
                  <a:schemeClr val="dk2"/>
                </a:solidFill>
                <a:latin typeface="Tahoma"/>
                <a:ea typeface="Tahoma"/>
                <a:cs typeface="Tahoma"/>
                <a:sym typeface="Tahoma"/>
              </a:defRPr>
            </a:lvl2pPr>
            <a:lvl3pPr marL="0" marR="0" lvl="2" indent="0" algn="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Font typeface="Arial"/>
              <a:buNone/>
              <a:defRPr sz="1300" b="0" i="0" u="none" strike="noStrike" cap="none">
                <a:solidFill>
                  <a:schemeClr val="dk2"/>
                </a:solidFill>
                <a:latin typeface="Tahoma"/>
                <a:ea typeface="Tahoma"/>
                <a:cs typeface="Tahoma"/>
                <a:sym typeface="Tahoma"/>
              </a:defRPr>
            </a:lvl3pPr>
            <a:lvl4pPr marL="0" marR="0" lvl="3" indent="0" algn="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Font typeface="Arial"/>
              <a:buNone/>
              <a:defRPr sz="1300" b="0" i="0" u="none" strike="noStrike" cap="none">
                <a:solidFill>
                  <a:schemeClr val="dk2"/>
                </a:solidFill>
                <a:latin typeface="Tahoma"/>
                <a:ea typeface="Tahoma"/>
                <a:cs typeface="Tahoma"/>
                <a:sym typeface="Tahoma"/>
              </a:defRPr>
            </a:lvl4pPr>
            <a:lvl5pPr marL="0" marR="0" lvl="4" indent="0" algn="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Font typeface="Arial"/>
              <a:buNone/>
              <a:defRPr sz="1300" b="0" i="0" u="none" strike="noStrike" cap="none">
                <a:solidFill>
                  <a:schemeClr val="dk2"/>
                </a:solidFill>
                <a:latin typeface="Tahoma"/>
                <a:ea typeface="Tahoma"/>
                <a:cs typeface="Tahoma"/>
                <a:sym typeface="Tahoma"/>
              </a:defRPr>
            </a:lvl5pPr>
            <a:lvl6pPr marL="0" marR="0" lvl="5" indent="0" algn="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Font typeface="Arial"/>
              <a:buNone/>
              <a:defRPr sz="1300" b="0" i="0" u="none" strike="noStrike" cap="none">
                <a:solidFill>
                  <a:schemeClr val="dk2"/>
                </a:solidFill>
                <a:latin typeface="Tahoma"/>
                <a:ea typeface="Tahoma"/>
                <a:cs typeface="Tahoma"/>
                <a:sym typeface="Tahoma"/>
              </a:defRPr>
            </a:lvl6pPr>
            <a:lvl7pPr marL="0" marR="0" lvl="6" indent="0" algn="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Font typeface="Arial"/>
              <a:buNone/>
              <a:defRPr sz="1300" b="0" i="0" u="none" strike="noStrike" cap="none">
                <a:solidFill>
                  <a:schemeClr val="dk2"/>
                </a:solidFill>
                <a:latin typeface="Tahoma"/>
                <a:ea typeface="Tahoma"/>
                <a:cs typeface="Tahoma"/>
                <a:sym typeface="Tahoma"/>
              </a:defRPr>
            </a:lvl7pPr>
            <a:lvl8pPr marL="0" marR="0" lvl="7" indent="0" algn="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Font typeface="Arial"/>
              <a:buNone/>
              <a:defRPr sz="1300" b="0" i="0" u="none" strike="noStrike" cap="none">
                <a:solidFill>
                  <a:schemeClr val="dk2"/>
                </a:solidFill>
                <a:latin typeface="Tahoma"/>
                <a:ea typeface="Tahoma"/>
                <a:cs typeface="Tahoma"/>
                <a:sym typeface="Tahoma"/>
              </a:defRPr>
            </a:lvl8pPr>
            <a:lvl9pPr marL="0" marR="0" lvl="8" indent="0" algn="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Font typeface="Arial"/>
              <a:buNone/>
              <a:defRPr sz="1300" b="0" i="0" u="none" strike="noStrike" cap="none">
                <a:solidFill>
                  <a:schemeClr val="dk2"/>
                </a:solidFill>
                <a:latin typeface="Tahoma"/>
                <a:ea typeface="Tahoma"/>
                <a:cs typeface="Tahoma"/>
                <a:sym typeface="Tahoma"/>
              </a:defRPr>
            </a:lvl9pPr>
          </a:lstStyle>
          <a:p>
            <a:pPr algn="r"/>
            <a:fld id="{00000000-1234-1234-1234-123412341234}" type="slidenum">
              <a:rPr lang="en-US" smtClean="0"/>
              <a:pPr/>
              <a:t>2</a:t>
            </a:fld>
            <a:endParaRPr/>
          </a:p>
        </p:txBody>
      </p:sp>
      <p:sp>
        <p:nvSpPr>
          <p:cNvPr id="45" name="Google Shape;45;p2"/>
          <p:cNvSpPr txBox="1">
            <a:spLocks noGrp="1"/>
          </p:cNvSpPr>
          <p:nvPr>
            <p:ph type="ftr" sz="quarter" idx="11"/>
          </p:nvPr>
        </p:nvSpPr>
        <p:spPr>
          <a:prstGeom prst="rect">
            <a:avLst/>
          </a:prstGeom>
          <a:noFill/>
          <a:ln>
            <a:noFill/>
          </a:ln>
        </p:spPr>
        <p:txBody>
          <a:bodyPr spcFirstLastPara="1" vert="horz" wrap="square" lIns="68569" tIns="34275" rIns="68569" bIns="34275" numCol="1" anchor="b" anchorCtr="0" compatLnSpc="1">
            <a:prstTxWarp prst="textNoShape">
              <a:avLst/>
            </a:prstTxWarp>
            <a:noAutofit/>
          </a:bodyPr>
          <a:lstStyle/>
          <a:p>
            <a:pPr>
              <a:spcBef>
                <a:spcPts val="0"/>
              </a:spcBef>
            </a:pPr>
            <a:endParaRPr/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Shape 4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0" name="Google Shape;50;p3"/>
          <p:cNvSpPr txBox="1">
            <a:spLocks noGrp="1"/>
          </p:cNvSpPr>
          <p:nvPr>
            <p:ph type="title"/>
          </p:nvPr>
        </p:nvSpPr>
        <p:spPr>
          <a:prstGeom prst="rect">
            <a:avLst/>
          </a:prstGeom>
          <a:noFill/>
          <a:ln>
            <a:noFill/>
          </a:ln>
        </p:spPr>
        <p:txBody>
          <a:bodyPr spcFirstLastPara="1" vert="horz" wrap="square" lIns="68569" tIns="34275" rIns="68569" bIns="34275" numCol="1" anchor="t" anchorCtr="0" compatLnSpc="1">
            <a:prstTxWarp prst="textNoShape">
              <a:avLst/>
            </a:prstTxWarp>
            <a:noAutofit/>
          </a:bodyPr>
          <a:lstStyle/>
          <a:p>
            <a:pPr>
              <a:spcBef>
                <a:spcPts val="0"/>
              </a:spcBef>
              <a:spcAft>
                <a:spcPts val="0"/>
              </a:spcAft>
            </a:pPr>
            <a:r>
              <a:rPr lang="en-US" dirty="0" err="1"/>
              <a:t>주요</a:t>
            </a:r>
            <a:r>
              <a:rPr lang="en-US" dirty="0"/>
              <a:t> </a:t>
            </a:r>
            <a:r>
              <a:rPr lang="en-US" dirty="0" err="1"/>
              <a:t>특징</a:t>
            </a:r>
            <a:r>
              <a:rPr lang="en-US" dirty="0"/>
              <a:t>/</a:t>
            </a:r>
            <a:r>
              <a:rPr lang="en-US" dirty="0" err="1"/>
              <a:t>역할</a:t>
            </a:r>
            <a:endParaRPr dirty="0"/>
          </a:p>
        </p:txBody>
      </p:sp>
      <p:sp>
        <p:nvSpPr>
          <p:cNvPr id="52" name="Google Shape;52;p3"/>
          <p:cNvSpPr txBox="1">
            <a:spLocks noGrp="1"/>
          </p:cNvSpPr>
          <p:nvPr>
            <p:ph type="sldNum" sz="quarter" idx="10"/>
          </p:nvPr>
        </p:nvSpPr>
        <p:spPr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t" anchorCtr="0">
            <a:noAutofit/>
          </a:bodyPr>
          <a:lstStyle>
            <a:defPPr marR="0" lvl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defPPr>
            <a:lvl1pPr marL="0" marR="0" lvl="0" indent="0" algn="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Font typeface="Arial"/>
              <a:buNone/>
              <a:defRPr sz="1300" b="0" i="0" u="none" strike="noStrike" cap="none">
                <a:solidFill>
                  <a:schemeClr val="dk2"/>
                </a:solidFill>
                <a:latin typeface="Tahoma"/>
                <a:ea typeface="Tahoma"/>
                <a:cs typeface="Tahoma"/>
                <a:sym typeface="Tahoma"/>
              </a:defRPr>
            </a:lvl1pPr>
            <a:lvl2pPr marL="0" marR="0" lvl="1" indent="0" algn="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Font typeface="Arial"/>
              <a:buNone/>
              <a:defRPr sz="1300" b="0" i="0" u="none" strike="noStrike" cap="none">
                <a:solidFill>
                  <a:schemeClr val="dk2"/>
                </a:solidFill>
                <a:latin typeface="Tahoma"/>
                <a:ea typeface="Tahoma"/>
                <a:cs typeface="Tahoma"/>
                <a:sym typeface="Tahoma"/>
              </a:defRPr>
            </a:lvl2pPr>
            <a:lvl3pPr marL="0" marR="0" lvl="2" indent="0" algn="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Font typeface="Arial"/>
              <a:buNone/>
              <a:defRPr sz="1300" b="0" i="0" u="none" strike="noStrike" cap="none">
                <a:solidFill>
                  <a:schemeClr val="dk2"/>
                </a:solidFill>
                <a:latin typeface="Tahoma"/>
                <a:ea typeface="Tahoma"/>
                <a:cs typeface="Tahoma"/>
                <a:sym typeface="Tahoma"/>
              </a:defRPr>
            </a:lvl3pPr>
            <a:lvl4pPr marL="0" marR="0" lvl="3" indent="0" algn="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Font typeface="Arial"/>
              <a:buNone/>
              <a:defRPr sz="1300" b="0" i="0" u="none" strike="noStrike" cap="none">
                <a:solidFill>
                  <a:schemeClr val="dk2"/>
                </a:solidFill>
                <a:latin typeface="Tahoma"/>
                <a:ea typeface="Tahoma"/>
                <a:cs typeface="Tahoma"/>
                <a:sym typeface="Tahoma"/>
              </a:defRPr>
            </a:lvl4pPr>
            <a:lvl5pPr marL="0" marR="0" lvl="4" indent="0" algn="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Font typeface="Arial"/>
              <a:buNone/>
              <a:defRPr sz="1300" b="0" i="0" u="none" strike="noStrike" cap="none">
                <a:solidFill>
                  <a:schemeClr val="dk2"/>
                </a:solidFill>
                <a:latin typeface="Tahoma"/>
                <a:ea typeface="Tahoma"/>
                <a:cs typeface="Tahoma"/>
                <a:sym typeface="Tahoma"/>
              </a:defRPr>
            </a:lvl5pPr>
            <a:lvl6pPr marL="0" marR="0" lvl="5" indent="0" algn="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Font typeface="Arial"/>
              <a:buNone/>
              <a:defRPr sz="1300" b="0" i="0" u="none" strike="noStrike" cap="none">
                <a:solidFill>
                  <a:schemeClr val="dk2"/>
                </a:solidFill>
                <a:latin typeface="Tahoma"/>
                <a:ea typeface="Tahoma"/>
                <a:cs typeface="Tahoma"/>
                <a:sym typeface="Tahoma"/>
              </a:defRPr>
            </a:lvl6pPr>
            <a:lvl7pPr marL="0" marR="0" lvl="6" indent="0" algn="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Font typeface="Arial"/>
              <a:buNone/>
              <a:defRPr sz="1300" b="0" i="0" u="none" strike="noStrike" cap="none">
                <a:solidFill>
                  <a:schemeClr val="dk2"/>
                </a:solidFill>
                <a:latin typeface="Tahoma"/>
                <a:ea typeface="Tahoma"/>
                <a:cs typeface="Tahoma"/>
                <a:sym typeface="Tahoma"/>
              </a:defRPr>
            </a:lvl7pPr>
            <a:lvl8pPr marL="0" marR="0" lvl="7" indent="0" algn="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Font typeface="Arial"/>
              <a:buNone/>
              <a:defRPr sz="1300" b="0" i="0" u="none" strike="noStrike" cap="none">
                <a:solidFill>
                  <a:schemeClr val="dk2"/>
                </a:solidFill>
                <a:latin typeface="Tahoma"/>
                <a:ea typeface="Tahoma"/>
                <a:cs typeface="Tahoma"/>
                <a:sym typeface="Tahoma"/>
              </a:defRPr>
            </a:lvl8pPr>
            <a:lvl9pPr marL="0" marR="0" lvl="8" indent="0" algn="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Font typeface="Arial"/>
              <a:buNone/>
              <a:defRPr sz="1300" b="0" i="0" u="none" strike="noStrike" cap="none">
                <a:solidFill>
                  <a:schemeClr val="dk2"/>
                </a:solidFill>
                <a:latin typeface="Tahoma"/>
                <a:ea typeface="Tahoma"/>
                <a:cs typeface="Tahoma"/>
                <a:sym typeface="Tahoma"/>
              </a:defRPr>
            </a:lvl9pPr>
          </a:lstStyle>
          <a:p>
            <a:pPr algn="r"/>
            <a:fld id="{00000000-1234-1234-1234-123412341234}" type="slidenum">
              <a:rPr lang="en-US" smtClean="0"/>
              <a:pPr/>
              <a:t>3</a:t>
            </a:fld>
            <a:endParaRPr/>
          </a:p>
        </p:txBody>
      </p:sp>
      <p:sp>
        <p:nvSpPr>
          <p:cNvPr id="53" name="Google Shape;53;p3"/>
          <p:cNvSpPr txBox="1">
            <a:spLocks noGrp="1"/>
          </p:cNvSpPr>
          <p:nvPr>
            <p:ph type="ftr" sz="quarter" idx="11"/>
          </p:nvPr>
        </p:nvSpPr>
        <p:spPr>
          <a:prstGeom prst="rect">
            <a:avLst/>
          </a:prstGeom>
          <a:noFill/>
          <a:ln>
            <a:noFill/>
          </a:ln>
        </p:spPr>
        <p:txBody>
          <a:bodyPr spcFirstLastPara="1" vert="horz" wrap="square" lIns="68569" tIns="34275" rIns="68569" bIns="34275" numCol="1" anchor="b" anchorCtr="0" compatLnSpc="1">
            <a:prstTxWarp prst="textNoShape">
              <a:avLst/>
            </a:prstTxWarp>
            <a:noAutofit/>
          </a:bodyPr>
          <a:lstStyle/>
          <a:p>
            <a:pPr>
              <a:spcBef>
                <a:spcPts val="0"/>
              </a:spcBef>
            </a:pPr>
            <a:endParaRPr/>
          </a:p>
        </p:txBody>
      </p:sp>
      <p:sp>
        <p:nvSpPr>
          <p:cNvPr id="3" name="내용 개체 틀 2">
            <a:extLst>
              <a:ext uri="{FF2B5EF4-FFF2-40B4-BE49-F238E27FC236}">
                <a16:creationId xmlns:a16="http://schemas.microsoft.com/office/drawing/2014/main" id="{3B5F510F-AB5E-7453-DD73-0E10D23C7041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444500" y="996974"/>
            <a:ext cx="7772400" cy="5240338"/>
          </a:xfrm>
        </p:spPr>
        <p:txBody>
          <a:bodyPr>
            <a:normAutofit fontScale="55000" lnSpcReduction="20000"/>
          </a:bodyPr>
          <a:lstStyle/>
          <a:p>
            <a:pPr>
              <a:lnSpc>
                <a:spcPct val="170000"/>
              </a:lnSpc>
            </a:pPr>
            <a:r>
              <a:rPr lang="ko-KR" altLang="en-US" b="1" dirty="0"/>
              <a:t>특징</a:t>
            </a:r>
          </a:p>
          <a:p>
            <a:pPr lvl="1">
              <a:lnSpc>
                <a:spcPct val="170000"/>
              </a:lnSpc>
            </a:pPr>
            <a:r>
              <a:rPr lang="ko-KR" altLang="en-US" b="1" dirty="0"/>
              <a:t>경량</a:t>
            </a:r>
          </a:p>
          <a:p>
            <a:pPr lvl="2">
              <a:lnSpc>
                <a:spcPct val="170000"/>
              </a:lnSpc>
            </a:pPr>
            <a:r>
              <a:rPr lang="ko-KR" altLang="en-US" dirty="0"/>
              <a:t>가볍고 빠른 스크립팅 언어</a:t>
            </a:r>
          </a:p>
          <a:p>
            <a:pPr lvl="1">
              <a:lnSpc>
                <a:spcPct val="170000"/>
              </a:lnSpc>
            </a:pPr>
            <a:r>
              <a:rPr lang="ko-KR" altLang="en-US" b="1" dirty="0"/>
              <a:t>동적 타입</a:t>
            </a:r>
          </a:p>
          <a:p>
            <a:pPr lvl="2">
              <a:lnSpc>
                <a:spcPct val="170000"/>
              </a:lnSpc>
            </a:pPr>
            <a:r>
              <a:rPr lang="ko-KR" altLang="en-US" dirty="0"/>
              <a:t>변수의 데이터 타입을 명시적으로 지정하지 않음</a:t>
            </a:r>
            <a:r>
              <a:rPr lang="en-US" altLang="ko-KR" dirty="0"/>
              <a:t>.</a:t>
            </a:r>
          </a:p>
          <a:p>
            <a:pPr lvl="1">
              <a:lnSpc>
                <a:spcPct val="170000"/>
              </a:lnSpc>
            </a:pPr>
            <a:r>
              <a:rPr lang="ko-KR" altLang="en-US" b="1" dirty="0"/>
              <a:t>이벤트 기반</a:t>
            </a:r>
          </a:p>
          <a:p>
            <a:pPr lvl="2">
              <a:lnSpc>
                <a:spcPct val="170000"/>
              </a:lnSpc>
            </a:pPr>
            <a:r>
              <a:rPr lang="ko-KR" altLang="en-US" dirty="0"/>
              <a:t>사용자 입력 및 브라우저 이벤트에 반응한다</a:t>
            </a:r>
            <a:r>
              <a:rPr lang="en-US" altLang="ko-KR" dirty="0"/>
              <a:t>.</a:t>
            </a:r>
          </a:p>
          <a:p>
            <a:pPr lvl="1">
              <a:lnSpc>
                <a:spcPct val="170000"/>
              </a:lnSpc>
            </a:pPr>
            <a:r>
              <a:rPr lang="ko-KR" altLang="en-US" b="1" dirty="0"/>
              <a:t>크로스 플랫폼</a:t>
            </a:r>
          </a:p>
          <a:p>
            <a:pPr lvl="2">
              <a:lnSpc>
                <a:spcPct val="170000"/>
              </a:lnSpc>
            </a:pPr>
            <a:r>
              <a:rPr lang="ko-KR" altLang="en-US" dirty="0"/>
              <a:t>대부분의 브라우저와 </a:t>
            </a:r>
            <a:r>
              <a:rPr lang="en-US" altLang="ko-KR" dirty="0"/>
              <a:t>OS</a:t>
            </a:r>
            <a:r>
              <a:rPr lang="ko-KR" altLang="en-US" dirty="0"/>
              <a:t>에서 실행 가능하다</a:t>
            </a:r>
            <a:r>
              <a:rPr lang="en-US" altLang="ko-KR" dirty="0"/>
              <a:t>.</a:t>
            </a:r>
          </a:p>
          <a:p>
            <a:pPr lvl="2">
              <a:lnSpc>
                <a:spcPct val="170000"/>
              </a:lnSpc>
            </a:pPr>
            <a:r>
              <a:rPr lang="ko-KR" altLang="en-US" dirty="0"/>
              <a:t>객체 지향 및 함수형 프로그래밍 지원</a:t>
            </a:r>
          </a:p>
          <a:p>
            <a:pPr lvl="2">
              <a:lnSpc>
                <a:spcPct val="170000"/>
              </a:lnSpc>
            </a:pPr>
            <a:r>
              <a:rPr lang="ko-KR" altLang="en-US" dirty="0"/>
              <a:t>객체와 함수가 중심인 프로그래밍 패러다임을 모두 지원한다</a:t>
            </a:r>
            <a:r>
              <a:rPr lang="en-US" altLang="ko-KR" dirty="0"/>
              <a:t>.</a:t>
            </a:r>
          </a:p>
          <a:p>
            <a:pPr>
              <a:lnSpc>
                <a:spcPct val="170000"/>
              </a:lnSpc>
            </a:pPr>
            <a:r>
              <a:rPr lang="ko-KR" altLang="en-US" b="1" dirty="0"/>
              <a:t>역할</a:t>
            </a:r>
          </a:p>
          <a:p>
            <a:pPr lvl="1">
              <a:lnSpc>
                <a:spcPct val="170000"/>
              </a:lnSpc>
            </a:pPr>
            <a:r>
              <a:rPr lang="ko-KR" altLang="en-US" b="1" dirty="0"/>
              <a:t>프론트엔드 개발</a:t>
            </a:r>
            <a:endParaRPr lang="en-US" altLang="ko-KR" b="1" dirty="0"/>
          </a:p>
          <a:p>
            <a:pPr lvl="2">
              <a:lnSpc>
                <a:spcPct val="170000"/>
              </a:lnSpc>
            </a:pPr>
            <a:r>
              <a:rPr lang="en-US" altLang="ko-KR" dirty="0"/>
              <a:t>HTML, CSS</a:t>
            </a:r>
            <a:r>
              <a:rPr lang="ko-KR" altLang="en-US" dirty="0"/>
              <a:t>와 함께 웹 페이지의 인터랙티브한 요소 구현한다</a:t>
            </a:r>
            <a:r>
              <a:rPr lang="en-US" altLang="ko-KR" dirty="0"/>
              <a:t>.</a:t>
            </a:r>
          </a:p>
          <a:p>
            <a:pPr lvl="1">
              <a:lnSpc>
                <a:spcPct val="170000"/>
              </a:lnSpc>
            </a:pPr>
            <a:r>
              <a:rPr lang="ko-KR" altLang="en-US" b="1" dirty="0"/>
              <a:t>백엔드 개발</a:t>
            </a:r>
          </a:p>
          <a:p>
            <a:pPr lvl="2">
              <a:lnSpc>
                <a:spcPct val="170000"/>
              </a:lnSpc>
            </a:pPr>
            <a:r>
              <a:rPr lang="en-US" altLang="ko-KR" dirty="0"/>
              <a:t>Node.js</a:t>
            </a:r>
            <a:r>
              <a:rPr lang="ko-KR" altLang="en-US" dirty="0"/>
              <a:t>를 통해 서버와 데이터베이스 관리가 가능하다</a:t>
            </a:r>
            <a:r>
              <a:rPr lang="en-US" altLang="ko-KR" dirty="0"/>
              <a:t>.</a:t>
            </a:r>
          </a:p>
          <a:p>
            <a:pPr lvl="1">
              <a:lnSpc>
                <a:spcPct val="170000"/>
              </a:lnSpc>
            </a:pPr>
            <a:r>
              <a:rPr lang="ko-KR" altLang="en-US" b="1" dirty="0"/>
              <a:t>전체 스택 개발</a:t>
            </a:r>
          </a:p>
          <a:p>
            <a:pPr lvl="2">
              <a:lnSpc>
                <a:spcPct val="170000"/>
              </a:lnSpc>
            </a:pPr>
            <a:r>
              <a:rPr lang="ko-KR" altLang="en-US" dirty="0"/>
              <a:t>프론트엔드와 백엔드 모두를 하나의 언어로 관리 가능하다</a:t>
            </a:r>
            <a:r>
              <a:rPr lang="en-US" altLang="ko-KR" dirty="0"/>
              <a:t>.</a:t>
            </a:r>
            <a:endParaRPr lang="ko-KR" altLang="en-US" dirty="0"/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제목 1">
            <a:extLst>
              <a:ext uri="{FF2B5EF4-FFF2-40B4-BE49-F238E27FC236}">
                <a16:creationId xmlns:a16="http://schemas.microsoft.com/office/drawing/2014/main" id="{6201124C-C157-F7A5-157D-6B77CB34AB2C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ko-KR" altLang="en-US" dirty="0"/>
              <a:t>자바스크립트 실습</a:t>
            </a:r>
            <a:br>
              <a:rPr lang="en-US" altLang="ko-KR" dirty="0"/>
            </a:br>
            <a:r>
              <a:rPr lang="en-US" altLang="ko-KR" dirty="0"/>
              <a:t>						</a:t>
            </a:r>
            <a:r>
              <a:rPr lang="ko-KR" altLang="en-US" dirty="0"/>
              <a:t>예제</a:t>
            </a:r>
            <a:r>
              <a:rPr lang="en-US" altLang="ko-KR" dirty="0"/>
              <a:t>1	</a:t>
            </a:r>
            <a:endParaRPr lang="ko-KR" altLang="en-US" dirty="0"/>
          </a:p>
        </p:txBody>
      </p:sp>
      <p:sp>
        <p:nvSpPr>
          <p:cNvPr id="4" name="슬라이드 번호 개체 틀 3">
            <a:extLst>
              <a:ext uri="{FF2B5EF4-FFF2-40B4-BE49-F238E27FC236}">
                <a16:creationId xmlns:a16="http://schemas.microsoft.com/office/drawing/2014/main" id="{6946B2F3-2ABF-C61B-E54F-E46D8B661FB0}"/>
              </a:ext>
            </a:extLst>
          </p:cNvPr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pPr>
              <a:defRPr/>
            </a:pPr>
            <a:fld id="{D753E709-C6A3-4DBD-82F7-6E5ED028B16F}" type="slidenum">
              <a:rPr lang="en-US" altLang="ko-KR" smtClean="0"/>
              <a:pPr>
                <a:defRPr/>
              </a:pPr>
              <a:t>4</a:t>
            </a:fld>
            <a:endParaRPr lang="en-US" altLang="ko-KR"/>
          </a:p>
        </p:txBody>
      </p:sp>
      <p:sp>
        <p:nvSpPr>
          <p:cNvPr id="5" name="바닥글 개체 틀 4">
            <a:extLst>
              <a:ext uri="{FF2B5EF4-FFF2-40B4-BE49-F238E27FC236}">
                <a16:creationId xmlns:a16="http://schemas.microsoft.com/office/drawing/2014/main" id="{26EE2967-CC1E-FF3E-5C75-9770FBAB8949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pPr>
              <a:defRPr/>
            </a:pPr>
            <a:endParaRPr lang="ko-KR" altLang="en-US" dirty="0"/>
          </a:p>
        </p:txBody>
      </p:sp>
      <p:graphicFrame>
        <p:nvGraphicFramePr>
          <p:cNvPr id="9" name="Google Shape;63;p4">
            <a:extLst>
              <a:ext uri="{FF2B5EF4-FFF2-40B4-BE49-F238E27FC236}">
                <a16:creationId xmlns:a16="http://schemas.microsoft.com/office/drawing/2014/main" id="{15B4FDD4-52CC-9029-8031-92DB61AE288A}"/>
              </a:ext>
            </a:extLst>
          </p:cNvPr>
          <p:cNvGraphicFramePr/>
          <p:nvPr>
            <p:extLst>
              <p:ext uri="{D42A27DB-BD31-4B8C-83A1-F6EECF244321}">
                <p14:modId xmlns:p14="http://schemas.microsoft.com/office/powerpoint/2010/main" val="1522554710"/>
              </p:ext>
            </p:extLst>
          </p:nvPr>
        </p:nvGraphicFramePr>
        <p:xfrm>
          <a:off x="442913" y="1124744"/>
          <a:ext cx="7772400" cy="3051882"/>
        </p:xfrm>
        <a:graphic>
          <a:graphicData uri="http://schemas.openxmlformats.org/drawingml/2006/table">
            <a:tbl>
              <a:tblPr firstRow="1" bandRow="1">
                <a:noFill/>
              </a:tblPr>
              <a:tblGrid>
                <a:gridCol w="7772400">
                  <a:extLst>
                    <a:ext uri="{9D8B030D-6E8A-4147-A177-3AD203B41FA5}">
                      <a16:colId xmlns:a16="http://schemas.microsoft.com/office/drawing/2014/main" val="20000"/>
                    </a:ext>
                  </a:extLst>
                </a:gridCol>
              </a:tblGrid>
              <a:tr h="451445">
                <a:tc>
                  <a:txBody>
                    <a:bodyPr/>
                    <a:lstStyle/>
                    <a:p>
                      <a:pPr marL="0" marR="0" lvl="0" indent="0" algn="l" rtl="0">
                        <a:lnSpc>
                          <a:spcPct val="15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1100" u="none" strike="noStrike" cap="none" dirty="0"/>
                        <a:t>&lt;!DOCTYPE html&gt;</a:t>
                      </a:r>
                    </a:p>
                    <a:p>
                      <a:pPr marL="0" marR="0" lvl="0" indent="0" algn="l" rtl="0">
                        <a:lnSpc>
                          <a:spcPct val="15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1100" u="none" strike="noStrike" cap="none" dirty="0"/>
                        <a:t>&lt;html&gt;</a:t>
                      </a:r>
                    </a:p>
                    <a:p>
                      <a:pPr marL="0" marR="0" lvl="0" indent="0" algn="l" rtl="0">
                        <a:lnSpc>
                          <a:spcPct val="15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1100" u="none" strike="noStrike" cap="none" dirty="0"/>
                        <a:t>&lt;head&gt;</a:t>
                      </a:r>
                    </a:p>
                    <a:p>
                      <a:pPr marL="0" marR="0" lvl="0" indent="0" algn="l" rtl="0">
                        <a:lnSpc>
                          <a:spcPct val="15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1100" u="none" strike="noStrike" cap="none" dirty="0"/>
                        <a:t>    &lt;meta charset="UTF-8"&gt;</a:t>
                      </a:r>
                    </a:p>
                    <a:p>
                      <a:pPr marL="0" marR="0" lvl="0" indent="0" algn="l" rtl="0">
                        <a:lnSpc>
                          <a:spcPct val="15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1100" u="none" strike="noStrike" cap="none" dirty="0"/>
                        <a:t>    &lt;title&gt;</a:t>
                      </a:r>
                      <a:r>
                        <a:rPr lang="ko-KR" altLang="en-US" sz="1100" u="none" strike="noStrike" cap="none" dirty="0"/>
                        <a:t>예제</a:t>
                      </a:r>
                      <a:r>
                        <a:rPr lang="en-US" altLang="ko-KR" sz="1100" u="none" strike="noStrike" cap="none" dirty="0"/>
                        <a:t>1&lt;/</a:t>
                      </a:r>
                      <a:r>
                        <a:rPr lang="en-US" sz="1100" u="none" strike="noStrike" cap="none" dirty="0"/>
                        <a:t>title&gt;</a:t>
                      </a:r>
                    </a:p>
                    <a:p>
                      <a:pPr marL="0" marR="0" lvl="0" indent="0" algn="l" rtl="0">
                        <a:lnSpc>
                          <a:spcPct val="15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1100" u="none" strike="noStrike" cap="none" dirty="0"/>
                        <a:t>&lt;/head&gt;</a:t>
                      </a:r>
                    </a:p>
                    <a:p>
                      <a:pPr marL="0" marR="0" lvl="0" indent="0" algn="l" rtl="0">
                        <a:lnSpc>
                          <a:spcPct val="15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1100" u="none" strike="noStrike" cap="none" dirty="0"/>
                        <a:t>&lt;body&gt;</a:t>
                      </a:r>
                    </a:p>
                    <a:p>
                      <a:pPr marL="0" marR="0" lvl="0" indent="0" algn="l" rtl="0">
                        <a:lnSpc>
                          <a:spcPct val="15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1100" u="none" strike="noStrike" cap="none" dirty="0"/>
                        <a:t>    &lt;button onclick="</a:t>
                      </a:r>
                      <a:r>
                        <a:rPr lang="en-US" sz="1100" b="1" u="none" strike="noStrike" cap="none" dirty="0"/>
                        <a:t>document.getElementById('</a:t>
                      </a:r>
                      <a:r>
                        <a:rPr lang="en-US" sz="1100" b="1" u="none" strike="noStrike" cap="none" dirty="0" err="1"/>
                        <a:t>lightb</a:t>
                      </a:r>
                      <a:r>
                        <a:rPr lang="en-US" sz="1100" b="1" u="none" strike="noStrike" cap="none" dirty="0"/>
                        <a:t>').src='./img/light-bulb1.png</a:t>
                      </a:r>
                      <a:r>
                        <a:rPr lang="en-US" sz="1100" u="none" strike="noStrike" cap="none" dirty="0"/>
                        <a:t>'"&gt;</a:t>
                      </a:r>
                      <a:r>
                        <a:rPr lang="ko-KR" altLang="en-US" sz="1100" u="none" strike="noStrike" cap="none" dirty="0"/>
                        <a:t>전등켜기스위치</a:t>
                      </a:r>
                      <a:r>
                        <a:rPr lang="en-US" altLang="ko-KR" sz="1100" u="none" strike="noStrike" cap="none" dirty="0"/>
                        <a:t>&lt;/</a:t>
                      </a:r>
                      <a:r>
                        <a:rPr lang="en-US" sz="1100" u="none" strike="noStrike" cap="none" dirty="0"/>
                        <a:t>button&gt;</a:t>
                      </a:r>
                    </a:p>
                    <a:p>
                      <a:pPr marL="0" marR="0" lvl="0" indent="0" algn="l" rtl="0">
                        <a:lnSpc>
                          <a:spcPct val="15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1100" u="none" strike="noStrike" cap="none" dirty="0"/>
                        <a:t>    &lt;button onclick="</a:t>
                      </a:r>
                      <a:r>
                        <a:rPr lang="en-US" sz="1100" b="1" u="none" strike="noStrike" cap="none" dirty="0"/>
                        <a:t>document.getElementById('</a:t>
                      </a:r>
                      <a:r>
                        <a:rPr lang="en-US" sz="1100" b="1" u="none" strike="noStrike" cap="none" dirty="0" err="1"/>
                        <a:t>lightb</a:t>
                      </a:r>
                      <a:r>
                        <a:rPr lang="en-US" sz="1100" b="1" u="none" strike="noStrike" cap="none" dirty="0"/>
                        <a:t>').src='./img/light-bulb2.png'</a:t>
                      </a:r>
                      <a:r>
                        <a:rPr lang="en-US" sz="1100" u="none" strike="noStrike" cap="none" dirty="0"/>
                        <a:t>"&gt;</a:t>
                      </a:r>
                      <a:r>
                        <a:rPr lang="ko-KR" altLang="en-US" sz="1100" u="none" strike="noStrike" cap="none" dirty="0"/>
                        <a:t>전등끄기스위치</a:t>
                      </a:r>
                      <a:r>
                        <a:rPr lang="en-US" altLang="ko-KR" sz="1100" u="none" strike="noStrike" cap="none" dirty="0"/>
                        <a:t>&lt;/</a:t>
                      </a:r>
                      <a:r>
                        <a:rPr lang="en-US" sz="1100" u="none" strike="noStrike" cap="none" dirty="0"/>
                        <a:t>button&gt;</a:t>
                      </a:r>
                    </a:p>
                    <a:p>
                      <a:pPr marL="0" marR="0" lvl="0" indent="0" algn="l" rtl="0">
                        <a:lnSpc>
                          <a:spcPct val="15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1100" u="none" strike="noStrike" cap="none" dirty="0"/>
                        <a:t>    &lt;img id="lightb" src="./img/light-bulb2.png" style="width:120px"&gt;</a:t>
                      </a:r>
                    </a:p>
                    <a:p>
                      <a:pPr marL="0" marR="0" lvl="0" indent="0" algn="l" rtl="0">
                        <a:lnSpc>
                          <a:spcPct val="15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1100" u="none" strike="noStrike" cap="none" dirty="0"/>
                        <a:t>&lt;/body&gt;</a:t>
                      </a:r>
                    </a:p>
                    <a:p>
                      <a:pPr marL="0" marR="0" lvl="0" indent="0" algn="l" rtl="0">
                        <a:lnSpc>
                          <a:spcPct val="15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1100" u="none" strike="noStrike" cap="none" dirty="0"/>
                        <a:t>&lt;/html&gt;</a:t>
                      </a:r>
                      <a:endParaRPr sz="1100" dirty="0"/>
                    </a:p>
                  </a:txBody>
                  <a:tcPr marL="68588" marR="68588" marT="34294" marB="34294">
                    <a:solidFill>
                      <a:schemeClr val="lt1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0"/>
                  </a:ext>
                </a:extLst>
              </a:tr>
            </a:tbl>
          </a:graphicData>
        </a:graphic>
      </p:graphicFrame>
      <p:pic>
        <p:nvPicPr>
          <p:cNvPr id="11" name="그림 10">
            <a:extLst>
              <a:ext uri="{FF2B5EF4-FFF2-40B4-BE49-F238E27FC236}">
                <a16:creationId xmlns:a16="http://schemas.microsoft.com/office/drawing/2014/main" id="{DEE6DE73-B179-161A-A231-ACAB84E97F99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471749" y="4393320"/>
            <a:ext cx="3625043" cy="1579811"/>
          </a:xfrm>
          <a:prstGeom prst="rect">
            <a:avLst/>
          </a:prstGeom>
          <a:ln>
            <a:solidFill>
              <a:srgbClr val="000000"/>
            </a:solidFill>
          </a:ln>
        </p:spPr>
      </p:pic>
      <p:pic>
        <p:nvPicPr>
          <p:cNvPr id="13" name="그림 12">
            <a:extLst>
              <a:ext uri="{FF2B5EF4-FFF2-40B4-BE49-F238E27FC236}">
                <a16:creationId xmlns:a16="http://schemas.microsoft.com/office/drawing/2014/main" id="{EF10961C-06A6-7CA6-C537-0C8F96945E31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4499992" y="4393320"/>
            <a:ext cx="3639321" cy="1579811"/>
          </a:xfrm>
          <a:prstGeom prst="rect">
            <a:avLst/>
          </a:prstGeom>
          <a:ln>
            <a:solidFill>
              <a:srgbClr val="000000"/>
            </a:solidFill>
          </a:ln>
        </p:spPr>
      </p:pic>
    </p:spTree>
    <p:extLst>
      <p:ext uri="{BB962C8B-B14F-4D97-AF65-F5344CB8AC3E}">
        <p14:creationId xmlns:p14="http://schemas.microsoft.com/office/powerpoint/2010/main" val="1294440547"/>
      </p:ext>
    </p:extLst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제목 1">
            <a:extLst>
              <a:ext uri="{FF2B5EF4-FFF2-40B4-BE49-F238E27FC236}">
                <a16:creationId xmlns:a16="http://schemas.microsoft.com/office/drawing/2014/main" id="{27D8EC0E-986D-BD09-4330-F2A16438EAE8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ko-KR" altLang="en-US" dirty="0"/>
              <a:t>자바스크립트 실습</a:t>
            </a:r>
            <a:br>
              <a:rPr lang="en-US" altLang="ko-KR" dirty="0"/>
            </a:br>
            <a:r>
              <a:rPr lang="en-US" altLang="ko-KR" dirty="0"/>
              <a:t>						</a:t>
            </a:r>
            <a:r>
              <a:rPr lang="ko-KR" altLang="en-US" dirty="0"/>
              <a:t>예제</a:t>
            </a:r>
            <a:r>
              <a:rPr lang="en-US" altLang="ko-KR" dirty="0"/>
              <a:t>2</a:t>
            </a:r>
            <a:endParaRPr lang="ko-KR" altLang="en-US" dirty="0"/>
          </a:p>
        </p:txBody>
      </p:sp>
      <p:sp>
        <p:nvSpPr>
          <p:cNvPr id="4" name="슬라이드 번호 개체 틀 3">
            <a:extLst>
              <a:ext uri="{FF2B5EF4-FFF2-40B4-BE49-F238E27FC236}">
                <a16:creationId xmlns:a16="http://schemas.microsoft.com/office/drawing/2014/main" id="{CEF7F725-AA44-D32E-1A46-5363243D72F9}"/>
              </a:ext>
            </a:extLst>
          </p:cNvPr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pPr>
              <a:defRPr/>
            </a:pPr>
            <a:fld id="{D753E709-C6A3-4DBD-82F7-6E5ED028B16F}" type="slidenum">
              <a:rPr lang="en-US" altLang="ko-KR" smtClean="0"/>
              <a:pPr>
                <a:defRPr/>
              </a:pPr>
              <a:t>5</a:t>
            </a:fld>
            <a:endParaRPr lang="en-US" altLang="ko-KR"/>
          </a:p>
        </p:txBody>
      </p:sp>
      <p:sp>
        <p:nvSpPr>
          <p:cNvPr id="5" name="바닥글 개체 틀 4">
            <a:extLst>
              <a:ext uri="{FF2B5EF4-FFF2-40B4-BE49-F238E27FC236}">
                <a16:creationId xmlns:a16="http://schemas.microsoft.com/office/drawing/2014/main" id="{C9317A16-1312-2F10-E023-C2A0B0DCD387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pPr>
              <a:defRPr/>
            </a:pPr>
            <a:endParaRPr lang="ko-KR" altLang="en-US" dirty="0"/>
          </a:p>
        </p:txBody>
      </p:sp>
      <p:graphicFrame>
        <p:nvGraphicFramePr>
          <p:cNvPr id="6" name="Google Shape;63;p4">
            <a:extLst>
              <a:ext uri="{FF2B5EF4-FFF2-40B4-BE49-F238E27FC236}">
                <a16:creationId xmlns:a16="http://schemas.microsoft.com/office/drawing/2014/main" id="{E4008AE8-C082-A79F-3297-A21955A5D6A6}"/>
              </a:ext>
            </a:extLst>
          </p:cNvPr>
          <p:cNvGraphicFramePr/>
          <p:nvPr>
            <p:extLst>
              <p:ext uri="{D42A27DB-BD31-4B8C-83A1-F6EECF244321}">
                <p14:modId xmlns:p14="http://schemas.microsoft.com/office/powerpoint/2010/main" val="2473508656"/>
              </p:ext>
            </p:extLst>
          </p:nvPr>
        </p:nvGraphicFramePr>
        <p:xfrm>
          <a:off x="442913" y="1124744"/>
          <a:ext cx="7772400" cy="3051882"/>
        </p:xfrm>
        <a:graphic>
          <a:graphicData uri="http://schemas.openxmlformats.org/drawingml/2006/table">
            <a:tbl>
              <a:tblPr firstRow="1" bandRow="1">
                <a:noFill/>
              </a:tblPr>
              <a:tblGrid>
                <a:gridCol w="7772400">
                  <a:extLst>
                    <a:ext uri="{9D8B030D-6E8A-4147-A177-3AD203B41FA5}">
                      <a16:colId xmlns:a16="http://schemas.microsoft.com/office/drawing/2014/main" val="20000"/>
                    </a:ext>
                  </a:extLst>
                </a:gridCol>
              </a:tblGrid>
              <a:tr h="451445">
                <a:tc>
                  <a:txBody>
                    <a:bodyPr/>
                    <a:lstStyle/>
                    <a:p>
                      <a:pPr marL="0" marR="0" lvl="0" indent="0" algn="l" rtl="0">
                        <a:lnSpc>
                          <a:spcPct val="15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1100" u="none" strike="noStrike" cap="none" dirty="0"/>
                        <a:t>&lt;!DOCTYPE html&gt;</a:t>
                      </a:r>
                    </a:p>
                    <a:p>
                      <a:pPr marL="0" marR="0" lvl="0" indent="0" algn="l" rtl="0">
                        <a:lnSpc>
                          <a:spcPct val="15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1100" u="none" strike="noStrike" cap="none" dirty="0"/>
                        <a:t>&lt;html&gt;</a:t>
                      </a:r>
                    </a:p>
                    <a:p>
                      <a:pPr marL="0" marR="0" lvl="0" indent="0" algn="l" rtl="0">
                        <a:lnSpc>
                          <a:spcPct val="15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1100" u="none" strike="noStrike" cap="none" dirty="0"/>
                        <a:t>&lt;head&gt;</a:t>
                      </a:r>
                    </a:p>
                    <a:p>
                      <a:pPr marL="0" marR="0" lvl="0" indent="0" algn="l" rtl="0">
                        <a:lnSpc>
                          <a:spcPct val="15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1100" u="none" strike="noStrike" cap="none" dirty="0"/>
                        <a:t>    &lt;meta charset="UTF-8"&gt;</a:t>
                      </a:r>
                    </a:p>
                    <a:p>
                      <a:pPr marL="0" marR="0" lvl="0" indent="0" algn="l" rtl="0">
                        <a:lnSpc>
                          <a:spcPct val="15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1100" u="none" strike="noStrike" cap="none" dirty="0"/>
                        <a:t>    &lt;title&gt;</a:t>
                      </a:r>
                      <a:r>
                        <a:rPr lang="ko-KR" altLang="en-US" sz="1100" u="none" strike="noStrike" cap="none" dirty="0"/>
                        <a:t>예제</a:t>
                      </a:r>
                      <a:r>
                        <a:rPr lang="en-US" altLang="ko-KR" sz="1100" u="none" strike="noStrike" cap="none" dirty="0"/>
                        <a:t>2&lt;/</a:t>
                      </a:r>
                      <a:r>
                        <a:rPr lang="en-US" sz="1100" u="none" strike="noStrike" cap="none" dirty="0"/>
                        <a:t>title&gt;</a:t>
                      </a:r>
                    </a:p>
                    <a:p>
                      <a:pPr marL="0" marR="0" lvl="0" indent="0" algn="l" rtl="0">
                        <a:lnSpc>
                          <a:spcPct val="15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1100" u="none" strike="noStrike" cap="none" dirty="0"/>
                        <a:t>&lt;/head&gt;</a:t>
                      </a:r>
                    </a:p>
                    <a:p>
                      <a:pPr marL="0" marR="0" lvl="0" indent="0" algn="l" rtl="0">
                        <a:lnSpc>
                          <a:spcPct val="15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1100" u="none" strike="noStrike" cap="none" dirty="0"/>
                        <a:t>&lt;body&gt;</a:t>
                      </a:r>
                    </a:p>
                    <a:p>
                      <a:pPr marL="0" marR="0" lvl="0" indent="0" algn="l" rtl="0">
                        <a:lnSpc>
                          <a:spcPct val="15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1100" u="none" strike="noStrike" cap="none" dirty="0"/>
                        <a:t>  &lt;p&gt;</a:t>
                      </a:r>
                      <a:r>
                        <a:rPr lang="ko-KR" altLang="en-US" sz="1100" u="none" strike="noStrike" cap="none" dirty="0"/>
                        <a:t>마우스를 이미지 위로 올리면 이미지가 커집니다</a:t>
                      </a:r>
                      <a:r>
                        <a:rPr lang="en-US" altLang="ko-KR" sz="1100" u="none" strike="noStrike" cap="none" dirty="0"/>
                        <a:t>.&lt;/</a:t>
                      </a:r>
                      <a:r>
                        <a:rPr lang="en-US" sz="1100" u="none" strike="noStrike" cap="none" dirty="0"/>
                        <a:t>p&gt;</a:t>
                      </a:r>
                    </a:p>
                    <a:p>
                      <a:pPr marL="0" marR="0" lvl="0" indent="0" algn="l" rtl="0">
                        <a:lnSpc>
                          <a:spcPct val="15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1100" u="none" strike="noStrike" cap="none" dirty="0"/>
                        <a:t>  &lt;img </a:t>
                      </a:r>
                      <a:r>
                        <a:rPr lang="en-US" sz="1100" b="1" u="none" strike="noStrike" cap="none" dirty="0"/>
                        <a:t>onmouseover</a:t>
                      </a:r>
                      <a:r>
                        <a:rPr lang="en-US" sz="1100" u="none" strike="noStrike" cap="none" dirty="0"/>
                        <a:t>="this.style.width='200px'" </a:t>
                      </a:r>
                      <a:r>
                        <a:rPr lang="en-US" sz="1100" b="1" u="none" strike="noStrike" cap="none" dirty="0"/>
                        <a:t>onmouseout</a:t>
                      </a:r>
                      <a:r>
                        <a:rPr lang="en-US" sz="1100" u="none" strike="noStrike" cap="none" dirty="0"/>
                        <a:t>="this.style.width='100px'" src="./img/dog.jpg" width="100px"&gt;</a:t>
                      </a:r>
                    </a:p>
                    <a:p>
                      <a:pPr marL="0" marR="0" lvl="0" indent="0" algn="l" rtl="0">
                        <a:lnSpc>
                          <a:spcPct val="15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1100" u="none" strike="noStrike" cap="none" dirty="0"/>
                        <a:t>&lt;/body&gt;</a:t>
                      </a:r>
                    </a:p>
                    <a:p>
                      <a:pPr marL="0" marR="0" lvl="0" indent="0" algn="l" rtl="0">
                        <a:lnSpc>
                          <a:spcPct val="15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1100" u="none" strike="noStrike" cap="none" dirty="0"/>
                        <a:t>&lt;/html&gt;</a:t>
                      </a:r>
                      <a:endParaRPr sz="1100" dirty="0"/>
                    </a:p>
                  </a:txBody>
                  <a:tcPr marL="68588" marR="68588" marT="34294" marB="34294">
                    <a:solidFill>
                      <a:schemeClr val="lt1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0"/>
                  </a:ext>
                </a:extLst>
              </a:tr>
            </a:tbl>
          </a:graphicData>
        </a:graphic>
      </p:graphicFrame>
      <p:pic>
        <p:nvPicPr>
          <p:cNvPr id="8" name="그림 7">
            <a:extLst>
              <a:ext uri="{FF2B5EF4-FFF2-40B4-BE49-F238E27FC236}">
                <a16:creationId xmlns:a16="http://schemas.microsoft.com/office/drawing/2014/main" id="{86CB749A-A3A6-417C-A53D-DA1D6AD206BD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442913" y="4289313"/>
            <a:ext cx="3841055" cy="1627968"/>
          </a:xfrm>
          <a:prstGeom prst="rect">
            <a:avLst/>
          </a:prstGeom>
          <a:ln>
            <a:solidFill>
              <a:srgbClr val="000000"/>
            </a:solidFill>
          </a:ln>
        </p:spPr>
      </p:pic>
      <p:pic>
        <p:nvPicPr>
          <p:cNvPr id="10" name="그림 9">
            <a:extLst>
              <a:ext uri="{FF2B5EF4-FFF2-40B4-BE49-F238E27FC236}">
                <a16:creationId xmlns:a16="http://schemas.microsoft.com/office/drawing/2014/main" id="{6EF10487-8125-C45B-6DD7-2ABB18178EEE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4564395" y="4289312"/>
            <a:ext cx="3650918" cy="1627968"/>
          </a:xfrm>
          <a:prstGeom prst="rect">
            <a:avLst/>
          </a:prstGeom>
          <a:ln>
            <a:solidFill>
              <a:srgbClr val="000000"/>
            </a:solidFill>
          </a:ln>
        </p:spPr>
      </p:pic>
    </p:spTree>
    <p:extLst>
      <p:ext uri="{BB962C8B-B14F-4D97-AF65-F5344CB8AC3E}">
        <p14:creationId xmlns:p14="http://schemas.microsoft.com/office/powerpoint/2010/main" val="2199686561"/>
      </p:ext>
    </p:extLst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Shape 5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8" name="Google Shape;58;p4"/>
          <p:cNvSpPr txBox="1">
            <a:spLocks noGrp="1"/>
          </p:cNvSpPr>
          <p:nvPr>
            <p:ph type="title"/>
          </p:nvPr>
        </p:nvSpPr>
        <p:spPr>
          <a:prstGeom prst="rect">
            <a:avLst/>
          </a:prstGeom>
          <a:noFill/>
          <a:ln>
            <a:noFill/>
          </a:ln>
        </p:spPr>
        <p:txBody>
          <a:bodyPr spcFirstLastPara="1" vert="horz" wrap="square" lIns="68569" tIns="34275" rIns="68569" bIns="34275" numCol="1" anchor="t" anchorCtr="0" compatLnSpc="1">
            <a:prstTxWarp prst="textNoShape">
              <a:avLst/>
            </a:prstTxWarp>
            <a:noAutofit/>
          </a:bodyPr>
          <a:lstStyle/>
          <a:p>
            <a:pPr>
              <a:spcBef>
                <a:spcPts val="0"/>
              </a:spcBef>
              <a:spcAft>
                <a:spcPts val="0"/>
              </a:spcAft>
            </a:pPr>
            <a:r>
              <a:rPr lang="en-US" dirty="0"/>
              <a:t>자바스크립트 </a:t>
            </a:r>
            <a:r>
              <a:rPr lang="en-US" dirty="0" err="1"/>
              <a:t>기본문법</a:t>
            </a:r>
            <a:r>
              <a:rPr lang="en-US" dirty="0"/>
              <a:t>(1)</a:t>
            </a:r>
            <a:br>
              <a:rPr lang="en-US" dirty="0"/>
            </a:br>
            <a:r>
              <a:rPr lang="en-US" dirty="0"/>
              <a:t>						변수선언</a:t>
            </a:r>
            <a:endParaRPr dirty="0"/>
          </a:p>
        </p:txBody>
      </p:sp>
      <p:sp>
        <p:nvSpPr>
          <p:cNvPr id="2" name="내용 개체 틀 1">
            <a:extLst>
              <a:ext uri="{FF2B5EF4-FFF2-40B4-BE49-F238E27FC236}">
                <a16:creationId xmlns:a16="http://schemas.microsoft.com/office/drawing/2014/main" id="{A12228EF-339A-39B2-9C53-C99AA0AD6F16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>
            <a:normAutofit/>
          </a:bodyPr>
          <a:lstStyle/>
          <a:p>
            <a:r>
              <a:rPr lang="ko-KR" altLang="en-US" sz="1600" b="1" dirty="0"/>
              <a:t>각 변수 선언 방식</a:t>
            </a:r>
          </a:p>
          <a:p>
            <a:endParaRPr lang="ko-KR" altLang="en-US" sz="1600" dirty="0"/>
          </a:p>
          <a:p>
            <a:pPr marL="0" indent="0">
              <a:buNone/>
            </a:pPr>
            <a:endParaRPr lang="ko-KR" altLang="en-US" sz="1600" dirty="0"/>
          </a:p>
          <a:p>
            <a:endParaRPr lang="en-US" altLang="ko-KR" sz="1600" dirty="0"/>
          </a:p>
          <a:p>
            <a:r>
              <a:rPr lang="ko-KR" altLang="en-US" sz="1600" b="1" dirty="0"/>
              <a:t>변수 선언 방식</a:t>
            </a:r>
          </a:p>
          <a:p>
            <a:pPr lvl="1"/>
            <a:r>
              <a:rPr lang="en-US" altLang="ko-KR" sz="1600" dirty="0"/>
              <a:t>let</a:t>
            </a:r>
          </a:p>
          <a:p>
            <a:pPr lvl="2"/>
            <a:r>
              <a:rPr lang="ko-KR" altLang="en-US" sz="1600" u="sng" dirty="0"/>
              <a:t>블록 범위 변수를 선언하며</a:t>
            </a:r>
            <a:r>
              <a:rPr lang="en-US" altLang="ko-KR" sz="1600" u="sng" dirty="0"/>
              <a:t>, </a:t>
            </a:r>
            <a:r>
              <a:rPr lang="ko-KR" altLang="en-US" sz="1600" u="sng" dirty="0"/>
              <a:t>중복 선언이 불가능</a:t>
            </a:r>
            <a:r>
              <a:rPr lang="ko-KR" altLang="en-US" sz="1600" dirty="0"/>
              <a:t>합니다</a:t>
            </a:r>
            <a:r>
              <a:rPr lang="en-US" altLang="ko-KR" sz="1600" dirty="0"/>
              <a:t>. </a:t>
            </a:r>
            <a:r>
              <a:rPr lang="ko-KR" altLang="en-US" sz="1600" dirty="0"/>
              <a:t>값을 재할당할 수 있다</a:t>
            </a:r>
            <a:r>
              <a:rPr lang="en-US" altLang="ko-KR" sz="1600" dirty="0"/>
              <a:t>.</a:t>
            </a:r>
          </a:p>
          <a:p>
            <a:pPr marL="0" indent="0">
              <a:buNone/>
            </a:pPr>
            <a:endParaRPr lang="en-US" altLang="ko-KR" sz="1600" dirty="0"/>
          </a:p>
          <a:p>
            <a:pPr lvl="1"/>
            <a:r>
              <a:rPr lang="en-US" altLang="ko-KR" sz="1600" dirty="0"/>
              <a:t>const</a:t>
            </a:r>
          </a:p>
          <a:p>
            <a:pPr lvl="2"/>
            <a:r>
              <a:rPr lang="ko-KR" altLang="en-US" sz="1600" u="sng" dirty="0"/>
              <a:t>블록 범위 변수를 선언하며</a:t>
            </a:r>
            <a:r>
              <a:rPr lang="en-US" altLang="ko-KR" sz="1600" u="sng" dirty="0"/>
              <a:t>, </a:t>
            </a:r>
            <a:r>
              <a:rPr lang="ko-KR" altLang="en-US" sz="1600" u="sng" dirty="0"/>
              <a:t>중복 선언이 불가능</a:t>
            </a:r>
            <a:r>
              <a:rPr lang="ko-KR" altLang="en-US" sz="1600" dirty="0"/>
              <a:t>하다</a:t>
            </a:r>
            <a:r>
              <a:rPr lang="en-US" altLang="ko-KR" sz="1600" dirty="0"/>
              <a:t>.</a:t>
            </a:r>
          </a:p>
          <a:p>
            <a:pPr lvl="2"/>
            <a:r>
              <a:rPr lang="ko-KR" altLang="en-US" sz="1600" b="1" dirty="0"/>
              <a:t>선언과 동시에 초기화해야 하며 값을 재할당할 수 없다</a:t>
            </a:r>
            <a:r>
              <a:rPr lang="en-US" altLang="ko-KR" sz="1600" b="1" dirty="0"/>
              <a:t>.</a:t>
            </a:r>
            <a:endParaRPr lang="ko-KR" altLang="en-US" sz="1600" b="1" dirty="0"/>
          </a:p>
        </p:txBody>
      </p:sp>
      <p:sp>
        <p:nvSpPr>
          <p:cNvPr id="60" name="Google Shape;60;p4"/>
          <p:cNvSpPr txBox="1">
            <a:spLocks noGrp="1"/>
          </p:cNvSpPr>
          <p:nvPr>
            <p:ph type="sldNum" sz="quarter" idx="10"/>
          </p:nvPr>
        </p:nvSpPr>
        <p:spPr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t" anchorCtr="0">
            <a:noAutofit/>
          </a:bodyPr>
          <a:lstStyle>
            <a:defPPr marR="0" lvl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defPPr>
            <a:lvl1pPr marL="0" marR="0" lvl="0" indent="0" algn="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Font typeface="Arial"/>
              <a:buNone/>
              <a:defRPr sz="1300" b="0" i="0" u="none" strike="noStrike" cap="none">
                <a:solidFill>
                  <a:schemeClr val="dk2"/>
                </a:solidFill>
                <a:latin typeface="Tahoma"/>
                <a:ea typeface="Tahoma"/>
                <a:cs typeface="Tahoma"/>
                <a:sym typeface="Tahoma"/>
              </a:defRPr>
            </a:lvl1pPr>
            <a:lvl2pPr marL="0" marR="0" lvl="1" indent="0" algn="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Font typeface="Arial"/>
              <a:buNone/>
              <a:defRPr sz="1300" b="0" i="0" u="none" strike="noStrike" cap="none">
                <a:solidFill>
                  <a:schemeClr val="dk2"/>
                </a:solidFill>
                <a:latin typeface="Tahoma"/>
                <a:ea typeface="Tahoma"/>
                <a:cs typeface="Tahoma"/>
                <a:sym typeface="Tahoma"/>
              </a:defRPr>
            </a:lvl2pPr>
            <a:lvl3pPr marL="0" marR="0" lvl="2" indent="0" algn="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Font typeface="Arial"/>
              <a:buNone/>
              <a:defRPr sz="1300" b="0" i="0" u="none" strike="noStrike" cap="none">
                <a:solidFill>
                  <a:schemeClr val="dk2"/>
                </a:solidFill>
                <a:latin typeface="Tahoma"/>
                <a:ea typeface="Tahoma"/>
                <a:cs typeface="Tahoma"/>
                <a:sym typeface="Tahoma"/>
              </a:defRPr>
            </a:lvl3pPr>
            <a:lvl4pPr marL="0" marR="0" lvl="3" indent="0" algn="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Font typeface="Arial"/>
              <a:buNone/>
              <a:defRPr sz="1300" b="0" i="0" u="none" strike="noStrike" cap="none">
                <a:solidFill>
                  <a:schemeClr val="dk2"/>
                </a:solidFill>
                <a:latin typeface="Tahoma"/>
                <a:ea typeface="Tahoma"/>
                <a:cs typeface="Tahoma"/>
                <a:sym typeface="Tahoma"/>
              </a:defRPr>
            </a:lvl4pPr>
            <a:lvl5pPr marL="0" marR="0" lvl="4" indent="0" algn="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Font typeface="Arial"/>
              <a:buNone/>
              <a:defRPr sz="1300" b="0" i="0" u="none" strike="noStrike" cap="none">
                <a:solidFill>
                  <a:schemeClr val="dk2"/>
                </a:solidFill>
                <a:latin typeface="Tahoma"/>
                <a:ea typeface="Tahoma"/>
                <a:cs typeface="Tahoma"/>
                <a:sym typeface="Tahoma"/>
              </a:defRPr>
            </a:lvl5pPr>
            <a:lvl6pPr marL="0" marR="0" lvl="5" indent="0" algn="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Font typeface="Arial"/>
              <a:buNone/>
              <a:defRPr sz="1300" b="0" i="0" u="none" strike="noStrike" cap="none">
                <a:solidFill>
                  <a:schemeClr val="dk2"/>
                </a:solidFill>
                <a:latin typeface="Tahoma"/>
                <a:ea typeface="Tahoma"/>
                <a:cs typeface="Tahoma"/>
                <a:sym typeface="Tahoma"/>
              </a:defRPr>
            </a:lvl6pPr>
            <a:lvl7pPr marL="0" marR="0" lvl="6" indent="0" algn="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Font typeface="Arial"/>
              <a:buNone/>
              <a:defRPr sz="1300" b="0" i="0" u="none" strike="noStrike" cap="none">
                <a:solidFill>
                  <a:schemeClr val="dk2"/>
                </a:solidFill>
                <a:latin typeface="Tahoma"/>
                <a:ea typeface="Tahoma"/>
                <a:cs typeface="Tahoma"/>
                <a:sym typeface="Tahoma"/>
              </a:defRPr>
            </a:lvl7pPr>
            <a:lvl8pPr marL="0" marR="0" lvl="7" indent="0" algn="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Font typeface="Arial"/>
              <a:buNone/>
              <a:defRPr sz="1300" b="0" i="0" u="none" strike="noStrike" cap="none">
                <a:solidFill>
                  <a:schemeClr val="dk2"/>
                </a:solidFill>
                <a:latin typeface="Tahoma"/>
                <a:ea typeface="Tahoma"/>
                <a:cs typeface="Tahoma"/>
                <a:sym typeface="Tahoma"/>
              </a:defRPr>
            </a:lvl8pPr>
            <a:lvl9pPr marL="0" marR="0" lvl="8" indent="0" algn="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Font typeface="Arial"/>
              <a:buNone/>
              <a:defRPr sz="1300" b="0" i="0" u="none" strike="noStrike" cap="none">
                <a:solidFill>
                  <a:schemeClr val="dk2"/>
                </a:solidFill>
                <a:latin typeface="Tahoma"/>
                <a:ea typeface="Tahoma"/>
                <a:cs typeface="Tahoma"/>
                <a:sym typeface="Tahoma"/>
              </a:defRPr>
            </a:lvl9pPr>
          </a:lstStyle>
          <a:p>
            <a:pPr algn="r"/>
            <a:fld id="{00000000-1234-1234-1234-123412341234}" type="slidenum">
              <a:rPr lang="en-US" smtClean="0"/>
              <a:pPr algn="r"/>
              <a:t>6</a:t>
            </a:fld>
            <a:endParaRPr/>
          </a:p>
        </p:txBody>
      </p:sp>
      <p:sp>
        <p:nvSpPr>
          <p:cNvPr id="61" name="Google Shape;61;p4"/>
          <p:cNvSpPr txBox="1">
            <a:spLocks noGrp="1"/>
          </p:cNvSpPr>
          <p:nvPr>
            <p:ph type="ftr" sz="quarter" idx="11"/>
          </p:nvPr>
        </p:nvSpPr>
        <p:spPr>
          <a:prstGeom prst="rect">
            <a:avLst/>
          </a:prstGeom>
          <a:noFill/>
          <a:ln>
            <a:noFill/>
          </a:ln>
        </p:spPr>
        <p:txBody>
          <a:bodyPr spcFirstLastPara="1" vert="horz" wrap="square" lIns="68569" tIns="34275" rIns="68569" bIns="34275" numCol="1" anchor="b" anchorCtr="0" compatLnSpc="1">
            <a:prstTxWarp prst="textNoShape">
              <a:avLst/>
            </a:prstTxWarp>
            <a:noAutofit/>
          </a:bodyPr>
          <a:lstStyle/>
          <a:p>
            <a:pPr>
              <a:spcBef>
                <a:spcPts val="0"/>
              </a:spcBef>
            </a:pPr>
            <a:endParaRPr/>
          </a:p>
        </p:txBody>
      </p:sp>
      <p:graphicFrame>
        <p:nvGraphicFramePr>
          <p:cNvPr id="62" name="Google Shape;62;p4"/>
          <p:cNvGraphicFramePr/>
          <p:nvPr>
            <p:extLst>
              <p:ext uri="{D42A27DB-BD31-4B8C-83A1-F6EECF244321}">
                <p14:modId xmlns:p14="http://schemas.microsoft.com/office/powerpoint/2010/main" val="4015929163"/>
              </p:ext>
            </p:extLst>
          </p:nvPr>
        </p:nvGraphicFramePr>
        <p:xfrm>
          <a:off x="896938" y="1556792"/>
          <a:ext cx="2875331" cy="787916"/>
        </p:xfrm>
        <a:graphic>
          <a:graphicData uri="http://schemas.openxmlformats.org/drawingml/2006/table">
            <a:tbl>
              <a:tblPr firstRow="1" bandRow="1">
                <a:noFill/>
              </a:tblPr>
              <a:tblGrid>
                <a:gridCol w="2875331">
                  <a:extLst>
                    <a:ext uri="{9D8B030D-6E8A-4147-A177-3AD203B41FA5}">
                      <a16:colId xmlns:a16="http://schemas.microsoft.com/office/drawing/2014/main" val="20000"/>
                    </a:ext>
                  </a:extLst>
                </a:gridCol>
              </a:tblGrid>
              <a:tr h="657185">
                <a:tc>
                  <a:txBody>
                    <a:bodyPr/>
                    <a:lstStyle/>
                    <a:p>
                      <a:pPr marL="0" marR="0" lvl="0" indent="0" algn="l" rtl="0">
                        <a:lnSpc>
                          <a:spcPct val="15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1100" u="none" strike="noStrike" cap="none" dirty="0"/>
                        <a:t>let a = 10; //</a:t>
                      </a:r>
                      <a:r>
                        <a:rPr lang="en-US" sz="1100" u="none" strike="noStrike" cap="none" dirty="0" err="1"/>
                        <a:t>블록</a:t>
                      </a:r>
                      <a:r>
                        <a:rPr lang="en-US" sz="1100" u="none" strike="noStrike" cap="none" dirty="0"/>
                        <a:t> 스코프</a:t>
                      </a:r>
                      <a:endParaRPr sz="1100" dirty="0"/>
                    </a:p>
                    <a:p>
                      <a:pPr marL="0" marR="0" lvl="0" indent="0" algn="l" rtl="0">
                        <a:lnSpc>
                          <a:spcPct val="15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1100" u="none" strike="noStrike" cap="none" dirty="0"/>
                        <a:t>const b = 20; //</a:t>
                      </a:r>
                      <a:r>
                        <a:rPr lang="en-US" sz="1100" u="none" strike="noStrike" cap="none" dirty="0" err="1"/>
                        <a:t>블록</a:t>
                      </a:r>
                      <a:r>
                        <a:rPr lang="en-US" sz="1100" u="none" strike="noStrike" cap="none" dirty="0"/>
                        <a:t> 스코프 및 </a:t>
                      </a:r>
                      <a:r>
                        <a:rPr lang="en-US" sz="1100" u="none" strike="noStrike" cap="none" dirty="0" err="1"/>
                        <a:t>상수</a:t>
                      </a:r>
                      <a:endParaRPr sz="1100" dirty="0"/>
                    </a:p>
                    <a:p>
                      <a:pPr marL="0" marR="0" lvl="0" indent="0" algn="l" rtl="0">
                        <a:lnSpc>
                          <a:spcPct val="15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1100" u="none" strike="noStrike" cap="none" dirty="0"/>
                        <a:t>var c = 30; //</a:t>
                      </a:r>
                      <a:r>
                        <a:rPr lang="en-US" sz="1100" u="none" strike="noStrike" cap="none" dirty="0" err="1"/>
                        <a:t>함수</a:t>
                      </a:r>
                      <a:r>
                        <a:rPr lang="en-US" sz="1100" u="none" strike="noStrike" cap="none" dirty="0"/>
                        <a:t> 스코프</a:t>
                      </a:r>
                      <a:endParaRPr sz="1100" dirty="0"/>
                    </a:p>
                  </a:txBody>
                  <a:tcPr marL="68588" marR="68588" marT="34294" marB="34294">
                    <a:solidFill>
                      <a:schemeClr val="lt1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0"/>
                  </a:ext>
                </a:extLst>
              </a:tr>
            </a:tbl>
          </a:graphicData>
        </a:graphic>
      </p:graphicFrame>
      <p:graphicFrame>
        <p:nvGraphicFramePr>
          <p:cNvPr id="63" name="Google Shape;63;p4"/>
          <p:cNvGraphicFramePr/>
          <p:nvPr>
            <p:extLst>
              <p:ext uri="{D42A27DB-BD31-4B8C-83A1-F6EECF244321}">
                <p14:modId xmlns:p14="http://schemas.microsoft.com/office/powerpoint/2010/main" val="1577093896"/>
              </p:ext>
            </p:extLst>
          </p:nvPr>
        </p:nvGraphicFramePr>
        <p:xfrm>
          <a:off x="2569184" y="3662362"/>
          <a:ext cx="2875331" cy="536456"/>
        </p:xfrm>
        <a:graphic>
          <a:graphicData uri="http://schemas.openxmlformats.org/drawingml/2006/table">
            <a:tbl>
              <a:tblPr firstRow="1" bandRow="1">
                <a:noFill/>
              </a:tblPr>
              <a:tblGrid>
                <a:gridCol w="2875331">
                  <a:extLst>
                    <a:ext uri="{9D8B030D-6E8A-4147-A177-3AD203B41FA5}">
                      <a16:colId xmlns:a16="http://schemas.microsoft.com/office/drawing/2014/main" val="20000"/>
                    </a:ext>
                  </a:extLst>
                </a:gridCol>
              </a:tblGrid>
              <a:tr h="451445">
                <a:tc>
                  <a:txBody>
                    <a:bodyPr/>
                    <a:lstStyle/>
                    <a:p>
                      <a:pPr marL="0" marR="0" lvl="0" indent="0" algn="l" rtl="0">
                        <a:lnSpc>
                          <a:spcPct val="15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1100" u="none" strike="noStrike" cap="none" dirty="0"/>
                        <a:t>let x = 5;</a:t>
                      </a:r>
                      <a:endParaRPr sz="1100" dirty="0"/>
                    </a:p>
                    <a:p>
                      <a:pPr marL="0" marR="0" lvl="0" indent="0" algn="l" rtl="0">
                        <a:lnSpc>
                          <a:spcPct val="15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1100" u="none" strike="noStrike" cap="none" dirty="0"/>
                        <a:t>x = 10; //</a:t>
                      </a:r>
                      <a:r>
                        <a:rPr lang="en-US" sz="1100" u="none" strike="noStrike" cap="none" dirty="0" err="1"/>
                        <a:t>가능</a:t>
                      </a:r>
                      <a:endParaRPr sz="1100" dirty="0"/>
                    </a:p>
                  </a:txBody>
                  <a:tcPr marL="68588" marR="68588" marT="34294" marB="34294">
                    <a:solidFill>
                      <a:schemeClr val="lt1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0"/>
                  </a:ext>
                </a:extLst>
              </a:tr>
            </a:tbl>
          </a:graphicData>
        </a:graphic>
      </p:graphicFrame>
      <p:graphicFrame>
        <p:nvGraphicFramePr>
          <p:cNvPr id="64" name="Google Shape;64;p4"/>
          <p:cNvGraphicFramePr/>
          <p:nvPr>
            <p:extLst>
              <p:ext uri="{D42A27DB-BD31-4B8C-83A1-F6EECF244321}">
                <p14:modId xmlns:p14="http://schemas.microsoft.com/office/powerpoint/2010/main" val="4071291308"/>
              </p:ext>
            </p:extLst>
          </p:nvPr>
        </p:nvGraphicFramePr>
        <p:xfrm>
          <a:off x="2569184" y="5340816"/>
          <a:ext cx="2875331" cy="536456"/>
        </p:xfrm>
        <a:graphic>
          <a:graphicData uri="http://schemas.openxmlformats.org/drawingml/2006/table">
            <a:tbl>
              <a:tblPr firstRow="1" bandRow="1">
                <a:noFill/>
              </a:tblPr>
              <a:tblGrid>
                <a:gridCol w="2875331">
                  <a:extLst>
                    <a:ext uri="{9D8B030D-6E8A-4147-A177-3AD203B41FA5}">
                      <a16:colId xmlns:a16="http://schemas.microsoft.com/office/drawing/2014/main" val="20000"/>
                    </a:ext>
                  </a:extLst>
                </a:gridCol>
              </a:tblGrid>
              <a:tr h="451445">
                <a:tc>
                  <a:txBody>
                    <a:bodyPr/>
                    <a:lstStyle/>
                    <a:p>
                      <a:pPr marL="0" marR="0" lvl="0" indent="0" algn="l" rtl="0">
                        <a:lnSpc>
                          <a:spcPct val="15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1100" u="none" strike="noStrike" cap="none" dirty="0"/>
                        <a:t>const y = 15;</a:t>
                      </a:r>
                      <a:endParaRPr sz="1100" dirty="0"/>
                    </a:p>
                    <a:p>
                      <a:pPr marL="0" marR="0" lvl="0" indent="0" algn="l" rtl="0">
                        <a:lnSpc>
                          <a:spcPct val="15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1100" u="none" strike="noStrike" cap="none" dirty="0"/>
                        <a:t>// y = 20; //</a:t>
                      </a:r>
                      <a:r>
                        <a:rPr lang="en-US" sz="1100" u="none" strike="noStrike" cap="none" dirty="0" err="1"/>
                        <a:t>오류</a:t>
                      </a:r>
                      <a:r>
                        <a:rPr lang="en-US" sz="1100" u="none" strike="noStrike" cap="none" dirty="0"/>
                        <a:t> </a:t>
                      </a:r>
                      <a:r>
                        <a:rPr lang="en-US" sz="1100" u="none" strike="noStrike" cap="none" dirty="0" err="1"/>
                        <a:t>발생</a:t>
                      </a:r>
                      <a:endParaRPr sz="1100" dirty="0"/>
                    </a:p>
                  </a:txBody>
                  <a:tcPr marL="68588" marR="68588" marT="34294" marB="34294">
                    <a:solidFill>
                      <a:schemeClr val="lt1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0"/>
                  </a:ext>
                </a:extLst>
              </a:tr>
            </a:tbl>
          </a:graphicData>
        </a:graphic>
      </p:graphicFrame>
    </p:spTree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Shape 6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내용 개체 틀 2">
            <a:extLst>
              <a:ext uri="{FF2B5EF4-FFF2-40B4-BE49-F238E27FC236}">
                <a16:creationId xmlns:a16="http://schemas.microsoft.com/office/drawing/2014/main" id="{9580EE7E-2FB7-C0DA-973A-2C10EDD9D6B0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444500" y="1152525"/>
            <a:ext cx="7871916" cy="5019675"/>
          </a:xfrm>
        </p:spPr>
        <p:txBody>
          <a:bodyPr>
            <a:normAutofit/>
          </a:bodyPr>
          <a:lstStyle/>
          <a:p>
            <a:r>
              <a:rPr lang="ko-KR" altLang="en-US" sz="1600" b="1" dirty="0"/>
              <a:t>변수 선언 방식</a:t>
            </a:r>
            <a:r>
              <a:rPr lang="en-US" altLang="ko-KR" sz="1600" b="1" dirty="0"/>
              <a:t>(</a:t>
            </a:r>
            <a:r>
              <a:rPr lang="ko-KR" altLang="en-US" sz="1600" b="1" dirty="0"/>
              <a:t>계속</a:t>
            </a:r>
            <a:r>
              <a:rPr lang="en-US" altLang="ko-KR" sz="1600" b="1" dirty="0"/>
              <a:t>)</a:t>
            </a:r>
          </a:p>
          <a:p>
            <a:pPr lvl="1"/>
            <a:r>
              <a:rPr lang="en-US" altLang="ko-KR" sz="1600" dirty="0"/>
              <a:t>var</a:t>
            </a:r>
          </a:p>
          <a:p>
            <a:pPr lvl="2"/>
            <a:r>
              <a:rPr lang="ko-KR" altLang="en-US" sz="1600" u="sng" dirty="0"/>
              <a:t>같은 이름으로 중복 선언이 가능</a:t>
            </a:r>
            <a:r>
              <a:rPr lang="ko-KR" altLang="en-US" sz="1600" dirty="0"/>
              <a:t>하다</a:t>
            </a:r>
            <a:r>
              <a:rPr lang="en-US" altLang="ko-KR" sz="1600" dirty="0"/>
              <a:t>. </a:t>
            </a:r>
          </a:p>
          <a:p>
            <a:pPr lvl="2"/>
            <a:r>
              <a:rPr lang="ko-KR" altLang="en-US" sz="1600" dirty="0"/>
              <a:t>재할당도 가능 하지만 예측 가능한 동작이 어려워 최근 코드에서는 잘 사용하지 않는다</a:t>
            </a:r>
            <a:r>
              <a:rPr lang="en-US" altLang="ko-KR" sz="1600" dirty="0"/>
              <a:t>.</a:t>
            </a:r>
          </a:p>
          <a:p>
            <a:pPr lvl="2"/>
            <a:endParaRPr lang="en-US" altLang="ko-KR" sz="1600" dirty="0"/>
          </a:p>
          <a:p>
            <a:pPr lvl="2"/>
            <a:endParaRPr lang="en-US" altLang="ko-KR" sz="1600" dirty="0"/>
          </a:p>
          <a:p>
            <a:r>
              <a:rPr lang="ko-KR" altLang="en-US" sz="1600" b="1" dirty="0"/>
              <a:t>웹페이지에 값 출력하는 방법</a:t>
            </a:r>
          </a:p>
          <a:p>
            <a:pPr lvl="1"/>
            <a:r>
              <a:rPr lang="en-US" altLang="ko-KR" sz="1600" dirty="0"/>
              <a:t>document.write() </a:t>
            </a:r>
            <a:r>
              <a:rPr lang="ko-KR" altLang="en-US" sz="1600" dirty="0"/>
              <a:t>혹은 </a:t>
            </a:r>
            <a:r>
              <a:rPr lang="en-US" altLang="ko-KR" sz="1600" dirty="0"/>
              <a:t>document.writeLine()</a:t>
            </a:r>
            <a:r>
              <a:rPr lang="ko-KR" altLang="en-US" sz="1600" dirty="0"/>
              <a:t>으로 웹페이지에 직접 값을 출력할 수 있다</a:t>
            </a:r>
            <a:r>
              <a:rPr lang="en-US" altLang="ko-KR" sz="1600" dirty="0"/>
              <a:t>.</a:t>
            </a:r>
          </a:p>
          <a:p>
            <a:endParaRPr lang="ko-KR" altLang="en-US" dirty="0"/>
          </a:p>
        </p:txBody>
      </p:sp>
      <p:sp>
        <p:nvSpPr>
          <p:cNvPr id="69" name="Google Shape;69;p5"/>
          <p:cNvSpPr txBox="1">
            <a:spLocks noGrp="1"/>
          </p:cNvSpPr>
          <p:nvPr>
            <p:ph type="title"/>
          </p:nvPr>
        </p:nvSpPr>
        <p:spPr>
          <a:prstGeom prst="rect">
            <a:avLst/>
          </a:prstGeom>
          <a:noFill/>
          <a:ln>
            <a:noFill/>
          </a:ln>
        </p:spPr>
        <p:txBody>
          <a:bodyPr spcFirstLastPara="1" vert="horz" wrap="square" lIns="68569" tIns="34275" rIns="68569" bIns="34275" numCol="1" anchor="t" anchorCtr="0" compatLnSpc="1">
            <a:prstTxWarp prst="textNoShape">
              <a:avLst/>
            </a:prstTxWarp>
            <a:noAutofit/>
          </a:bodyPr>
          <a:lstStyle/>
          <a:p>
            <a:pPr>
              <a:spcBef>
                <a:spcPts val="0"/>
              </a:spcBef>
              <a:spcAft>
                <a:spcPts val="0"/>
              </a:spcAft>
            </a:pPr>
            <a:r>
              <a:rPr lang="en-US" dirty="0"/>
              <a:t>자바스크립트 </a:t>
            </a:r>
            <a:r>
              <a:rPr lang="en-US" dirty="0" err="1"/>
              <a:t>기본문법</a:t>
            </a:r>
            <a:r>
              <a:rPr lang="en-US" dirty="0"/>
              <a:t>(2)</a:t>
            </a:r>
            <a:br>
              <a:rPr lang="en-US" dirty="0"/>
            </a:br>
            <a:r>
              <a:rPr lang="en-US" dirty="0"/>
              <a:t>					변수선언</a:t>
            </a:r>
            <a:r>
              <a:rPr lang="en-US" altLang="ko-KR" dirty="0"/>
              <a:t>(</a:t>
            </a:r>
            <a:r>
              <a:rPr lang="ko-KR" altLang="en-US" dirty="0"/>
              <a:t>계속</a:t>
            </a:r>
            <a:r>
              <a:rPr lang="en-US" altLang="ko-KR" dirty="0"/>
              <a:t>)</a:t>
            </a:r>
            <a:endParaRPr dirty="0"/>
          </a:p>
        </p:txBody>
      </p:sp>
      <p:sp>
        <p:nvSpPr>
          <p:cNvPr id="72" name="Google Shape;72;p5"/>
          <p:cNvSpPr txBox="1">
            <a:spLocks noGrp="1"/>
          </p:cNvSpPr>
          <p:nvPr>
            <p:ph type="ftr" sz="quarter" idx="11"/>
          </p:nvPr>
        </p:nvSpPr>
        <p:spPr>
          <a:prstGeom prst="rect">
            <a:avLst/>
          </a:prstGeom>
          <a:noFill/>
          <a:ln>
            <a:noFill/>
          </a:ln>
        </p:spPr>
        <p:txBody>
          <a:bodyPr spcFirstLastPara="1" vert="horz" wrap="square" lIns="68569" tIns="34275" rIns="68569" bIns="34275" numCol="1" anchor="b" anchorCtr="0" compatLnSpc="1">
            <a:prstTxWarp prst="textNoShape">
              <a:avLst/>
            </a:prstTxWarp>
            <a:noAutofit/>
          </a:bodyPr>
          <a:lstStyle/>
          <a:p>
            <a:pPr>
              <a:spcBef>
                <a:spcPts val="0"/>
              </a:spcBef>
            </a:pPr>
            <a:endParaRPr/>
          </a:p>
        </p:txBody>
      </p:sp>
      <p:sp>
        <p:nvSpPr>
          <p:cNvPr id="71" name="Google Shape;71;p5"/>
          <p:cNvSpPr txBox="1">
            <a:spLocks noGrp="1"/>
          </p:cNvSpPr>
          <p:nvPr>
            <p:ph type="sldNum" idx="4294967295"/>
          </p:nvPr>
        </p:nvSpPr>
        <p:spPr>
          <a:xfrm>
            <a:off x="6604000" y="6419850"/>
            <a:ext cx="2540000" cy="3048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t" anchorCtr="0">
            <a:noAutofit/>
          </a:bodyPr>
          <a:lstStyle>
            <a:defPPr marR="0" lvl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defPPr>
            <a:lvl1pPr marL="0" marR="0" lvl="0" indent="0" algn="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Font typeface="Arial"/>
              <a:buNone/>
              <a:defRPr sz="1300" b="0" i="0" u="none" strike="noStrike" cap="none">
                <a:solidFill>
                  <a:schemeClr val="dk2"/>
                </a:solidFill>
                <a:latin typeface="Tahoma"/>
                <a:ea typeface="Tahoma"/>
                <a:cs typeface="Tahoma"/>
                <a:sym typeface="Tahoma"/>
              </a:defRPr>
            </a:lvl1pPr>
            <a:lvl2pPr marL="0" marR="0" lvl="1" indent="0" algn="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Font typeface="Arial"/>
              <a:buNone/>
              <a:defRPr sz="1300" b="0" i="0" u="none" strike="noStrike" cap="none">
                <a:solidFill>
                  <a:schemeClr val="dk2"/>
                </a:solidFill>
                <a:latin typeface="Tahoma"/>
                <a:ea typeface="Tahoma"/>
                <a:cs typeface="Tahoma"/>
                <a:sym typeface="Tahoma"/>
              </a:defRPr>
            </a:lvl2pPr>
            <a:lvl3pPr marL="0" marR="0" lvl="2" indent="0" algn="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Font typeface="Arial"/>
              <a:buNone/>
              <a:defRPr sz="1300" b="0" i="0" u="none" strike="noStrike" cap="none">
                <a:solidFill>
                  <a:schemeClr val="dk2"/>
                </a:solidFill>
                <a:latin typeface="Tahoma"/>
                <a:ea typeface="Tahoma"/>
                <a:cs typeface="Tahoma"/>
                <a:sym typeface="Tahoma"/>
              </a:defRPr>
            </a:lvl3pPr>
            <a:lvl4pPr marL="0" marR="0" lvl="3" indent="0" algn="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Font typeface="Arial"/>
              <a:buNone/>
              <a:defRPr sz="1300" b="0" i="0" u="none" strike="noStrike" cap="none">
                <a:solidFill>
                  <a:schemeClr val="dk2"/>
                </a:solidFill>
                <a:latin typeface="Tahoma"/>
                <a:ea typeface="Tahoma"/>
                <a:cs typeface="Tahoma"/>
                <a:sym typeface="Tahoma"/>
              </a:defRPr>
            </a:lvl4pPr>
            <a:lvl5pPr marL="0" marR="0" lvl="4" indent="0" algn="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Font typeface="Arial"/>
              <a:buNone/>
              <a:defRPr sz="1300" b="0" i="0" u="none" strike="noStrike" cap="none">
                <a:solidFill>
                  <a:schemeClr val="dk2"/>
                </a:solidFill>
                <a:latin typeface="Tahoma"/>
                <a:ea typeface="Tahoma"/>
                <a:cs typeface="Tahoma"/>
                <a:sym typeface="Tahoma"/>
              </a:defRPr>
            </a:lvl5pPr>
            <a:lvl6pPr marL="0" marR="0" lvl="5" indent="0" algn="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Font typeface="Arial"/>
              <a:buNone/>
              <a:defRPr sz="1300" b="0" i="0" u="none" strike="noStrike" cap="none">
                <a:solidFill>
                  <a:schemeClr val="dk2"/>
                </a:solidFill>
                <a:latin typeface="Tahoma"/>
                <a:ea typeface="Tahoma"/>
                <a:cs typeface="Tahoma"/>
                <a:sym typeface="Tahoma"/>
              </a:defRPr>
            </a:lvl6pPr>
            <a:lvl7pPr marL="0" marR="0" lvl="6" indent="0" algn="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Font typeface="Arial"/>
              <a:buNone/>
              <a:defRPr sz="1300" b="0" i="0" u="none" strike="noStrike" cap="none">
                <a:solidFill>
                  <a:schemeClr val="dk2"/>
                </a:solidFill>
                <a:latin typeface="Tahoma"/>
                <a:ea typeface="Tahoma"/>
                <a:cs typeface="Tahoma"/>
                <a:sym typeface="Tahoma"/>
              </a:defRPr>
            </a:lvl7pPr>
            <a:lvl8pPr marL="0" marR="0" lvl="7" indent="0" algn="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Font typeface="Arial"/>
              <a:buNone/>
              <a:defRPr sz="1300" b="0" i="0" u="none" strike="noStrike" cap="none">
                <a:solidFill>
                  <a:schemeClr val="dk2"/>
                </a:solidFill>
                <a:latin typeface="Tahoma"/>
                <a:ea typeface="Tahoma"/>
                <a:cs typeface="Tahoma"/>
                <a:sym typeface="Tahoma"/>
              </a:defRPr>
            </a:lvl8pPr>
            <a:lvl9pPr marL="0" marR="0" lvl="8" indent="0" algn="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Font typeface="Arial"/>
              <a:buNone/>
              <a:defRPr sz="1300" b="0" i="0" u="none" strike="noStrike" cap="none">
                <a:solidFill>
                  <a:schemeClr val="dk2"/>
                </a:solidFill>
                <a:latin typeface="Tahoma"/>
                <a:ea typeface="Tahoma"/>
                <a:cs typeface="Tahoma"/>
                <a:sym typeface="Tahoma"/>
              </a:defRPr>
            </a:lvl9pPr>
          </a:lstStyle>
          <a:p>
            <a:pPr algn="r"/>
            <a:fld id="{00000000-1234-1234-1234-123412341234}" type="slidenum">
              <a:rPr lang="en-US" smtClean="0"/>
              <a:pPr algn="r"/>
              <a:t>7</a:t>
            </a:fld>
            <a:endParaRPr/>
          </a:p>
        </p:txBody>
      </p:sp>
      <p:graphicFrame>
        <p:nvGraphicFramePr>
          <p:cNvPr id="73" name="Google Shape;73;p5"/>
          <p:cNvGraphicFramePr/>
          <p:nvPr>
            <p:extLst>
              <p:ext uri="{D42A27DB-BD31-4B8C-83A1-F6EECF244321}">
                <p14:modId xmlns:p14="http://schemas.microsoft.com/office/powerpoint/2010/main" val="1466304901"/>
              </p:ext>
            </p:extLst>
          </p:nvPr>
        </p:nvGraphicFramePr>
        <p:xfrm>
          <a:off x="3419872" y="2621858"/>
          <a:ext cx="2034844" cy="787916"/>
        </p:xfrm>
        <a:graphic>
          <a:graphicData uri="http://schemas.openxmlformats.org/drawingml/2006/table">
            <a:tbl>
              <a:tblPr firstRow="1" bandRow="1">
                <a:noFill/>
              </a:tblPr>
              <a:tblGrid>
                <a:gridCol w="2034844">
                  <a:extLst>
                    <a:ext uri="{9D8B030D-6E8A-4147-A177-3AD203B41FA5}">
                      <a16:colId xmlns:a16="http://schemas.microsoft.com/office/drawing/2014/main" val="20000"/>
                    </a:ext>
                  </a:extLst>
                </a:gridCol>
              </a:tblGrid>
              <a:tr h="657185">
                <a:tc>
                  <a:txBody>
                    <a:bodyPr/>
                    <a:lstStyle/>
                    <a:p>
                      <a:pPr marL="0" marR="0" lvl="0" indent="0" algn="l" rtl="0">
                        <a:lnSpc>
                          <a:spcPct val="15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1100" u="none" strike="noStrike" cap="none" dirty="0"/>
                        <a:t>var z = 25;</a:t>
                      </a:r>
                      <a:endParaRPr sz="1100" dirty="0"/>
                    </a:p>
                    <a:p>
                      <a:pPr marL="0" marR="0" lvl="0" indent="0" algn="l" rtl="0">
                        <a:lnSpc>
                          <a:spcPct val="15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1100" u="none" strike="noStrike" cap="none" dirty="0"/>
                        <a:t>var z = 30; //</a:t>
                      </a:r>
                      <a:r>
                        <a:rPr lang="en-US" sz="1100" u="none" strike="noStrike" cap="none" dirty="0" err="1"/>
                        <a:t>가능</a:t>
                      </a:r>
                      <a:endParaRPr sz="1100" dirty="0"/>
                    </a:p>
                    <a:p>
                      <a:pPr marL="0" marR="0" lvl="0" indent="0" algn="l" rtl="0">
                        <a:lnSpc>
                          <a:spcPct val="15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1100" u="none" strike="noStrike" cap="none" dirty="0"/>
                        <a:t>z = 35; //</a:t>
                      </a:r>
                      <a:r>
                        <a:rPr lang="en-US" sz="1100" u="none" strike="noStrike" cap="none" dirty="0" err="1"/>
                        <a:t>가능</a:t>
                      </a:r>
                      <a:endParaRPr sz="1100" dirty="0"/>
                    </a:p>
                  </a:txBody>
                  <a:tcPr marL="68588" marR="68588" marT="34294" marB="34294">
                    <a:solidFill>
                      <a:schemeClr val="lt1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0"/>
                  </a:ext>
                </a:extLst>
              </a:tr>
            </a:tbl>
          </a:graphicData>
        </a:graphic>
      </p:graphicFrame>
      <p:graphicFrame>
        <p:nvGraphicFramePr>
          <p:cNvPr id="74" name="Google Shape;74;p5"/>
          <p:cNvGraphicFramePr/>
          <p:nvPr>
            <p:extLst>
              <p:ext uri="{D42A27DB-BD31-4B8C-83A1-F6EECF244321}">
                <p14:modId xmlns:p14="http://schemas.microsoft.com/office/powerpoint/2010/main" val="76378983"/>
              </p:ext>
            </p:extLst>
          </p:nvPr>
        </p:nvGraphicFramePr>
        <p:xfrm>
          <a:off x="1259632" y="4581128"/>
          <a:ext cx="3545063" cy="1543122"/>
        </p:xfrm>
        <a:graphic>
          <a:graphicData uri="http://schemas.openxmlformats.org/drawingml/2006/table">
            <a:tbl>
              <a:tblPr firstRow="1" bandRow="1">
                <a:noFill/>
              </a:tblPr>
              <a:tblGrid>
                <a:gridCol w="3545063">
                  <a:extLst>
                    <a:ext uri="{9D8B030D-6E8A-4147-A177-3AD203B41FA5}">
                      <a16:colId xmlns:a16="http://schemas.microsoft.com/office/drawing/2014/main" val="20000"/>
                    </a:ext>
                  </a:extLst>
                </a:gridCol>
              </a:tblGrid>
              <a:tr h="1519048">
                <a:tc>
                  <a:txBody>
                    <a:bodyPr/>
                    <a:lstStyle/>
                    <a:p>
                      <a:pPr marL="0" marR="0" lvl="0" indent="0" algn="l" rtl="0">
                        <a:lnSpc>
                          <a:spcPct val="15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1100" b="1" u="none" strike="noStrike" cap="none" dirty="0"/>
                        <a:t>let </a:t>
                      </a:r>
                      <a:r>
                        <a:rPr lang="en-US" sz="1100" u="none" strike="noStrike" cap="none" dirty="0"/>
                        <a:t>a = "Hello World“</a:t>
                      </a:r>
                      <a:endParaRPr sz="1100" dirty="0"/>
                    </a:p>
                    <a:p>
                      <a:pPr marL="0" marR="0" lvl="0" indent="0" algn="l" rtl="0">
                        <a:lnSpc>
                          <a:spcPct val="15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1100" b="1" u="none" strike="noStrike" cap="none" dirty="0"/>
                        <a:t>var</a:t>
                      </a:r>
                      <a:r>
                        <a:rPr lang="en-US" sz="1100" u="none" strike="noStrike" cap="none" dirty="0"/>
                        <a:t> b = 10;</a:t>
                      </a:r>
                      <a:endParaRPr sz="1100" dirty="0"/>
                    </a:p>
                    <a:p>
                      <a:pPr marL="0" marR="0" lvl="0" indent="0" algn="l" rtl="0">
                        <a:lnSpc>
                          <a:spcPct val="15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1100" b="1" u="none" strike="noStrike" cap="none" dirty="0"/>
                        <a:t>const</a:t>
                      </a:r>
                      <a:r>
                        <a:rPr lang="en-US" sz="1100" u="none" strike="noStrike" cap="none" dirty="0"/>
                        <a:t> c = 2.5;</a:t>
                      </a:r>
                      <a:endParaRPr sz="1100" dirty="0"/>
                    </a:p>
                    <a:p>
                      <a:pPr marL="0" marR="0" lvl="0" indent="0" algn="l" rtl="0">
                        <a:lnSpc>
                          <a:spcPct val="15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1100" u="none" strike="noStrike" cap="none" dirty="0"/>
                        <a:t>document.write(a)</a:t>
                      </a:r>
                      <a:endParaRPr sz="1100" dirty="0"/>
                    </a:p>
                    <a:p>
                      <a:pPr marL="0" marR="0" lvl="0" indent="0" algn="l" rtl="0">
                        <a:lnSpc>
                          <a:spcPct val="15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1100" u="none" strike="noStrike" cap="none" dirty="0"/>
                        <a:t>document.write(b)</a:t>
                      </a:r>
                      <a:endParaRPr sz="1100" dirty="0"/>
                    </a:p>
                    <a:p>
                      <a:pPr marL="0" marR="0" lvl="0" indent="0" algn="l" rtl="0">
                        <a:lnSpc>
                          <a:spcPct val="15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1100" u="none" strike="noStrike" cap="none" dirty="0"/>
                        <a:t>document.write(c)</a:t>
                      </a:r>
                      <a:endParaRPr sz="1100" u="none" strike="noStrike" cap="none" dirty="0"/>
                    </a:p>
                  </a:txBody>
                  <a:tcPr marL="68588" marR="68588" marT="34294" marB="34294">
                    <a:solidFill>
                      <a:schemeClr val="lt1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0"/>
                  </a:ext>
                </a:extLst>
              </a:tr>
            </a:tbl>
          </a:graphicData>
        </a:graphic>
      </p:graphicFrame>
    </p:spTree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제목 1">
            <a:extLst>
              <a:ext uri="{FF2B5EF4-FFF2-40B4-BE49-F238E27FC236}">
                <a16:creationId xmlns:a16="http://schemas.microsoft.com/office/drawing/2014/main" id="{DD5DA8D6-DC20-220F-1BA2-1FA9CDE61BB3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ko-KR" altLang="en-US" dirty="0"/>
              <a:t>자바스크립트 실습</a:t>
            </a:r>
            <a:br>
              <a:rPr lang="en-US" altLang="ko-KR" dirty="0"/>
            </a:br>
            <a:r>
              <a:rPr lang="en-US" altLang="ko-KR" dirty="0"/>
              <a:t>						</a:t>
            </a:r>
            <a:r>
              <a:rPr lang="ko-KR" altLang="en-US" dirty="0"/>
              <a:t>예제</a:t>
            </a:r>
            <a:r>
              <a:rPr lang="en-US" altLang="ko-KR" dirty="0"/>
              <a:t>3</a:t>
            </a:r>
            <a:endParaRPr lang="ko-KR" altLang="en-US" dirty="0"/>
          </a:p>
        </p:txBody>
      </p:sp>
      <p:sp>
        <p:nvSpPr>
          <p:cNvPr id="4" name="슬라이드 번호 개체 틀 3">
            <a:extLst>
              <a:ext uri="{FF2B5EF4-FFF2-40B4-BE49-F238E27FC236}">
                <a16:creationId xmlns:a16="http://schemas.microsoft.com/office/drawing/2014/main" id="{C53B3730-FB1C-4613-3390-A35540D21BEE}"/>
              </a:ext>
            </a:extLst>
          </p:cNvPr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pPr>
              <a:defRPr/>
            </a:pPr>
            <a:fld id="{D753E709-C6A3-4DBD-82F7-6E5ED028B16F}" type="slidenum">
              <a:rPr lang="en-US" altLang="ko-KR" smtClean="0"/>
              <a:pPr>
                <a:defRPr/>
              </a:pPr>
              <a:t>8</a:t>
            </a:fld>
            <a:endParaRPr lang="en-US" altLang="ko-KR"/>
          </a:p>
        </p:txBody>
      </p:sp>
      <p:sp>
        <p:nvSpPr>
          <p:cNvPr id="5" name="바닥글 개체 틀 4">
            <a:extLst>
              <a:ext uri="{FF2B5EF4-FFF2-40B4-BE49-F238E27FC236}">
                <a16:creationId xmlns:a16="http://schemas.microsoft.com/office/drawing/2014/main" id="{D172A7DF-0BC1-6C21-B7D8-4C98C4EC3EDB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pPr>
              <a:defRPr/>
            </a:pPr>
            <a:endParaRPr lang="ko-KR" altLang="en-US" dirty="0"/>
          </a:p>
        </p:txBody>
      </p:sp>
      <p:graphicFrame>
        <p:nvGraphicFramePr>
          <p:cNvPr id="6" name="Google Shape;73;p5">
            <a:extLst>
              <a:ext uri="{FF2B5EF4-FFF2-40B4-BE49-F238E27FC236}">
                <a16:creationId xmlns:a16="http://schemas.microsoft.com/office/drawing/2014/main" id="{041AD023-172C-A2DF-6731-669C0B55B70F}"/>
              </a:ext>
            </a:extLst>
          </p:cNvPr>
          <p:cNvGraphicFramePr/>
          <p:nvPr>
            <p:extLst>
              <p:ext uri="{D42A27DB-BD31-4B8C-83A1-F6EECF244321}">
                <p14:modId xmlns:p14="http://schemas.microsoft.com/office/powerpoint/2010/main" val="4242630444"/>
              </p:ext>
            </p:extLst>
          </p:nvPr>
        </p:nvGraphicFramePr>
        <p:xfrm>
          <a:off x="539552" y="1268760"/>
          <a:ext cx="6264696" cy="2750828"/>
        </p:xfrm>
        <a:graphic>
          <a:graphicData uri="http://schemas.openxmlformats.org/drawingml/2006/table">
            <a:tbl>
              <a:tblPr firstRow="1" bandRow="1">
                <a:noFill/>
              </a:tblPr>
              <a:tblGrid>
                <a:gridCol w="6264696">
                  <a:extLst>
                    <a:ext uri="{9D8B030D-6E8A-4147-A177-3AD203B41FA5}">
                      <a16:colId xmlns:a16="http://schemas.microsoft.com/office/drawing/2014/main" val="20000"/>
                    </a:ext>
                  </a:extLst>
                </a:gridCol>
              </a:tblGrid>
              <a:tr h="657185">
                <a:tc>
                  <a:txBody>
                    <a:bodyPr/>
                    <a:lstStyle/>
                    <a:p>
                      <a:r>
                        <a:rPr lang="en-US" altLang="ko-KR" sz="1100" kern="1200" dirty="0">
                          <a:solidFill>
                            <a:schemeClr val="tx1"/>
                          </a:solidFill>
                          <a:effectLst/>
                          <a:latin typeface="+mn-lt"/>
                          <a:ea typeface="+mn-ea"/>
                          <a:cs typeface="+mn-cs"/>
                        </a:rPr>
                        <a:t>&lt;!DOCTYPE html&gt;</a:t>
                      </a:r>
                      <a:br>
                        <a:rPr lang="en-US" altLang="ko-KR" sz="1100" kern="1200" dirty="0">
                          <a:solidFill>
                            <a:schemeClr val="tx1"/>
                          </a:solidFill>
                          <a:effectLst/>
                          <a:latin typeface="+mn-lt"/>
                          <a:ea typeface="+mn-ea"/>
                          <a:cs typeface="+mn-cs"/>
                        </a:rPr>
                      </a:br>
                      <a:r>
                        <a:rPr lang="en-US" altLang="ko-KR" sz="1100" kern="1200" dirty="0">
                          <a:solidFill>
                            <a:schemeClr val="tx1"/>
                          </a:solidFill>
                          <a:effectLst/>
                          <a:latin typeface="+mn-lt"/>
                          <a:ea typeface="+mn-ea"/>
                          <a:cs typeface="+mn-cs"/>
                        </a:rPr>
                        <a:t>&lt;html&gt;</a:t>
                      </a:r>
                      <a:br>
                        <a:rPr lang="en-US" altLang="ko-KR" sz="1100" kern="1200" dirty="0">
                          <a:solidFill>
                            <a:schemeClr val="tx1"/>
                          </a:solidFill>
                          <a:effectLst/>
                          <a:latin typeface="+mn-lt"/>
                          <a:ea typeface="+mn-ea"/>
                          <a:cs typeface="+mn-cs"/>
                        </a:rPr>
                      </a:br>
                      <a:r>
                        <a:rPr lang="en-US" altLang="ko-KR" sz="1100" kern="1200" dirty="0">
                          <a:solidFill>
                            <a:schemeClr val="tx1"/>
                          </a:solidFill>
                          <a:effectLst/>
                          <a:latin typeface="+mn-lt"/>
                          <a:ea typeface="+mn-ea"/>
                          <a:cs typeface="+mn-cs"/>
                        </a:rPr>
                        <a:t>&lt;head&gt;</a:t>
                      </a:r>
                      <a:br>
                        <a:rPr lang="en-US" altLang="ko-KR" sz="1100" kern="1200" dirty="0">
                          <a:solidFill>
                            <a:schemeClr val="tx1"/>
                          </a:solidFill>
                          <a:effectLst/>
                          <a:latin typeface="+mn-lt"/>
                          <a:ea typeface="+mn-ea"/>
                          <a:cs typeface="+mn-cs"/>
                        </a:rPr>
                      </a:br>
                      <a:r>
                        <a:rPr lang="en-US" altLang="ko-KR" sz="1100" kern="1200" dirty="0">
                          <a:solidFill>
                            <a:schemeClr val="tx1"/>
                          </a:solidFill>
                          <a:effectLst/>
                          <a:latin typeface="+mn-lt"/>
                          <a:ea typeface="+mn-ea"/>
                          <a:cs typeface="+mn-cs"/>
                        </a:rPr>
                        <a:t>    &lt;meta charset="UTF-8"&gt;</a:t>
                      </a:r>
                      <a:br>
                        <a:rPr lang="en-US" altLang="ko-KR" sz="1100" kern="1200" dirty="0">
                          <a:solidFill>
                            <a:schemeClr val="tx1"/>
                          </a:solidFill>
                          <a:effectLst/>
                          <a:latin typeface="+mn-lt"/>
                          <a:ea typeface="+mn-ea"/>
                          <a:cs typeface="+mn-cs"/>
                        </a:rPr>
                      </a:br>
                      <a:r>
                        <a:rPr lang="en-US" altLang="ko-KR" sz="1100" kern="1200" dirty="0">
                          <a:solidFill>
                            <a:schemeClr val="tx1"/>
                          </a:solidFill>
                          <a:effectLst/>
                          <a:latin typeface="+mn-lt"/>
                          <a:ea typeface="+mn-ea"/>
                          <a:cs typeface="+mn-cs"/>
                        </a:rPr>
                        <a:t>    &lt;title&gt;</a:t>
                      </a:r>
                      <a:r>
                        <a:rPr lang="ko-KR" altLang="en-US" sz="1100" kern="1200" dirty="0">
                          <a:solidFill>
                            <a:schemeClr val="tx1"/>
                          </a:solidFill>
                          <a:effectLst/>
                          <a:latin typeface="+mn-lt"/>
                          <a:ea typeface="+mn-ea"/>
                          <a:cs typeface="+mn-cs"/>
                        </a:rPr>
                        <a:t>예제</a:t>
                      </a:r>
                      <a:r>
                        <a:rPr lang="en-US" altLang="ko-KR" sz="1100" kern="1200" dirty="0">
                          <a:solidFill>
                            <a:schemeClr val="tx1"/>
                          </a:solidFill>
                          <a:effectLst/>
                          <a:latin typeface="+mn-lt"/>
                          <a:ea typeface="+mn-ea"/>
                          <a:cs typeface="+mn-cs"/>
                        </a:rPr>
                        <a:t>3&lt;/title&gt;</a:t>
                      </a:r>
                      <a:br>
                        <a:rPr lang="en-US" altLang="ko-KR" sz="1100" kern="1200" dirty="0">
                          <a:solidFill>
                            <a:schemeClr val="tx1"/>
                          </a:solidFill>
                          <a:effectLst/>
                          <a:latin typeface="+mn-lt"/>
                          <a:ea typeface="+mn-ea"/>
                          <a:cs typeface="+mn-cs"/>
                        </a:rPr>
                      </a:br>
                      <a:r>
                        <a:rPr lang="en-US" altLang="ko-KR" sz="1100" kern="1200" dirty="0">
                          <a:solidFill>
                            <a:schemeClr val="tx1"/>
                          </a:solidFill>
                          <a:effectLst/>
                          <a:latin typeface="+mn-lt"/>
                          <a:ea typeface="+mn-ea"/>
                          <a:cs typeface="+mn-cs"/>
                        </a:rPr>
                        <a:t>&lt;/head&gt;</a:t>
                      </a:r>
                      <a:br>
                        <a:rPr lang="en-US" altLang="ko-KR" sz="1100" kern="1200" dirty="0">
                          <a:solidFill>
                            <a:schemeClr val="tx1"/>
                          </a:solidFill>
                          <a:effectLst/>
                          <a:latin typeface="+mn-lt"/>
                          <a:ea typeface="+mn-ea"/>
                          <a:cs typeface="+mn-cs"/>
                        </a:rPr>
                      </a:br>
                      <a:r>
                        <a:rPr lang="en-US" altLang="ko-KR" sz="1100" kern="1200" dirty="0">
                          <a:solidFill>
                            <a:schemeClr val="tx1"/>
                          </a:solidFill>
                          <a:effectLst/>
                          <a:latin typeface="+mn-lt"/>
                          <a:ea typeface="+mn-ea"/>
                          <a:cs typeface="+mn-cs"/>
                        </a:rPr>
                        <a:t>&lt;body&gt;</a:t>
                      </a:r>
                      <a:br>
                        <a:rPr lang="en-US" altLang="ko-KR" sz="1100" kern="1200" dirty="0">
                          <a:solidFill>
                            <a:schemeClr val="tx1"/>
                          </a:solidFill>
                          <a:effectLst/>
                          <a:latin typeface="+mn-lt"/>
                          <a:ea typeface="+mn-ea"/>
                          <a:cs typeface="+mn-cs"/>
                        </a:rPr>
                      </a:br>
                      <a:r>
                        <a:rPr lang="en-US" altLang="ko-KR" sz="1100" kern="1200" dirty="0">
                          <a:solidFill>
                            <a:schemeClr val="tx1"/>
                          </a:solidFill>
                          <a:effectLst/>
                          <a:latin typeface="+mn-lt"/>
                          <a:ea typeface="+mn-ea"/>
                          <a:cs typeface="+mn-cs"/>
                        </a:rPr>
                        <a:t>    </a:t>
                      </a:r>
                      <a:r>
                        <a:rPr lang="en-US" altLang="ko-KR" sz="1100" b="1" kern="1200" dirty="0">
                          <a:solidFill>
                            <a:schemeClr val="tx1"/>
                          </a:solidFill>
                          <a:effectLst/>
                          <a:latin typeface="+mn-lt"/>
                          <a:ea typeface="+mn-ea"/>
                          <a:cs typeface="+mn-cs"/>
                        </a:rPr>
                        <a:t>&lt;h1 id="test"&gt;&lt;/h1&gt;</a:t>
                      </a:r>
                      <a:br>
                        <a:rPr lang="en-US" altLang="ko-KR" sz="1100" kern="1200" dirty="0">
                          <a:solidFill>
                            <a:schemeClr val="tx1"/>
                          </a:solidFill>
                          <a:effectLst/>
                          <a:latin typeface="+mn-lt"/>
                          <a:ea typeface="+mn-ea"/>
                          <a:cs typeface="+mn-cs"/>
                        </a:rPr>
                      </a:br>
                      <a:r>
                        <a:rPr lang="en-US" altLang="ko-KR" sz="1100" kern="1200" dirty="0">
                          <a:solidFill>
                            <a:schemeClr val="tx1"/>
                          </a:solidFill>
                          <a:effectLst/>
                          <a:latin typeface="+mn-lt"/>
                          <a:ea typeface="+mn-ea"/>
                          <a:cs typeface="+mn-cs"/>
                        </a:rPr>
                        <a:t>    &lt;script&gt;</a:t>
                      </a:r>
                      <a:br>
                        <a:rPr lang="en-US" altLang="ko-KR" sz="1100" kern="1200" dirty="0">
                          <a:solidFill>
                            <a:schemeClr val="tx1"/>
                          </a:solidFill>
                          <a:effectLst/>
                          <a:latin typeface="+mn-lt"/>
                          <a:ea typeface="+mn-ea"/>
                          <a:cs typeface="+mn-cs"/>
                        </a:rPr>
                      </a:br>
                      <a:r>
                        <a:rPr lang="en-US" altLang="ko-KR" sz="1100" i="0" kern="1200" dirty="0">
                          <a:solidFill>
                            <a:schemeClr val="tx1"/>
                          </a:solidFill>
                          <a:effectLst/>
                          <a:latin typeface="+mn-lt"/>
                          <a:ea typeface="+mn-ea"/>
                          <a:cs typeface="+mn-cs"/>
                        </a:rPr>
                        <a:t>        let x = 5;</a:t>
                      </a:r>
                      <a:br>
                        <a:rPr lang="en-US" altLang="ko-KR" sz="1100" i="0" kern="1200" dirty="0">
                          <a:solidFill>
                            <a:schemeClr val="tx1"/>
                          </a:solidFill>
                          <a:effectLst/>
                          <a:latin typeface="+mn-lt"/>
                          <a:ea typeface="+mn-ea"/>
                          <a:cs typeface="+mn-cs"/>
                        </a:rPr>
                      </a:br>
                      <a:r>
                        <a:rPr lang="en-US" altLang="ko-KR" sz="1100" i="0" kern="1200" dirty="0">
                          <a:solidFill>
                            <a:schemeClr val="tx1"/>
                          </a:solidFill>
                          <a:effectLst/>
                          <a:latin typeface="+mn-lt"/>
                          <a:ea typeface="+mn-ea"/>
                          <a:cs typeface="+mn-cs"/>
                        </a:rPr>
                        <a:t>        let y = 6;</a:t>
                      </a:r>
                      <a:br>
                        <a:rPr lang="en-US" altLang="ko-KR" sz="1100" i="0" kern="1200" dirty="0">
                          <a:solidFill>
                            <a:schemeClr val="tx1"/>
                          </a:solidFill>
                          <a:effectLst/>
                          <a:latin typeface="+mn-lt"/>
                          <a:ea typeface="+mn-ea"/>
                          <a:cs typeface="+mn-cs"/>
                        </a:rPr>
                      </a:br>
                      <a:r>
                        <a:rPr lang="en-US" altLang="ko-KR" sz="1100" i="0" kern="1200" dirty="0">
                          <a:solidFill>
                            <a:schemeClr val="tx1"/>
                          </a:solidFill>
                          <a:effectLst/>
                          <a:latin typeface="+mn-lt"/>
                          <a:ea typeface="+mn-ea"/>
                          <a:cs typeface="+mn-cs"/>
                        </a:rPr>
                        <a:t>        let z = x + y;</a:t>
                      </a:r>
                      <a:br>
                        <a:rPr lang="en-US" altLang="ko-KR" sz="1100" kern="1200" dirty="0">
                          <a:solidFill>
                            <a:schemeClr val="tx1"/>
                          </a:solidFill>
                          <a:effectLst/>
                          <a:latin typeface="+mn-lt"/>
                          <a:ea typeface="+mn-ea"/>
                          <a:cs typeface="+mn-cs"/>
                        </a:rPr>
                      </a:br>
                      <a:r>
                        <a:rPr lang="en-US" altLang="ko-KR" sz="1100" kern="1200" dirty="0">
                          <a:solidFill>
                            <a:schemeClr val="tx1"/>
                          </a:solidFill>
                          <a:effectLst/>
                          <a:latin typeface="+mn-lt"/>
                          <a:ea typeface="+mn-ea"/>
                          <a:cs typeface="+mn-cs"/>
                        </a:rPr>
                        <a:t>        </a:t>
                      </a:r>
                      <a:r>
                        <a:rPr lang="en-US" altLang="ko-KR" sz="1100" b="0" i="0" kern="1200" dirty="0">
                          <a:solidFill>
                            <a:schemeClr val="tx1"/>
                          </a:solidFill>
                          <a:effectLst/>
                          <a:latin typeface="+mn-lt"/>
                          <a:ea typeface="+mn-ea"/>
                          <a:cs typeface="+mn-cs"/>
                        </a:rPr>
                        <a:t>document.getElementById("</a:t>
                      </a:r>
                      <a:r>
                        <a:rPr lang="en-US" altLang="ko-KR" sz="1100" b="1" i="0" kern="1200" dirty="0">
                          <a:solidFill>
                            <a:schemeClr val="tx1"/>
                          </a:solidFill>
                          <a:effectLst/>
                          <a:latin typeface="+mn-lt"/>
                          <a:ea typeface="+mn-ea"/>
                          <a:cs typeface="+mn-cs"/>
                        </a:rPr>
                        <a:t>test</a:t>
                      </a:r>
                      <a:r>
                        <a:rPr lang="en-US" altLang="ko-KR" sz="1100" b="0" i="0" kern="1200" dirty="0">
                          <a:solidFill>
                            <a:schemeClr val="tx1"/>
                          </a:solidFill>
                          <a:effectLst/>
                          <a:latin typeface="+mn-lt"/>
                          <a:ea typeface="+mn-ea"/>
                          <a:cs typeface="+mn-cs"/>
                        </a:rPr>
                        <a:t>").</a:t>
                      </a:r>
                      <a:r>
                        <a:rPr lang="en-US" altLang="ko-KR" sz="1100" b="0" i="0" kern="1200" dirty="0" err="1">
                          <a:solidFill>
                            <a:schemeClr val="tx1"/>
                          </a:solidFill>
                          <a:effectLst/>
                          <a:latin typeface="+mn-lt"/>
                          <a:ea typeface="+mn-ea"/>
                          <a:cs typeface="+mn-cs"/>
                        </a:rPr>
                        <a:t>innerHTML</a:t>
                      </a:r>
                      <a:r>
                        <a:rPr lang="en-US" altLang="ko-KR" sz="1100" b="0" i="0" kern="1200" dirty="0">
                          <a:solidFill>
                            <a:schemeClr val="tx1"/>
                          </a:solidFill>
                          <a:effectLst/>
                          <a:latin typeface="+mn-lt"/>
                          <a:ea typeface="+mn-ea"/>
                          <a:cs typeface="+mn-cs"/>
                        </a:rPr>
                        <a:t> = z;</a:t>
                      </a:r>
                      <a:br>
                        <a:rPr lang="en-US" altLang="ko-KR" sz="1100" b="0" i="0" kern="1200" dirty="0">
                          <a:solidFill>
                            <a:schemeClr val="tx1"/>
                          </a:solidFill>
                          <a:effectLst/>
                          <a:latin typeface="+mn-lt"/>
                          <a:ea typeface="+mn-ea"/>
                          <a:cs typeface="+mn-cs"/>
                        </a:rPr>
                      </a:br>
                      <a:r>
                        <a:rPr lang="en-US" altLang="ko-KR" sz="1100" kern="1200" dirty="0">
                          <a:solidFill>
                            <a:schemeClr val="tx1"/>
                          </a:solidFill>
                          <a:effectLst/>
                          <a:latin typeface="+mn-lt"/>
                          <a:ea typeface="+mn-ea"/>
                          <a:cs typeface="+mn-cs"/>
                        </a:rPr>
                        <a:t>    &lt;/script&gt;</a:t>
                      </a:r>
                      <a:br>
                        <a:rPr lang="en-US" altLang="ko-KR" sz="1100" kern="1200" dirty="0">
                          <a:solidFill>
                            <a:schemeClr val="tx1"/>
                          </a:solidFill>
                          <a:effectLst/>
                          <a:latin typeface="+mn-lt"/>
                          <a:ea typeface="+mn-ea"/>
                          <a:cs typeface="+mn-cs"/>
                        </a:rPr>
                      </a:br>
                      <a:r>
                        <a:rPr lang="en-US" altLang="ko-KR" sz="1100" kern="1200" dirty="0">
                          <a:solidFill>
                            <a:schemeClr val="tx1"/>
                          </a:solidFill>
                          <a:effectLst/>
                          <a:latin typeface="+mn-lt"/>
                          <a:ea typeface="+mn-ea"/>
                          <a:cs typeface="+mn-cs"/>
                        </a:rPr>
                        <a:t>&lt;/body&gt;</a:t>
                      </a:r>
                      <a:br>
                        <a:rPr lang="en-US" altLang="ko-KR" sz="1100" kern="1200" dirty="0">
                          <a:solidFill>
                            <a:schemeClr val="tx1"/>
                          </a:solidFill>
                          <a:effectLst/>
                          <a:latin typeface="+mn-lt"/>
                          <a:ea typeface="+mn-ea"/>
                          <a:cs typeface="+mn-cs"/>
                        </a:rPr>
                      </a:br>
                      <a:r>
                        <a:rPr lang="en-US" altLang="ko-KR" sz="1100" kern="1200" dirty="0">
                          <a:solidFill>
                            <a:schemeClr val="tx1"/>
                          </a:solidFill>
                          <a:effectLst/>
                          <a:latin typeface="+mn-lt"/>
                          <a:ea typeface="+mn-ea"/>
                          <a:cs typeface="+mn-cs"/>
                        </a:rPr>
                        <a:t>&lt;/html&gt;</a:t>
                      </a:r>
                    </a:p>
                  </a:txBody>
                  <a:tcPr marL="68588" marR="68588" marT="34294" marB="34294">
                    <a:solidFill>
                      <a:schemeClr val="lt1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0"/>
                  </a:ext>
                </a:extLst>
              </a:tr>
            </a:tbl>
          </a:graphicData>
        </a:graphic>
      </p:graphicFrame>
      <p:sp>
        <p:nvSpPr>
          <p:cNvPr id="7" name="Rectangle 1">
            <a:extLst>
              <a:ext uri="{FF2B5EF4-FFF2-40B4-BE49-F238E27FC236}">
                <a16:creationId xmlns:a16="http://schemas.microsoft.com/office/drawing/2014/main" id="{5369A729-75D3-914B-EF4F-31A8F2EF1339}"/>
              </a:ext>
            </a:extLst>
          </p:cNvPr>
          <p:cNvSpPr>
            <a:spLocks noChangeArrowheads="1"/>
          </p:cNvSpPr>
          <p:nvPr/>
        </p:nvSpPr>
        <p:spPr bwMode="auto">
          <a:xfrm>
            <a:off x="-2880320" y="-8105102"/>
            <a:ext cx="9144000" cy="457200"/>
          </a:xfrm>
          <a:prstGeom prst="rect">
            <a:avLst/>
          </a:prstGeom>
          <a:solidFill>
            <a:srgbClr val="1E1F22"/>
          </a:solidFill>
          <a:ln>
            <a:noFill/>
          </a:ln>
          <a:effectLst/>
          <a:extLst>
            <a:ext uri="{91240B29-F687-4F45-9708-019B960494DF}">
              <a14:hiddenLine xmlns:a14="http://schemas.microsoft.com/office/drawing/2010/main" w="9525">
                <a:solidFill>
                  <a:schemeClr val="tx1"/>
                </a:solidFill>
                <a:miter lim="800000"/>
                <a:headEnd/>
                <a:tailEnd/>
              </a14:hiddenLine>
            </a:ext>
            <a:ext uri="{AF507438-7753-43E0-B8FC-AC1667EBCBE1}">
              <a14:hiddenEffects xmlns:a14="http://schemas.microsoft.com/office/drawing/2010/main">
                <a:effectLst>
                  <a:outerShdw dist="35921" dir="2700000" algn="ctr" rotWithShape="0">
                    <a:schemeClr val="bg2"/>
                  </a:outerShdw>
                </a:effectLst>
              </a14:hiddenEffects>
            </a:ext>
          </a:extLst>
        </p:spPr>
        <p:txBody>
          <a:bodyPr vert="horz" wrap="none" lIns="91440" tIns="45720" rIns="91440" bIns="45720" numCol="1" anchor="ctr" anchorCtr="0" compatLnSpc="1">
            <a:prstTxWarp prst="textNoShape">
              <a:avLst/>
            </a:prstTxWarp>
            <a:spAutoFit/>
          </a:bodyPr>
          <a:lstStyle/>
          <a:p>
            <a:pPr marL="0" marR="0" lvl="0" indent="0" algn="l" defTabSz="914400" rtl="0" eaLnBrk="0" fontAlgn="base" latinLnBrk="0" hangingPunct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Tx/>
              <a:buSzTx/>
              <a:buFontTx/>
              <a:buNone/>
              <a:tabLst/>
            </a:pPr>
            <a:r>
              <a:rPr kumimoji="0" lang="ko-KR" altLang="ko-KR" sz="1500" b="0" i="0" u="none" strike="noStrike" cap="none" normalizeH="0" baseline="0">
                <a:ln>
                  <a:noFill/>
                </a:ln>
                <a:solidFill>
                  <a:srgbClr val="D5B778"/>
                </a:solidFill>
                <a:effectLst/>
                <a:latin typeface="Arial Unicode MS" panose="020B0604020202020204" pitchFamily="50" charset="-127"/>
                <a:ea typeface="JetBrains Mono"/>
              </a:rPr>
              <a:t>&lt;!DOCTYPE </a:t>
            </a:r>
            <a:r>
              <a:rPr kumimoji="0" lang="ko-KR" altLang="ko-KR" sz="1500" b="0" i="0" u="none" strike="noStrike" cap="none" normalizeH="0" baseline="0">
                <a:ln>
                  <a:noFill/>
                </a:ln>
                <a:solidFill>
                  <a:srgbClr val="BABABA"/>
                </a:solidFill>
                <a:effectLst/>
                <a:latin typeface="Arial Unicode MS" panose="020B0604020202020204" pitchFamily="50" charset="-127"/>
                <a:ea typeface="JetBrains Mono"/>
              </a:rPr>
              <a:t>html</a:t>
            </a:r>
            <a:r>
              <a:rPr kumimoji="0" lang="ko-KR" altLang="ko-KR" sz="1500" b="0" i="0" u="none" strike="noStrike" cap="none" normalizeH="0" baseline="0">
                <a:ln>
                  <a:noFill/>
                </a:ln>
                <a:solidFill>
                  <a:srgbClr val="D5B778"/>
                </a:solidFill>
                <a:effectLst/>
                <a:latin typeface="Arial Unicode MS" panose="020B0604020202020204" pitchFamily="50" charset="-127"/>
                <a:ea typeface="JetBrains Mono"/>
              </a:rPr>
              <a:t>&gt;</a:t>
            </a:r>
            <a:br>
              <a:rPr kumimoji="0" lang="ko-KR" altLang="ko-KR" sz="1500" b="0" i="0" u="none" strike="noStrike" cap="none" normalizeH="0" baseline="0">
                <a:ln>
                  <a:noFill/>
                </a:ln>
                <a:solidFill>
                  <a:srgbClr val="D5B778"/>
                </a:solidFill>
                <a:effectLst/>
                <a:latin typeface="Arial Unicode MS" panose="020B0604020202020204" pitchFamily="50" charset="-127"/>
                <a:ea typeface="JetBrains Mono"/>
              </a:rPr>
            </a:br>
            <a:r>
              <a:rPr kumimoji="0" lang="ko-KR" altLang="ko-KR" sz="1500" b="0" i="0" u="none" strike="noStrike" cap="none" normalizeH="0" baseline="0">
                <a:ln>
                  <a:noFill/>
                </a:ln>
                <a:solidFill>
                  <a:srgbClr val="D5B778"/>
                </a:solidFill>
                <a:effectLst/>
                <a:latin typeface="Arial Unicode MS" panose="020B0604020202020204" pitchFamily="50" charset="-127"/>
                <a:ea typeface="JetBrains Mono"/>
              </a:rPr>
              <a:t>&lt;html&gt;</a:t>
            </a:r>
            <a:br>
              <a:rPr kumimoji="0" lang="ko-KR" altLang="ko-KR" sz="1500" b="0" i="0" u="none" strike="noStrike" cap="none" normalizeH="0" baseline="0">
                <a:ln>
                  <a:noFill/>
                </a:ln>
                <a:solidFill>
                  <a:srgbClr val="D5B778"/>
                </a:solidFill>
                <a:effectLst/>
                <a:latin typeface="Arial Unicode MS" panose="020B0604020202020204" pitchFamily="50" charset="-127"/>
                <a:ea typeface="JetBrains Mono"/>
              </a:rPr>
            </a:br>
            <a:r>
              <a:rPr kumimoji="0" lang="ko-KR" altLang="ko-KR" sz="1500" b="0" i="0" u="none" strike="noStrike" cap="none" normalizeH="0" baseline="0">
                <a:ln>
                  <a:noFill/>
                </a:ln>
                <a:solidFill>
                  <a:srgbClr val="D5B778"/>
                </a:solidFill>
                <a:effectLst/>
                <a:latin typeface="Arial Unicode MS" panose="020B0604020202020204" pitchFamily="50" charset="-127"/>
                <a:ea typeface="JetBrains Mono"/>
              </a:rPr>
              <a:t>&lt;head&gt;</a:t>
            </a:r>
            <a:br>
              <a:rPr kumimoji="0" lang="ko-KR" altLang="ko-KR" sz="1500" b="0" i="0" u="none" strike="noStrike" cap="none" normalizeH="0" baseline="0">
                <a:ln>
                  <a:noFill/>
                </a:ln>
                <a:solidFill>
                  <a:srgbClr val="D5B778"/>
                </a:solidFill>
                <a:effectLst/>
                <a:latin typeface="Arial Unicode MS" panose="020B0604020202020204" pitchFamily="50" charset="-127"/>
                <a:ea typeface="JetBrains Mono"/>
              </a:rPr>
            </a:br>
            <a:r>
              <a:rPr kumimoji="0" lang="ko-KR" altLang="ko-KR" sz="1500" b="0" i="0" u="none" strike="noStrike" cap="none" normalizeH="0" baseline="0">
                <a:ln>
                  <a:noFill/>
                </a:ln>
                <a:solidFill>
                  <a:srgbClr val="D5B778"/>
                </a:solidFill>
                <a:effectLst/>
                <a:latin typeface="Arial Unicode MS" panose="020B0604020202020204" pitchFamily="50" charset="-127"/>
                <a:ea typeface="JetBrains Mono"/>
              </a:rPr>
              <a:t>    &lt;meta </a:t>
            </a:r>
            <a:r>
              <a:rPr kumimoji="0" lang="ko-KR" altLang="ko-KR" sz="1500" b="0" i="0" u="none" strike="noStrike" cap="none" normalizeH="0" baseline="0">
                <a:ln>
                  <a:noFill/>
                </a:ln>
                <a:solidFill>
                  <a:srgbClr val="BABABA"/>
                </a:solidFill>
                <a:effectLst/>
                <a:latin typeface="Arial Unicode MS" panose="020B0604020202020204" pitchFamily="50" charset="-127"/>
                <a:ea typeface="JetBrains Mono"/>
              </a:rPr>
              <a:t>charset</a:t>
            </a:r>
            <a:r>
              <a:rPr kumimoji="0" lang="ko-KR" altLang="ko-KR" sz="1500" b="0" i="0" u="none" strike="noStrike" cap="none" normalizeH="0" baseline="0">
                <a:ln>
                  <a:noFill/>
                </a:ln>
                <a:solidFill>
                  <a:srgbClr val="6AAB73"/>
                </a:solidFill>
                <a:effectLst/>
                <a:latin typeface="Arial Unicode MS" panose="020B0604020202020204" pitchFamily="50" charset="-127"/>
                <a:ea typeface="JetBrains Mono"/>
              </a:rPr>
              <a:t>="UTF-8"</a:t>
            </a:r>
            <a:r>
              <a:rPr kumimoji="0" lang="ko-KR" altLang="ko-KR" sz="1500" b="0" i="0" u="none" strike="noStrike" cap="none" normalizeH="0" baseline="0">
                <a:ln>
                  <a:noFill/>
                </a:ln>
                <a:solidFill>
                  <a:srgbClr val="D5B778"/>
                </a:solidFill>
                <a:effectLst/>
                <a:latin typeface="Arial Unicode MS" panose="020B0604020202020204" pitchFamily="50" charset="-127"/>
                <a:ea typeface="JetBrains Mono"/>
              </a:rPr>
              <a:t>&gt;</a:t>
            </a:r>
            <a:br>
              <a:rPr kumimoji="0" lang="ko-KR" altLang="ko-KR" sz="1500" b="0" i="0" u="none" strike="noStrike" cap="none" normalizeH="0" baseline="0">
                <a:ln>
                  <a:noFill/>
                </a:ln>
                <a:solidFill>
                  <a:srgbClr val="D5B778"/>
                </a:solidFill>
                <a:effectLst/>
                <a:latin typeface="Arial Unicode MS" panose="020B0604020202020204" pitchFamily="50" charset="-127"/>
                <a:ea typeface="JetBrains Mono"/>
              </a:rPr>
            </a:br>
            <a:r>
              <a:rPr kumimoji="0" lang="ko-KR" altLang="ko-KR" sz="1500" b="0" i="0" u="none" strike="noStrike" cap="none" normalizeH="0" baseline="0">
                <a:ln>
                  <a:noFill/>
                </a:ln>
                <a:solidFill>
                  <a:srgbClr val="D5B778"/>
                </a:solidFill>
                <a:effectLst/>
                <a:latin typeface="Arial Unicode MS" panose="020B0604020202020204" pitchFamily="50" charset="-127"/>
                <a:ea typeface="JetBrains Mono"/>
              </a:rPr>
              <a:t>    &lt;title&gt;</a:t>
            </a:r>
            <a:r>
              <a:rPr kumimoji="0" lang="ko-KR" altLang="ko-KR" sz="1500" b="0" i="0" u="none" strike="noStrike" cap="none" normalizeH="0" baseline="0">
                <a:ln>
                  <a:noFill/>
                </a:ln>
                <a:solidFill>
                  <a:srgbClr val="BCBEC4"/>
                </a:solidFill>
                <a:effectLst/>
                <a:latin typeface="Courier New" panose="02070309020205020404" pitchFamily="49" charset="0"/>
                <a:ea typeface="JetBrains Mono"/>
                <a:cs typeface="Courier New" panose="02070309020205020404" pitchFamily="49" charset="0"/>
              </a:rPr>
              <a:t>예제</a:t>
            </a:r>
            <a:r>
              <a:rPr kumimoji="0" lang="ko-KR" altLang="ko-KR" sz="1500" b="0" i="0" u="none" strike="noStrike" cap="none" normalizeH="0" baseline="0">
                <a:ln>
                  <a:noFill/>
                </a:ln>
                <a:solidFill>
                  <a:srgbClr val="BCBEC4"/>
                </a:solidFill>
                <a:effectLst/>
                <a:latin typeface="Arial Unicode MS" panose="020B0604020202020204" pitchFamily="50" charset="-127"/>
                <a:ea typeface="JetBrains Mono"/>
              </a:rPr>
              <a:t>3</a:t>
            </a:r>
            <a:r>
              <a:rPr kumimoji="0" lang="ko-KR" altLang="ko-KR" sz="1500" b="0" i="0" u="none" strike="noStrike" cap="none" normalizeH="0" baseline="0">
                <a:ln>
                  <a:noFill/>
                </a:ln>
                <a:solidFill>
                  <a:srgbClr val="D5B778"/>
                </a:solidFill>
                <a:effectLst/>
                <a:latin typeface="Arial Unicode MS" panose="020B0604020202020204" pitchFamily="50" charset="-127"/>
                <a:ea typeface="JetBrains Mono"/>
              </a:rPr>
              <a:t>&lt;/title&gt;</a:t>
            </a:r>
            <a:br>
              <a:rPr kumimoji="0" lang="ko-KR" altLang="ko-KR" sz="1500" b="0" i="0" u="none" strike="noStrike" cap="none" normalizeH="0" baseline="0">
                <a:ln>
                  <a:noFill/>
                </a:ln>
                <a:solidFill>
                  <a:srgbClr val="D5B778"/>
                </a:solidFill>
                <a:effectLst/>
                <a:latin typeface="Arial Unicode MS" panose="020B0604020202020204" pitchFamily="50" charset="-127"/>
                <a:ea typeface="JetBrains Mono"/>
              </a:rPr>
            </a:br>
            <a:r>
              <a:rPr kumimoji="0" lang="ko-KR" altLang="ko-KR" sz="1500" b="0" i="0" u="none" strike="noStrike" cap="none" normalizeH="0" baseline="0">
                <a:ln>
                  <a:noFill/>
                </a:ln>
                <a:solidFill>
                  <a:srgbClr val="D5B778"/>
                </a:solidFill>
                <a:effectLst/>
                <a:latin typeface="Arial Unicode MS" panose="020B0604020202020204" pitchFamily="50" charset="-127"/>
                <a:ea typeface="JetBrains Mono"/>
              </a:rPr>
              <a:t>&lt;/head&gt;</a:t>
            </a:r>
            <a:br>
              <a:rPr kumimoji="0" lang="ko-KR" altLang="ko-KR" sz="1500" b="0" i="0" u="none" strike="noStrike" cap="none" normalizeH="0" baseline="0">
                <a:ln>
                  <a:noFill/>
                </a:ln>
                <a:solidFill>
                  <a:srgbClr val="D5B778"/>
                </a:solidFill>
                <a:effectLst/>
                <a:latin typeface="Arial Unicode MS" panose="020B0604020202020204" pitchFamily="50" charset="-127"/>
                <a:ea typeface="JetBrains Mono"/>
              </a:rPr>
            </a:br>
            <a:r>
              <a:rPr kumimoji="0" lang="ko-KR" altLang="ko-KR" sz="1500" b="0" i="0" u="none" strike="noStrike" cap="none" normalizeH="0" baseline="0">
                <a:ln>
                  <a:noFill/>
                </a:ln>
                <a:solidFill>
                  <a:srgbClr val="D5B778"/>
                </a:solidFill>
                <a:effectLst/>
                <a:latin typeface="Arial Unicode MS" panose="020B0604020202020204" pitchFamily="50" charset="-127"/>
                <a:ea typeface="JetBrains Mono"/>
              </a:rPr>
              <a:t>&lt;body&gt;</a:t>
            </a:r>
            <a:br>
              <a:rPr kumimoji="0" lang="ko-KR" altLang="ko-KR" sz="1500" b="0" i="0" u="none" strike="noStrike" cap="none" normalizeH="0" baseline="0">
                <a:ln>
                  <a:noFill/>
                </a:ln>
                <a:solidFill>
                  <a:srgbClr val="D5B778"/>
                </a:solidFill>
                <a:effectLst/>
                <a:latin typeface="Arial Unicode MS" panose="020B0604020202020204" pitchFamily="50" charset="-127"/>
                <a:ea typeface="JetBrains Mono"/>
              </a:rPr>
            </a:br>
            <a:r>
              <a:rPr kumimoji="0" lang="ko-KR" altLang="ko-KR" sz="1500" b="0" i="0" u="none" strike="noStrike" cap="none" normalizeH="0" baseline="0">
                <a:ln>
                  <a:noFill/>
                </a:ln>
                <a:solidFill>
                  <a:srgbClr val="D5B778"/>
                </a:solidFill>
                <a:effectLst/>
                <a:latin typeface="Arial Unicode MS" panose="020B0604020202020204" pitchFamily="50" charset="-127"/>
                <a:ea typeface="JetBrains Mono"/>
              </a:rPr>
              <a:t>    &lt;h1 </a:t>
            </a:r>
            <a:r>
              <a:rPr kumimoji="0" lang="ko-KR" altLang="ko-KR" sz="1500" b="0" i="0" u="none" strike="noStrike" cap="none" normalizeH="0" baseline="0">
                <a:ln>
                  <a:noFill/>
                </a:ln>
                <a:solidFill>
                  <a:srgbClr val="BABABA"/>
                </a:solidFill>
                <a:effectLst/>
                <a:latin typeface="Arial Unicode MS" panose="020B0604020202020204" pitchFamily="50" charset="-127"/>
                <a:ea typeface="JetBrains Mono"/>
              </a:rPr>
              <a:t>id</a:t>
            </a:r>
            <a:r>
              <a:rPr kumimoji="0" lang="ko-KR" altLang="ko-KR" sz="1500" b="0" i="0" u="none" strike="noStrike" cap="none" normalizeH="0" baseline="0">
                <a:ln>
                  <a:noFill/>
                </a:ln>
                <a:solidFill>
                  <a:srgbClr val="6AAB73"/>
                </a:solidFill>
                <a:effectLst/>
                <a:latin typeface="Arial Unicode MS" panose="020B0604020202020204" pitchFamily="50" charset="-127"/>
                <a:ea typeface="JetBrains Mono"/>
              </a:rPr>
              <a:t>="test"</a:t>
            </a:r>
            <a:r>
              <a:rPr kumimoji="0" lang="ko-KR" altLang="ko-KR" sz="1500" b="0" i="0" u="none" strike="noStrike" cap="none" normalizeH="0" baseline="0">
                <a:ln>
                  <a:noFill/>
                </a:ln>
                <a:solidFill>
                  <a:srgbClr val="D5B778"/>
                </a:solidFill>
                <a:effectLst/>
                <a:latin typeface="Arial Unicode MS" panose="020B0604020202020204" pitchFamily="50" charset="-127"/>
                <a:ea typeface="JetBrains Mono"/>
              </a:rPr>
              <a:t>&gt;&lt;/h1&gt;</a:t>
            </a:r>
            <a:br>
              <a:rPr kumimoji="0" lang="ko-KR" altLang="ko-KR" sz="1500" b="0" i="0" u="none" strike="noStrike" cap="none" normalizeH="0" baseline="0">
                <a:ln>
                  <a:noFill/>
                </a:ln>
                <a:solidFill>
                  <a:srgbClr val="D5B778"/>
                </a:solidFill>
                <a:effectLst/>
                <a:latin typeface="Arial Unicode MS" panose="020B0604020202020204" pitchFamily="50" charset="-127"/>
                <a:ea typeface="JetBrains Mono"/>
              </a:rPr>
            </a:br>
            <a:r>
              <a:rPr kumimoji="0" lang="ko-KR" altLang="ko-KR" sz="1500" b="0" i="0" u="none" strike="noStrike" cap="none" normalizeH="0" baseline="0">
                <a:ln>
                  <a:noFill/>
                </a:ln>
                <a:solidFill>
                  <a:srgbClr val="D5B778"/>
                </a:solidFill>
                <a:effectLst/>
                <a:latin typeface="Arial Unicode MS" panose="020B0604020202020204" pitchFamily="50" charset="-127"/>
                <a:ea typeface="JetBrains Mono"/>
              </a:rPr>
              <a:t>    &lt;script&gt;</a:t>
            </a:r>
            <a:br>
              <a:rPr kumimoji="0" lang="ko-KR" altLang="ko-KR" sz="1500" b="0" i="0" u="none" strike="noStrike" cap="none" normalizeH="0" baseline="0">
                <a:ln>
                  <a:noFill/>
                </a:ln>
                <a:solidFill>
                  <a:srgbClr val="D5B778"/>
                </a:solidFill>
                <a:effectLst/>
                <a:latin typeface="Arial Unicode MS" panose="020B0604020202020204" pitchFamily="50" charset="-127"/>
                <a:ea typeface="JetBrains Mono"/>
              </a:rPr>
            </a:br>
            <a:r>
              <a:rPr kumimoji="0" lang="ko-KR" altLang="ko-KR" sz="1500" b="0" i="0" u="none" strike="noStrike" cap="none" normalizeH="0" baseline="0">
                <a:ln>
                  <a:noFill/>
                </a:ln>
                <a:solidFill>
                  <a:srgbClr val="D5B778"/>
                </a:solidFill>
                <a:effectLst/>
                <a:latin typeface="Arial Unicode MS" panose="020B0604020202020204" pitchFamily="50" charset="-127"/>
                <a:ea typeface="JetBrains Mono"/>
              </a:rPr>
              <a:t>        </a:t>
            </a:r>
            <a:r>
              <a:rPr kumimoji="0" lang="ko-KR" altLang="ko-KR" sz="1500" b="0" i="0" u="none" strike="noStrike" cap="none" normalizeH="0" baseline="0">
                <a:ln>
                  <a:noFill/>
                </a:ln>
                <a:solidFill>
                  <a:srgbClr val="CF8E6D"/>
                </a:solidFill>
                <a:effectLst/>
                <a:latin typeface="Arial Unicode MS" panose="020B0604020202020204" pitchFamily="50" charset="-127"/>
                <a:ea typeface="JetBrains Mono"/>
              </a:rPr>
              <a:t>let </a:t>
            </a:r>
            <a:r>
              <a:rPr kumimoji="0" lang="ko-KR" altLang="ko-KR" sz="1500" b="0" i="1" u="none" strike="noStrike" cap="none" normalizeH="0" baseline="0">
                <a:ln>
                  <a:noFill/>
                </a:ln>
                <a:solidFill>
                  <a:srgbClr val="C77DBA"/>
                </a:solidFill>
                <a:effectLst/>
                <a:latin typeface="Arial Unicode MS" panose="020B0604020202020204" pitchFamily="50" charset="-127"/>
                <a:ea typeface="JetBrains Mono"/>
              </a:rPr>
              <a:t>x </a:t>
            </a:r>
            <a:r>
              <a:rPr kumimoji="0" lang="ko-KR" altLang="ko-KR" sz="1500" b="0" i="0" u="none" strike="noStrike" cap="none" normalizeH="0" baseline="0">
                <a:ln>
                  <a:noFill/>
                </a:ln>
                <a:solidFill>
                  <a:srgbClr val="BCBEC4"/>
                </a:solidFill>
                <a:effectLst/>
                <a:latin typeface="Arial Unicode MS" panose="020B0604020202020204" pitchFamily="50" charset="-127"/>
                <a:ea typeface="JetBrains Mono"/>
              </a:rPr>
              <a:t>= </a:t>
            </a:r>
            <a:r>
              <a:rPr kumimoji="0" lang="ko-KR" altLang="ko-KR" sz="1500" b="0" i="0" u="none" strike="noStrike" cap="none" normalizeH="0" baseline="0">
                <a:ln>
                  <a:noFill/>
                </a:ln>
                <a:solidFill>
                  <a:srgbClr val="2AACB8"/>
                </a:solidFill>
                <a:effectLst/>
                <a:latin typeface="Arial Unicode MS" panose="020B0604020202020204" pitchFamily="50" charset="-127"/>
                <a:ea typeface="JetBrains Mono"/>
              </a:rPr>
              <a:t>5</a:t>
            </a:r>
            <a:r>
              <a:rPr kumimoji="0" lang="ko-KR" altLang="ko-KR" sz="1500" b="0" i="0" u="none" strike="noStrike" cap="none" normalizeH="0" baseline="0">
                <a:ln>
                  <a:noFill/>
                </a:ln>
                <a:solidFill>
                  <a:srgbClr val="BCBEC4"/>
                </a:solidFill>
                <a:effectLst/>
                <a:latin typeface="Arial Unicode MS" panose="020B0604020202020204" pitchFamily="50" charset="-127"/>
                <a:ea typeface="JetBrains Mono"/>
              </a:rPr>
              <a:t>;</a:t>
            </a:r>
            <a:br>
              <a:rPr kumimoji="0" lang="ko-KR" altLang="ko-KR" sz="1500" b="0" i="0" u="none" strike="noStrike" cap="none" normalizeH="0" baseline="0">
                <a:ln>
                  <a:noFill/>
                </a:ln>
                <a:solidFill>
                  <a:srgbClr val="BCBEC4"/>
                </a:solidFill>
                <a:effectLst/>
                <a:latin typeface="Arial Unicode MS" panose="020B0604020202020204" pitchFamily="50" charset="-127"/>
                <a:ea typeface="JetBrains Mono"/>
              </a:rPr>
            </a:br>
            <a:r>
              <a:rPr kumimoji="0" lang="ko-KR" altLang="ko-KR" sz="1500" b="0" i="0" u="none" strike="noStrike" cap="none" normalizeH="0" baseline="0">
                <a:ln>
                  <a:noFill/>
                </a:ln>
                <a:solidFill>
                  <a:srgbClr val="BCBEC4"/>
                </a:solidFill>
                <a:effectLst/>
                <a:latin typeface="Arial Unicode MS" panose="020B0604020202020204" pitchFamily="50" charset="-127"/>
                <a:ea typeface="JetBrains Mono"/>
              </a:rPr>
              <a:t>        </a:t>
            </a:r>
            <a:r>
              <a:rPr kumimoji="0" lang="ko-KR" altLang="ko-KR" sz="1500" b="0" i="0" u="none" strike="noStrike" cap="none" normalizeH="0" baseline="0">
                <a:ln>
                  <a:noFill/>
                </a:ln>
                <a:solidFill>
                  <a:srgbClr val="CF8E6D"/>
                </a:solidFill>
                <a:effectLst/>
                <a:latin typeface="Arial Unicode MS" panose="020B0604020202020204" pitchFamily="50" charset="-127"/>
                <a:ea typeface="JetBrains Mono"/>
              </a:rPr>
              <a:t>let </a:t>
            </a:r>
            <a:r>
              <a:rPr kumimoji="0" lang="ko-KR" altLang="ko-KR" sz="1500" b="0" i="1" u="none" strike="noStrike" cap="none" normalizeH="0" baseline="0">
                <a:ln>
                  <a:noFill/>
                </a:ln>
                <a:solidFill>
                  <a:srgbClr val="C77DBA"/>
                </a:solidFill>
                <a:effectLst/>
                <a:latin typeface="Arial Unicode MS" panose="020B0604020202020204" pitchFamily="50" charset="-127"/>
                <a:ea typeface="JetBrains Mono"/>
              </a:rPr>
              <a:t>y </a:t>
            </a:r>
            <a:r>
              <a:rPr kumimoji="0" lang="ko-KR" altLang="ko-KR" sz="1500" b="0" i="0" u="none" strike="noStrike" cap="none" normalizeH="0" baseline="0">
                <a:ln>
                  <a:noFill/>
                </a:ln>
                <a:solidFill>
                  <a:srgbClr val="BCBEC4"/>
                </a:solidFill>
                <a:effectLst/>
                <a:latin typeface="Arial Unicode MS" panose="020B0604020202020204" pitchFamily="50" charset="-127"/>
                <a:ea typeface="JetBrains Mono"/>
              </a:rPr>
              <a:t>= </a:t>
            </a:r>
            <a:r>
              <a:rPr kumimoji="0" lang="ko-KR" altLang="ko-KR" sz="1500" b="0" i="0" u="none" strike="noStrike" cap="none" normalizeH="0" baseline="0">
                <a:ln>
                  <a:noFill/>
                </a:ln>
                <a:solidFill>
                  <a:srgbClr val="2AACB8"/>
                </a:solidFill>
                <a:effectLst/>
                <a:latin typeface="Arial Unicode MS" panose="020B0604020202020204" pitchFamily="50" charset="-127"/>
                <a:ea typeface="JetBrains Mono"/>
              </a:rPr>
              <a:t>6</a:t>
            </a:r>
            <a:r>
              <a:rPr kumimoji="0" lang="ko-KR" altLang="ko-KR" sz="1500" b="0" i="0" u="none" strike="noStrike" cap="none" normalizeH="0" baseline="0">
                <a:ln>
                  <a:noFill/>
                </a:ln>
                <a:solidFill>
                  <a:srgbClr val="BCBEC4"/>
                </a:solidFill>
                <a:effectLst/>
                <a:latin typeface="Arial Unicode MS" panose="020B0604020202020204" pitchFamily="50" charset="-127"/>
                <a:ea typeface="JetBrains Mono"/>
              </a:rPr>
              <a:t>;</a:t>
            </a:r>
            <a:br>
              <a:rPr kumimoji="0" lang="ko-KR" altLang="ko-KR" sz="1500" b="0" i="0" u="none" strike="noStrike" cap="none" normalizeH="0" baseline="0">
                <a:ln>
                  <a:noFill/>
                </a:ln>
                <a:solidFill>
                  <a:srgbClr val="BCBEC4"/>
                </a:solidFill>
                <a:effectLst/>
                <a:latin typeface="Arial Unicode MS" panose="020B0604020202020204" pitchFamily="50" charset="-127"/>
                <a:ea typeface="JetBrains Mono"/>
              </a:rPr>
            </a:br>
            <a:r>
              <a:rPr kumimoji="0" lang="ko-KR" altLang="ko-KR" sz="1500" b="0" i="0" u="none" strike="noStrike" cap="none" normalizeH="0" baseline="0">
                <a:ln>
                  <a:noFill/>
                </a:ln>
                <a:solidFill>
                  <a:srgbClr val="BCBEC4"/>
                </a:solidFill>
                <a:effectLst/>
                <a:latin typeface="Arial Unicode MS" panose="020B0604020202020204" pitchFamily="50" charset="-127"/>
                <a:ea typeface="JetBrains Mono"/>
              </a:rPr>
              <a:t>        </a:t>
            </a:r>
            <a:r>
              <a:rPr kumimoji="0" lang="ko-KR" altLang="ko-KR" sz="1500" b="0" i="0" u="none" strike="noStrike" cap="none" normalizeH="0" baseline="0">
                <a:ln>
                  <a:noFill/>
                </a:ln>
                <a:solidFill>
                  <a:srgbClr val="CF8E6D"/>
                </a:solidFill>
                <a:effectLst/>
                <a:latin typeface="Arial Unicode MS" panose="020B0604020202020204" pitchFamily="50" charset="-127"/>
                <a:ea typeface="JetBrains Mono"/>
              </a:rPr>
              <a:t>let </a:t>
            </a:r>
            <a:r>
              <a:rPr kumimoji="0" lang="ko-KR" altLang="ko-KR" sz="1500" b="0" i="1" u="none" strike="noStrike" cap="none" normalizeH="0" baseline="0">
                <a:ln>
                  <a:noFill/>
                </a:ln>
                <a:solidFill>
                  <a:srgbClr val="C77DBA"/>
                </a:solidFill>
                <a:effectLst/>
                <a:latin typeface="Arial Unicode MS" panose="020B0604020202020204" pitchFamily="50" charset="-127"/>
                <a:ea typeface="JetBrains Mono"/>
              </a:rPr>
              <a:t>z </a:t>
            </a:r>
            <a:r>
              <a:rPr kumimoji="0" lang="ko-KR" altLang="ko-KR" sz="1500" b="0" i="0" u="none" strike="noStrike" cap="none" normalizeH="0" baseline="0">
                <a:ln>
                  <a:noFill/>
                </a:ln>
                <a:solidFill>
                  <a:srgbClr val="BCBEC4"/>
                </a:solidFill>
                <a:effectLst/>
                <a:latin typeface="Arial Unicode MS" panose="020B0604020202020204" pitchFamily="50" charset="-127"/>
                <a:ea typeface="JetBrains Mono"/>
              </a:rPr>
              <a:t>= </a:t>
            </a:r>
            <a:r>
              <a:rPr kumimoji="0" lang="ko-KR" altLang="ko-KR" sz="1500" b="0" i="1" u="none" strike="noStrike" cap="none" normalizeH="0" baseline="0">
                <a:ln>
                  <a:noFill/>
                </a:ln>
                <a:solidFill>
                  <a:srgbClr val="C77DBA"/>
                </a:solidFill>
                <a:effectLst/>
                <a:latin typeface="Arial Unicode MS" panose="020B0604020202020204" pitchFamily="50" charset="-127"/>
                <a:ea typeface="JetBrains Mono"/>
              </a:rPr>
              <a:t>x </a:t>
            </a:r>
            <a:r>
              <a:rPr kumimoji="0" lang="ko-KR" altLang="ko-KR" sz="1500" b="0" i="0" u="none" strike="noStrike" cap="none" normalizeH="0" baseline="0">
                <a:ln>
                  <a:noFill/>
                </a:ln>
                <a:solidFill>
                  <a:srgbClr val="BCBEC4"/>
                </a:solidFill>
                <a:effectLst/>
                <a:latin typeface="Arial Unicode MS" panose="020B0604020202020204" pitchFamily="50" charset="-127"/>
                <a:ea typeface="JetBrains Mono"/>
              </a:rPr>
              <a:t>+ </a:t>
            </a:r>
            <a:r>
              <a:rPr kumimoji="0" lang="ko-KR" altLang="ko-KR" sz="1500" b="0" i="1" u="none" strike="noStrike" cap="none" normalizeH="0" baseline="0">
                <a:ln>
                  <a:noFill/>
                </a:ln>
                <a:solidFill>
                  <a:srgbClr val="C77DBA"/>
                </a:solidFill>
                <a:effectLst/>
                <a:latin typeface="Arial Unicode MS" panose="020B0604020202020204" pitchFamily="50" charset="-127"/>
                <a:ea typeface="JetBrains Mono"/>
              </a:rPr>
              <a:t>y</a:t>
            </a:r>
            <a:r>
              <a:rPr kumimoji="0" lang="ko-KR" altLang="ko-KR" sz="1500" b="0" i="0" u="none" strike="noStrike" cap="none" normalizeH="0" baseline="0">
                <a:ln>
                  <a:noFill/>
                </a:ln>
                <a:solidFill>
                  <a:srgbClr val="BCBEC4"/>
                </a:solidFill>
                <a:effectLst/>
                <a:latin typeface="Arial Unicode MS" panose="020B0604020202020204" pitchFamily="50" charset="-127"/>
                <a:ea typeface="JetBrains Mono"/>
              </a:rPr>
              <a:t>;</a:t>
            </a:r>
            <a:br>
              <a:rPr kumimoji="0" lang="ko-KR" altLang="ko-KR" sz="1500" b="0" i="0" u="none" strike="noStrike" cap="none" normalizeH="0" baseline="0">
                <a:ln>
                  <a:noFill/>
                </a:ln>
                <a:solidFill>
                  <a:srgbClr val="BCBEC4"/>
                </a:solidFill>
                <a:effectLst/>
                <a:latin typeface="Arial Unicode MS" panose="020B0604020202020204" pitchFamily="50" charset="-127"/>
                <a:ea typeface="JetBrains Mono"/>
              </a:rPr>
            </a:br>
            <a:r>
              <a:rPr kumimoji="0" lang="ko-KR" altLang="ko-KR" sz="1500" b="0" i="0" u="none" strike="noStrike" cap="none" normalizeH="0" baseline="0">
                <a:ln>
                  <a:noFill/>
                </a:ln>
                <a:solidFill>
                  <a:srgbClr val="BCBEC4"/>
                </a:solidFill>
                <a:effectLst/>
                <a:latin typeface="Arial Unicode MS" panose="020B0604020202020204" pitchFamily="50" charset="-127"/>
                <a:ea typeface="JetBrains Mono"/>
              </a:rPr>
              <a:t>        </a:t>
            </a:r>
            <a:r>
              <a:rPr kumimoji="0" lang="ko-KR" altLang="ko-KR" sz="1500" b="0" i="1" u="none" strike="noStrike" cap="none" normalizeH="0" baseline="0">
                <a:ln>
                  <a:noFill/>
                </a:ln>
                <a:solidFill>
                  <a:srgbClr val="C77DBA"/>
                </a:solidFill>
                <a:effectLst/>
                <a:latin typeface="Arial Unicode MS" panose="020B0604020202020204" pitchFamily="50" charset="-127"/>
                <a:ea typeface="JetBrains Mono"/>
              </a:rPr>
              <a:t>document</a:t>
            </a:r>
            <a:r>
              <a:rPr kumimoji="0" lang="ko-KR" altLang="ko-KR" sz="1500" b="0" i="0" u="none" strike="noStrike" cap="none" normalizeH="0" baseline="0">
                <a:ln>
                  <a:noFill/>
                </a:ln>
                <a:solidFill>
                  <a:srgbClr val="BCBEC4"/>
                </a:solidFill>
                <a:effectLst/>
                <a:latin typeface="Arial Unicode MS" panose="020B0604020202020204" pitchFamily="50" charset="-127"/>
                <a:ea typeface="JetBrains Mono"/>
              </a:rPr>
              <a:t>.</a:t>
            </a:r>
            <a:r>
              <a:rPr kumimoji="0" lang="ko-KR" altLang="ko-KR" sz="1500" b="0" i="0" u="none" strike="noStrike" cap="none" normalizeH="0" baseline="0">
                <a:ln>
                  <a:noFill/>
                </a:ln>
                <a:solidFill>
                  <a:srgbClr val="56A8F5"/>
                </a:solidFill>
                <a:effectLst/>
                <a:latin typeface="Arial Unicode MS" panose="020B0604020202020204" pitchFamily="50" charset="-127"/>
                <a:ea typeface="JetBrains Mono"/>
              </a:rPr>
              <a:t>getElementById</a:t>
            </a:r>
            <a:r>
              <a:rPr kumimoji="0" lang="ko-KR" altLang="ko-KR" sz="1500" b="0" i="0" u="none" strike="noStrike" cap="none" normalizeH="0" baseline="0">
                <a:ln>
                  <a:noFill/>
                </a:ln>
                <a:solidFill>
                  <a:srgbClr val="BCBEC4"/>
                </a:solidFill>
                <a:effectLst/>
                <a:latin typeface="Arial Unicode MS" panose="020B0604020202020204" pitchFamily="50" charset="-127"/>
                <a:ea typeface="JetBrains Mono"/>
              </a:rPr>
              <a:t>(</a:t>
            </a:r>
            <a:r>
              <a:rPr kumimoji="0" lang="ko-KR" altLang="ko-KR" sz="1500" b="0" i="0" u="none" strike="noStrike" cap="none" normalizeH="0" baseline="0">
                <a:ln>
                  <a:noFill/>
                </a:ln>
                <a:solidFill>
                  <a:srgbClr val="6AAB73"/>
                </a:solidFill>
                <a:effectLst/>
                <a:latin typeface="Arial Unicode MS" panose="020B0604020202020204" pitchFamily="50" charset="-127"/>
                <a:ea typeface="JetBrains Mono"/>
              </a:rPr>
              <a:t>"test"</a:t>
            </a:r>
            <a:r>
              <a:rPr kumimoji="0" lang="ko-KR" altLang="ko-KR" sz="1500" b="0" i="0" u="none" strike="noStrike" cap="none" normalizeH="0" baseline="0">
                <a:ln>
                  <a:noFill/>
                </a:ln>
                <a:solidFill>
                  <a:srgbClr val="BCBEC4"/>
                </a:solidFill>
                <a:effectLst/>
                <a:latin typeface="Arial Unicode MS" panose="020B0604020202020204" pitchFamily="50" charset="-127"/>
                <a:ea typeface="JetBrains Mono"/>
              </a:rPr>
              <a:t>).</a:t>
            </a:r>
            <a:r>
              <a:rPr kumimoji="0" lang="ko-KR" altLang="ko-KR" sz="1500" b="0" i="0" u="none" strike="noStrike" cap="none" normalizeH="0" baseline="0">
                <a:ln>
                  <a:noFill/>
                </a:ln>
                <a:solidFill>
                  <a:srgbClr val="C77DBB"/>
                </a:solidFill>
                <a:effectLst/>
                <a:latin typeface="Arial Unicode MS" panose="020B0604020202020204" pitchFamily="50" charset="-127"/>
                <a:ea typeface="JetBrains Mono"/>
              </a:rPr>
              <a:t>innerHTML </a:t>
            </a:r>
            <a:r>
              <a:rPr kumimoji="0" lang="ko-KR" altLang="ko-KR" sz="1500" b="0" i="0" u="none" strike="noStrike" cap="none" normalizeH="0" baseline="0">
                <a:ln>
                  <a:noFill/>
                </a:ln>
                <a:solidFill>
                  <a:srgbClr val="BCBEC4"/>
                </a:solidFill>
                <a:effectLst/>
                <a:latin typeface="Arial Unicode MS" panose="020B0604020202020204" pitchFamily="50" charset="-127"/>
                <a:ea typeface="JetBrains Mono"/>
              </a:rPr>
              <a:t>= </a:t>
            </a:r>
            <a:r>
              <a:rPr kumimoji="0" lang="ko-KR" altLang="ko-KR" sz="1500" b="0" i="1" u="none" strike="noStrike" cap="none" normalizeH="0" baseline="0">
                <a:ln>
                  <a:noFill/>
                </a:ln>
                <a:solidFill>
                  <a:srgbClr val="C77DBA"/>
                </a:solidFill>
                <a:effectLst/>
                <a:latin typeface="Arial Unicode MS" panose="020B0604020202020204" pitchFamily="50" charset="-127"/>
                <a:ea typeface="JetBrains Mono"/>
              </a:rPr>
              <a:t>z</a:t>
            </a:r>
            <a:r>
              <a:rPr kumimoji="0" lang="ko-KR" altLang="ko-KR" sz="1500" b="0" i="0" u="none" strike="noStrike" cap="none" normalizeH="0" baseline="0">
                <a:ln>
                  <a:noFill/>
                </a:ln>
                <a:solidFill>
                  <a:srgbClr val="BCBEC4"/>
                </a:solidFill>
                <a:effectLst/>
                <a:latin typeface="Arial Unicode MS" panose="020B0604020202020204" pitchFamily="50" charset="-127"/>
                <a:ea typeface="JetBrains Mono"/>
              </a:rPr>
              <a:t>;</a:t>
            </a:r>
            <a:br>
              <a:rPr kumimoji="0" lang="ko-KR" altLang="ko-KR" sz="1500" b="0" i="0" u="none" strike="noStrike" cap="none" normalizeH="0" baseline="0">
                <a:ln>
                  <a:noFill/>
                </a:ln>
                <a:solidFill>
                  <a:srgbClr val="BCBEC4"/>
                </a:solidFill>
                <a:effectLst/>
                <a:latin typeface="Arial Unicode MS" panose="020B0604020202020204" pitchFamily="50" charset="-127"/>
                <a:ea typeface="JetBrains Mono"/>
              </a:rPr>
            </a:br>
            <a:r>
              <a:rPr kumimoji="0" lang="ko-KR" altLang="ko-KR" sz="1500" b="0" i="0" u="none" strike="noStrike" cap="none" normalizeH="0" baseline="0">
                <a:ln>
                  <a:noFill/>
                </a:ln>
                <a:solidFill>
                  <a:srgbClr val="BCBEC4"/>
                </a:solidFill>
                <a:effectLst/>
                <a:latin typeface="Arial Unicode MS" panose="020B0604020202020204" pitchFamily="50" charset="-127"/>
                <a:ea typeface="JetBrains Mono"/>
              </a:rPr>
              <a:t>    </a:t>
            </a:r>
            <a:r>
              <a:rPr kumimoji="0" lang="ko-KR" altLang="ko-KR" sz="1500" b="0" i="0" u="none" strike="noStrike" cap="none" normalizeH="0" baseline="0">
                <a:ln>
                  <a:noFill/>
                </a:ln>
                <a:solidFill>
                  <a:srgbClr val="D5B778"/>
                </a:solidFill>
                <a:effectLst/>
                <a:latin typeface="Arial Unicode MS" panose="020B0604020202020204" pitchFamily="50" charset="-127"/>
                <a:ea typeface="JetBrains Mono"/>
              </a:rPr>
              <a:t>&lt;/script&gt;</a:t>
            </a:r>
            <a:br>
              <a:rPr kumimoji="0" lang="ko-KR" altLang="ko-KR" sz="1500" b="0" i="0" u="none" strike="noStrike" cap="none" normalizeH="0" baseline="0">
                <a:ln>
                  <a:noFill/>
                </a:ln>
                <a:solidFill>
                  <a:srgbClr val="D5B778"/>
                </a:solidFill>
                <a:effectLst/>
                <a:latin typeface="Arial Unicode MS" panose="020B0604020202020204" pitchFamily="50" charset="-127"/>
                <a:ea typeface="JetBrains Mono"/>
              </a:rPr>
            </a:br>
            <a:r>
              <a:rPr kumimoji="0" lang="ko-KR" altLang="ko-KR" sz="1500" b="0" i="0" u="none" strike="noStrike" cap="none" normalizeH="0" baseline="0">
                <a:ln>
                  <a:noFill/>
                </a:ln>
                <a:solidFill>
                  <a:srgbClr val="D5B778"/>
                </a:solidFill>
                <a:effectLst/>
                <a:latin typeface="Arial Unicode MS" panose="020B0604020202020204" pitchFamily="50" charset="-127"/>
                <a:ea typeface="JetBrains Mono"/>
              </a:rPr>
              <a:t>&lt;/body&gt;</a:t>
            </a:r>
            <a:br>
              <a:rPr kumimoji="0" lang="ko-KR" altLang="ko-KR" sz="1500" b="0" i="0" u="none" strike="noStrike" cap="none" normalizeH="0" baseline="0">
                <a:ln>
                  <a:noFill/>
                </a:ln>
                <a:solidFill>
                  <a:srgbClr val="D5B778"/>
                </a:solidFill>
                <a:effectLst/>
                <a:latin typeface="Arial Unicode MS" panose="020B0604020202020204" pitchFamily="50" charset="-127"/>
                <a:ea typeface="JetBrains Mono"/>
              </a:rPr>
            </a:br>
            <a:r>
              <a:rPr kumimoji="0" lang="ko-KR" altLang="ko-KR" sz="1500" b="0" i="0" u="none" strike="noStrike" cap="none" normalizeH="0" baseline="0">
                <a:ln>
                  <a:noFill/>
                </a:ln>
                <a:solidFill>
                  <a:srgbClr val="D5B778"/>
                </a:solidFill>
                <a:effectLst/>
                <a:latin typeface="Arial Unicode MS" panose="020B0604020202020204" pitchFamily="50" charset="-127"/>
                <a:ea typeface="JetBrains Mono"/>
              </a:rPr>
              <a:t>&lt;/html&gt;</a:t>
            </a:r>
            <a:endParaRPr kumimoji="0" lang="ko-KR" altLang="ko-KR" sz="1800" b="0" i="0" u="none" strike="noStrike" cap="none" normalizeH="0" baseline="0">
              <a:ln>
                <a:noFill/>
              </a:ln>
              <a:solidFill>
                <a:schemeClr val="tx1"/>
              </a:solidFill>
              <a:effectLst/>
              <a:latin typeface="Arial" panose="020B0604020202020204" pitchFamily="34" charset="0"/>
            </a:endParaRPr>
          </a:p>
        </p:txBody>
      </p:sp>
      <p:sp>
        <p:nvSpPr>
          <p:cNvPr id="8" name="TextBox 7">
            <a:extLst>
              <a:ext uri="{FF2B5EF4-FFF2-40B4-BE49-F238E27FC236}">
                <a16:creationId xmlns:a16="http://schemas.microsoft.com/office/drawing/2014/main" id="{ABB0113A-2352-EEED-7359-6DB2B0F0FDCD}"/>
              </a:ext>
            </a:extLst>
          </p:cNvPr>
          <p:cNvSpPr txBox="1"/>
          <p:nvPr/>
        </p:nvSpPr>
        <p:spPr>
          <a:xfrm>
            <a:off x="450601" y="4195632"/>
            <a:ext cx="986167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ko-KR" altLang="en-US" b="1" dirty="0"/>
              <a:t>결과는</a:t>
            </a:r>
            <a:r>
              <a:rPr lang="en-US" altLang="ko-KR" b="1" dirty="0"/>
              <a:t>?</a:t>
            </a:r>
            <a:endParaRPr lang="ko-KR" altLang="en-US" b="1" dirty="0"/>
          </a:p>
        </p:txBody>
      </p:sp>
    </p:spTree>
    <p:extLst>
      <p:ext uri="{BB962C8B-B14F-4D97-AF65-F5344CB8AC3E}">
        <p14:creationId xmlns:p14="http://schemas.microsoft.com/office/powerpoint/2010/main" val="4114660853"/>
      </p:ext>
    </p:extLst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Shape 7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내용 개체 틀 2">
            <a:extLst>
              <a:ext uri="{FF2B5EF4-FFF2-40B4-BE49-F238E27FC236}">
                <a16:creationId xmlns:a16="http://schemas.microsoft.com/office/drawing/2014/main" id="{CCF20759-4D94-5EE4-728C-787EAE841795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>
            <a:normAutofit/>
          </a:bodyPr>
          <a:lstStyle/>
          <a:p>
            <a:r>
              <a:rPr lang="ko-KR" altLang="en-US" dirty="0"/>
              <a:t>자바스크립트는 크게 기본 타입과 참조 타입으로 나눠진다</a:t>
            </a:r>
            <a:endParaRPr lang="en-US" altLang="ko-KR" dirty="0"/>
          </a:p>
          <a:p>
            <a:pPr lvl="1"/>
            <a:r>
              <a:rPr lang="ko-KR" altLang="en-US" dirty="0"/>
              <a:t>기본 타입</a:t>
            </a:r>
          </a:p>
          <a:p>
            <a:pPr lvl="2"/>
            <a:r>
              <a:rPr lang="en-US" altLang="ko-KR" dirty="0"/>
              <a:t>string, number, boolean, null, undefined, symbol</a:t>
            </a:r>
          </a:p>
          <a:p>
            <a:pPr lvl="1"/>
            <a:r>
              <a:rPr lang="ko-KR" altLang="en-US" dirty="0"/>
              <a:t>참조 타입</a:t>
            </a:r>
          </a:p>
          <a:p>
            <a:pPr lvl="2"/>
            <a:r>
              <a:rPr lang="en-US" altLang="ko-KR" dirty="0"/>
              <a:t>object, array, function</a:t>
            </a:r>
          </a:p>
          <a:p>
            <a:pPr marL="914400" lvl="2" indent="0">
              <a:buNone/>
            </a:pPr>
            <a:endParaRPr lang="en-US" altLang="ko-KR" dirty="0"/>
          </a:p>
          <a:p>
            <a:r>
              <a:rPr lang="ko-KR" altLang="en-US" dirty="0"/>
              <a:t>데이터 타입의 확인</a:t>
            </a:r>
          </a:p>
          <a:p>
            <a:pPr lvl="1"/>
            <a:r>
              <a:rPr lang="ko-KR" altLang="en-US" dirty="0"/>
              <a:t>데이터 타입을 확인하려면 </a:t>
            </a:r>
            <a:r>
              <a:rPr lang="en-US" altLang="ko-KR" dirty="0"/>
              <a:t>typeof </a:t>
            </a:r>
            <a:r>
              <a:rPr lang="ko-KR" altLang="en-US" dirty="0"/>
              <a:t>연산자를 사용합니다</a:t>
            </a:r>
            <a:r>
              <a:rPr lang="en-US" altLang="ko-KR" dirty="0"/>
              <a:t>.</a:t>
            </a:r>
          </a:p>
          <a:p>
            <a:endParaRPr lang="en-US" altLang="ko-KR" dirty="0"/>
          </a:p>
          <a:p>
            <a:endParaRPr lang="ko-KR" altLang="en-US" dirty="0"/>
          </a:p>
        </p:txBody>
      </p:sp>
      <p:sp>
        <p:nvSpPr>
          <p:cNvPr id="79" name="Google Shape;79;p6"/>
          <p:cNvSpPr txBox="1">
            <a:spLocks noGrp="1"/>
          </p:cNvSpPr>
          <p:nvPr>
            <p:ph type="title"/>
          </p:nvPr>
        </p:nvSpPr>
        <p:spPr>
          <a:prstGeom prst="rect">
            <a:avLst/>
          </a:prstGeom>
          <a:noFill/>
          <a:ln>
            <a:noFill/>
          </a:ln>
        </p:spPr>
        <p:txBody>
          <a:bodyPr spcFirstLastPara="1" vert="horz" wrap="square" lIns="68569" tIns="34275" rIns="68569" bIns="34275" numCol="1" anchor="t" anchorCtr="0" compatLnSpc="1">
            <a:prstTxWarp prst="textNoShape">
              <a:avLst/>
            </a:prstTxWarp>
            <a:noAutofit/>
          </a:bodyPr>
          <a:lstStyle/>
          <a:p>
            <a:pPr>
              <a:spcBef>
                <a:spcPts val="0"/>
              </a:spcBef>
              <a:spcAft>
                <a:spcPts val="0"/>
              </a:spcAft>
            </a:pPr>
            <a:r>
              <a:rPr lang="en-US" dirty="0"/>
              <a:t>자바스크립트 </a:t>
            </a:r>
            <a:r>
              <a:rPr lang="en-US" dirty="0" err="1"/>
              <a:t>기본문법</a:t>
            </a:r>
            <a:r>
              <a:rPr lang="en-US" dirty="0"/>
              <a:t>(3)</a:t>
            </a:r>
            <a:br>
              <a:rPr lang="en-US" dirty="0"/>
            </a:br>
            <a:r>
              <a:rPr lang="en-US" dirty="0"/>
              <a:t>					자료형(DataType)</a:t>
            </a:r>
            <a:endParaRPr dirty="0"/>
          </a:p>
        </p:txBody>
      </p:sp>
      <p:sp>
        <p:nvSpPr>
          <p:cNvPr id="82" name="Google Shape;82;p6"/>
          <p:cNvSpPr txBox="1">
            <a:spLocks noGrp="1"/>
          </p:cNvSpPr>
          <p:nvPr>
            <p:ph type="ftr" sz="quarter" idx="11"/>
          </p:nvPr>
        </p:nvSpPr>
        <p:spPr>
          <a:prstGeom prst="rect">
            <a:avLst/>
          </a:prstGeom>
          <a:noFill/>
          <a:ln>
            <a:noFill/>
          </a:ln>
        </p:spPr>
        <p:txBody>
          <a:bodyPr spcFirstLastPara="1" vert="horz" wrap="square" lIns="68569" tIns="34275" rIns="68569" bIns="34275" numCol="1" anchor="b" anchorCtr="0" compatLnSpc="1">
            <a:prstTxWarp prst="textNoShape">
              <a:avLst/>
            </a:prstTxWarp>
            <a:noAutofit/>
          </a:bodyPr>
          <a:lstStyle/>
          <a:p>
            <a:pPr>
              <a:spcBef>
                <a:spcPts val="0"/>
              </a:spcBef>
            </a:pPr>
            <a:endParaRPr/>
          </a:p>
        </p:txBody>
      </p:sp>
      <p:sp>
        <p:nvSpPr>
          <p:cNvPr id="81" name="Google Shape;81;p6"/>
          <p:cNvSpPr txBox="1">
            <a:spLocks noGrp="1"/>
          </p:cNvSpPr>
          <p:nvPr>
            <p:ph type="sldNum" idx="4294967295"/>
          </p:nvPr>
        </p:nvSpPr>
        <p:spPr>
          <a:xfrm>
            <a:off x="6604000" y="6419850"/>
            <a:ext cx="2540000" cy="3048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t" anchorCtr="0">
            <a:noAutofit/>
          </a:bodyPr>
          <a:lstStyle>
            <a:defPPr marR="0" lvl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defPPr>
            <a:lvl1pPr marL="0" marR="0" lvl="0" indent="0" algn="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Font typeface="Arial"/>
              <a:buNone/>
              <a:defRPr sz="1300" b="0" i="0" u="none" strike="noStrike" cap="none">
                <a:solidFill>
                  <a:schemeClr val="dk2"/>
                </a:solidFill>
                <a:latin typeface="Tahoma"/>
                <a:ea typeface="Tahoma"/>
                <a:cs typeface="Tahoma"/>
                <a:sym typeface="Tahoma"/>
              </a:defRPr>
            </a:lvl1pPr>
            <a:lvl2pPr marL="0" marR="0" lvl="1" indent="0" algn="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Font typeface="Arial"/>
              <a:buNone/>
              <a:defRPr sz="1300" b="0" i="0" u="none" strike="noStrike" cap="none">
                <a:solidFill>
                  <a:schemeClr val="dk2"/>
                </a:solidFill>
                <a:latin typeface="Tahoma"/>
                <a:ea typeface="Tahoma"/>
                <a:cs typeface="Tahoma"/>
                <a:sym typeface="Tahoma"/>
              </a:defRPr>
            </a:lvl2pPr>
            <a:lvl3pPr marL="0" marR="0" lvl="2" indent="0" algn="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Font typeface="Arial"/>
              <a:buNone/>
              <a:defRPr sz="1300" b="0" i="0" u="none" strike="noStrike" cap="none">
                <a:solidFill>
                  <a:schemeClr val="dk2"/>
                </a:solidFill>
                <a:latin typeface="Tahoma"/>
                <a:ea typeface="Tahoma"/>
                <a:cs typeface="Tahoma"/>
                <a:sym typeface="Tahoma"/>
              </a:defRPr>
            </a:lvl3pPr>
            <a:lvl4pPr marL="0" marR="0" lvl="3" indent="0" algn="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Font typeface="Arial"/>
              <a:buNone/>
              <a:defRPr sz="1300" b="0" i="0" u="none" strike="noStrike" cap="none">
                <a:solidFill>
                  <a:schemeClr val="dk2"/>
                </a:solidFill>
                <a:latin typeface="Tahoma"/>
                <a:ea typeface="Tahoma"/>
                <a:cs typeface="Tahoma"/>
                <a:sym typeface="Tahoma"/>
              </a:defRPr>
            </a:lvl4pPr>
            <a:lvl5pPr marL="0" marR="0" lvl="4" indent="0" algn="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Font typeface="Arial"/>
              <a:buNone/>
              <a:defRPr sz="1300" b="0" i="0" u="none" strike="noStrike" cap="none">
                <a:solidFill>
                  <a:schemeClr val="dk2"/>
                </a:solidFill>
                <a:latin typeface="Tahoma"/>
                <a:ea typeface="Tahoma"/>
                <a:cs typeface="Tahoma"/>
                <a:sym typeface="Tahoma"/>
              </a:defRPr>
            </a:lvl5pPr>
            <a:lvl6pPr marL="0" marR="0" lvl="5" indent="0" algn="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Font typeface="Arial"/>
              <a:buNone/>
              <a:defRPr sz="1300" b="0" i="0" u="none" strike="noStrike" cap="none">
                <a:solidFill>
                  <a:schemeClr val="dk2"/>
                </a:solidFill>
                <a:latin typeface="Tahoma"/>
                <a:ea typeface="Tahoma"/>
                <a:cs typeface="Tahoma"/>
                <a:sym typeface="Tahoma"/>
              </a:defRPr>
            </a:lvl6pPr>
            <a:lvl7pPr marL="0" marR="0" lvl="6" indent="0" algn="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Font typeface="Arial"/>
              <a:buNone/>
              <a:defRPr sz="1300" b="0" i="0" u="none" strike="noStrike" cap="none">
                <a:solidFill>
                  <a:schemeClr val="dk2"/>
                </a:solidFill>
                <a:latin typeface="Tahoma"/>
                <a:ea typeface="Tahoma"/>
                <a:cs typeface="Tahoma"/>
                <a:sym typeface="Tahoma"/>
              </a:defRPr>
            </a:lvl7pPr>
            <a:lvl8pPr marL="0" marR="0" lvl="7" indent="0" algn="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Font typeface="Arial"/>
              <a:buNone/>
              <a:defRPr sz="1300" b="0" i="0" u="none" strike="noStrike" cap="none">
                <a:solidFill>
                  <a:schemeClr val="dk2"/>
                </a:solidFill>
                <a:latin typeface="Tahoma"/>
                <a:ea typeface="Tahoma"/>
                <a:cs typeface="Tahoma"/>
                <a:sym typeface="Tahoma"/>
              </a:defRPr>
            </a:lvl8pPr>
            <a:lvl9pPr marL="0" marR="0" lvl="8" indent="0" algn="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Font typeface="Arial"/>
              <a:buNone/>
              <a:defRPr sz="1300" b="0" i="0" u="none" strike="noStrike" cap="none">
                <a:solidFill>
                  <a:schemeClr val="dk2"/>
                </a:solidFill>
                <a:latin typeface="Tahoma"/>
                <a:ea typeface="Tahoma"/>
                <a:cs typeface="Tahoma"/>
                <a:sym typeface="Tahoma"/>
              </a:defRPr>
            </a:lvl9pPr>
          </a:lstStyle>
          <a:p>
            <a:pPr algn="r"/>
            <a:fld id="{00000000-1234-1234-1234-123412341234}" type="slidenum">
              <a:rPr lang="en-US" smtClean="0"/>
              <a:pPr algn="r"/>
              <a:t>9</a:t>
            </a:fld>
            <a:endParaRPr/>
          </a:p>
        </p:txBody>
      </p:sp>
      <p:graphicFrame>
        <p:nvGraphicFramePr>
          <p:cNvPr id="83" name="Google Shape;83;p6"/>
          <p:cNvGraphicFramePr/>
          <p:nvPr>
            <p:extLst>
              <p:ext uri="{D42A27DB-BD31-4B8C-83A1-F6EECF244321}">
                <p14:modId xmlns:p14="http://schemas.microsoft.com/office/powerpoint/2010/main" val="833197202"/>
              </p:ext>
            </p:extLst>
          </p:nvPr>
        </p:nvGraphicFramePr>
        <p:xfrm>
          <a:off x="4329113" y="3028946"/>
          <a:ext cx="2684156" cy="800108"/>
        </p:xfrm>
        <a:graphic>
          <a:graphicData uri="http://schemas.openxmlformats.org/drawingml/2006/table">
            <a:tbl>
              <a:tblPr firstRow="1" bandRow="1">
                <a:noFill/>
              </a:tblPr>
              <a:tblGrid>
                <a:gridCol w="2684156">
                  <a:extLst>
                    <a:ext uri="{9D8B030D-6E8A-4147-A177-3AD203B41FA5}">
                      <a16:colId xmlns:a16="http://schemas.microsoft.com/office/drawing/2014/main" val="20000"/>
                    </a:ext>
                  </a:extLst>
                </a:gridCol>
              </a:tblGrid>
              <a:tr h="757252">
                <a:tc>
                  <a:txBody>
                    <a:bodyPr/>
                    <a:lstStyle/>
                    <a:p>
                      <a:pPr marL="0" marR="0" lvl="0" indent="0" algn="l" rtl="0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1200" u="none" strike="noStrike" cap="none" dirty="0"/>
                        <a:t>let str = "Hello";</a:t>
                      </a:r>
                      <a:endParaRPr sz="1200" dirty="0"/>
                    </a:p>
                    <a:p>
                      <a:pPr marL="0" marR="0" lvl="0" indent="0" algn="l" rtl="0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1200" u="none" strike="noStrike" cap="none" dirty="0"/>
                        <a:t>let pi = 3.14;</a:t>
                      </a:r>
                      <a:endParaRPr sz="1200" dirty="0"/>
                    </a:p>
                    <a:p>
                      <a:pPr marL="0" marR="0" lvl="0" indent="0" algn="l" rtl="0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1200" u="none" strike="noStrike" cap="none" dirty="0"/>
                        <a:t>let isTrue = true;</a:t>
                      </a:r>
                      <a:endParaRPr sz="1200" dirty="0"/>
                    </a:p>
                    <a:p>
                      <a:pPr marL="0" marR="0" lvl="0" indent="0" algn="l" rtl="0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1200" u="none" strike="noStrike" cap="none" dirty="0"/>
                        <a:t>let obj = {name : "Alice", age : 25 };</a:t>
                      </a:r>
                      <a:endParaRPr sz="1200" u="none" strike="noStrike" cap="none" dirty="0"/>
                    </a:p>
                  </a:txBody>
                  <a:tcPr marL="68588" marR="68588" marT="34294" marB="34294">
                    <a:solidFill>
                      <a:schemeClr val="lt1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0"/>
                  </a:ext>
                </a:extLst>
              </a:tr>
            </a:tbl>
          </a:graphicData>
        </a:graphic>
      </p:graphicFrame>
      <p:graphicFrame>
        <p:nvGraphicFramePr>
          <p:cNvPr id="84" name="Google Shape;84;p6"/>
          <p:cNvGraphicFramePr/>
          <p:nvPr>
            <p:extLst>
              <p:ext uri="{D42A27DB-BD31-4B8C-83A1-F6EECF244321}">
                <p14:modId xmlns:p14="http://schemas.microsoft.com/office/powerpoint/2010/main" val="3676741084"/>
              </p:ext>
            </p:extLst>
          </p:nvPr>
        </p:nvGraphicFramePr>
        <p:xfrm>
          <a:off x="1281113" y="4725144"/>
          <a:ext cx="6096000" cy="982988"/>
        </p:xfrm>
        <a:graphic>
          <a:graphicData uri="http://schemas.openxmlformats.org/drawingml/2006/table">
            <a:tbl>
              <a:tblPr firstRow="1" bandRow="1">
                <a:noFill/>
              </a:tblPr>
              <a:tblGrid>
                <a:gridCol w="6096000">
                  <a:extLst>
                    <a:ext uri="{9D8B030D-6E8A-4147-A177-3AD203B41FA5}">
                      <a16:colId xmlns:a16="http://schemas.microsoft.com/office/drawing/2014/main" val="20000"/>
                    </a:ext>
                  </a:extLst>
                </a:gridCol>
              </a:tblGrid>
              <a:tr h="911972">
                <a:tc>
                  <a:txBody>
                    <a:bodyPr/>
                    <a:lstStyle/>
                    <a:p>
                      <a:pPr marL="0" marR="0" lvl="0" indent="0" algn="l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1200" b="0" u="none" strike="noStrike" cap="none" dirty="0"/>
                        <a:t>console.log(</a:t>
                      </a:r>
                      <a:r>
                        <a:rPr lang="en-US" sz="1200" b="1" u="none" strike="noStrike" cap="none" dirty="0"/>
                        <a:t>typeof </a:t>
                      </a:r>
                      <a:r>
                        <a:rPr lang="en-US" sz="1200" b="0" u="none" strike="noStrike" cap="none" dirty="0"/>
                        <a:t>str);  //"string"</a:t>
                      </a:r>
                      <a:endParaRPr sz="1200" dirty="0"/>
                    </a:p>
                    <a:p>
                      <a:pPr marL="0" marR="0" lvl="0" indent="0" algn="l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1200" b="0" u="none" strike="noStrike" cap="none" dirty="0"/>
                        <a:t>console.log(</a:t>
                      </a:r>
                      <a:r>
                        <a:rPr lang="en-US" sz="1200" b="1" u="none" strike="noStrike" cap="none" dirty="0"/>
                        <a:t>typeof</a:t>
                      </a:r>
                      <a:r>
                        <a:rPr lang="en-US" sz="1200" b="0" u="none" strike="noStrike" cap="none" dirty="0"/>
                        <a:t> num);  //"number"</a:t>
                      </a:r>
                      <a:endParaRPr sz="1200" dirty="0"/>
                    </a:p>
                    <a:p>
                      <a:pPr marL="0" marR="0" lvl="0" indent="0" algn="l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1200" b="0" u="none" strike="noStrike" cap="none" dirty="0"/>
                        <a:t>console.log(</a:t>
                      </a:r>
                      <a:r>
                        <a:rPr lang="en-US" sz="1200" b="1" u="none" strike="noStrike" cap="none" dirty="0"/>
                        <a:t>typeof </a:t>
                      </a:r>
                      <a:r>
                        <a:rPr lang="en-US" sz="1200" b="0" u="none" strike="noStrike" cap="none" dirty="0"/>
                        <a:t>isTrue);  //"boolean"</a:t>
                      </a:r>
                      <a:endParaRPr sz="1200" dirty="0"/>
                    </a:p>
                    <a:p>
                      <a:pPr marL="0" marR="0" lvl="0" indent="0" algn="l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1200" b="0" u="none" strike="noStrike" cap="none" dirty="0"/>
                        <a:t>console.log(</a:t>
                      </a:r>
                      <a:r>
                        <a:rPr lang="en-US" sz="1200" b="1" u="none" strike="noStrike" cap="none" dirty="0"/>
                        <a:t>typeof</a:t>
                      </a:r>
                      <a:r>
                        <a:rPr lang="en-US" sz="1200" b="0" u="none" strike="noStrike" cap="none" dirty="0"/>
                        <a:t> obj);  //"object"</a:t>
                      </a:r>
                      <a:endParaRPr sz="1200" dirty="0"/>
                    </a:p>
                    <a:p>
                      <a:pPr marL="0" marR="0" lvl="0" indent="0" algn="l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1200" b="0" u="none" strike="noStrike" cap="none" dirty="0"/>
                        <a:t>console.log(</a:t>
                      </a:r>
                      <a:r>
                        <a:rPr lang="en-US" sz="1200" b="1" u="none" strike="noStrike" cap="none" dirty="0"/>
                        <a:t>typeof</a:t>
                      </a:r>
                      <a:r>
                        <a:rPr lang="en-US" sz="1200" b="0" u="none" strike="noStrike" cap="none" dirty="0"/>
                        <a:t> greet);  //"function"</a:t>
                      </a:r>
                      <a:endParaRPr sz="1200" b="0" u="none" strike="noStrike" cap="none" dirty="0"/>
                    </a:p>
                  </a:txBody>
                  <a:tcPr marL="68588" marR="68588" marT="34294" marB="34294">
                    <a:solidFill>
                      <a:schemeClr val="lt1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0"/>
                  </a:ext>
                </a:extLst>
              </a:tr>
            </a:tbl>
          </a:graphicData>
        </a:graphic>
      </p:graphicFrame>
    </p:spTree>
  </p:cSld>
  <p:clrMapOvr>
    <a:masterClrMapping/>
  </p:clrMapOvr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Shape 8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내용 개체 틀 2">
            <a:extLst>
              <a:ext uri="{FF2B5EF4-FFF2-40B4-BE49-F238E27FC236}">
                <a16:creationId xmlns:a16="http://schemas.microsoft.com/office/drawing/2014/main" id="{1E2EC3F7-0F6A-0382-296D-3D1F950FA535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r>
              <a:rPr lang="ko-KR" altLang="en-US" dirty="0"/>
              <a:t>자바스크립트에서는 데이터 타입을 변환할 수 있습니다</a:t>
            </a:r>
            <a:r>
              <a:rPr lang="en-US" altLang="ko-KR" dirty="0"/>
              <a:t>.</a:t>
            </a:r>
          </a:p>
          <a:p>
            <a:pPr lvl="1"/>
            <a:r>
              <a:rPr lang="ko-KR" altLang="en-US" b="1" dirty="0"/>
              <a:t>명시적 변환</a:t>
            </a:r>
          </a:p>
          <a:p>
            <a:endParaRPr lang="ko-KR" altLang="en-US" dirty="0"/>
          </a:p>
          <a:p>
            <a:endParaRPr lang="ko-KR" altLang="en-US" dirty="0"/>
          </a:p>
          <a:p>
            <a:endParaRPr lang="ko-KR" altLang="en-US" dirty="0"/>
          </a:p>
          <a:p>
            <a:pPr lvl="1"/>
            <a:r>
              <a:rPr lang="ko-KR" altLang="en-US" b="1" dirty="0"/>
              <a:t>암묵적 변환</a:t>
            </a:r>
          </a:p>
          <a:p>
            <a:endParaRPr lang="ko-KR" altLang="en-US" dirty="0"/>
          </a:p>
          <a:p>
            <a:endParaRPr lang="ko-KR" altLang="en-US" dirty="0"/>
          </a:p>
          <a:p>
            <a:endParaRPr lang="ko-KR" altLang="en-US" dirty="0"/>
          </a:p>
          <a:p>
            <a:endParaRPr lang="ko-KR" altLang="en-US" dirty="0"/>
          </a:p>
        </p:txBody>
      </p:sp>
      <p:sp>
        <p:nvSpPr>
          <p:cNvPr id="89" name="Google Shape;89;p7"/>
          <p:cNvSpPr txBox="1">
            <a:spLocks noGrp="1"/>
          </p:cNvSpPr>
          <p:nvPr>
            <p:ph type="title"/>
          </p:nvPr>
        </p:nvSpPr>
        <p:spPr>
          <a:prstGeom prst="rect">
            <a:avLst/>
          </a:prstGeom>
          <a:noFill/>
          <a:ln>
            <a:noFill/>
          </a:ln>
        </p:spPr>
        <p:txBody>
          <a:bodyPr spcFirstLastPara="1" vert="horz" wrap="square" lIns="68569" tIns="34275" rIns="68569" bIns="34275" numCol="1" anchor="t" anchorCtr="0" compatLnSpc="1">
            <a:prstTxWarp prst="textNoShape">
              <a:avLst/>
            </a:prstTxWarp>
            <a:noAutofit/>
          </a:bodyPr>
          <a:lstStyle/>
          <a:p>
            <a:pPr>
              <a:spcBef>
                <a:spcPts val="0"/>
              </a:spcBef>
              <a:spcAft>
                <a:spcPts val="0"/>
              </a:spcAft>
            </a:pPr>
            <a:r>
              <a:rPr lang="en-US" dirty="0"/>
              <a:t>자바스크립트 </a:t>
            </a:r>
            <a:r>
              <a:rPr lang="en-US" dirty="0" err="1"/>
              <a:t>기본문법</a:t>
            </a:r>
            <a:r>
              <a:rPr lang="en-US" dirty="0"/>
              <a:t>(4)</a:t>
            </a:r>
            <a:br>
              <a:rPr lang="en-US" dirty="0"/>
            </a:br>
            <a:r>
              <a:rPr lang="en-US" dirty="0"/>
              <a:t>							형변환 </a:t>
            </a:r>
            <a:endParaRPr dirty="0"/>
          </a:p>
        </p:txBody>
      </p:sp>
      <p:sp>
        <p:nvSpPr>
          <p:cNvPr id="92" name="Google Shape;92;p7"/>
          <p:cNvSpPr txBox="1">
            <a:spLocks noGrp="1"/>
          </p:cNvSpPr>
          <p:nvPr>
            <p:ph type="ftr" sz="quarter" idx="11"/>
          </p:nvPr>
        </p:nvSpPr>
        <p:spPr>
          <a:prstGeom prst="rect">
            <a:avLst/>
          </a:prstGeom>
          <a:noFill/>
          <a:ln>
            <a:noFill/>
          </a:ln>
        </p:spPr>
        <p:txBody>
          <a:bodyPr spcFirstLastPara="1" vert="horz" wrap="square" lIns="68569" tIns="34275" rIns="68569" bIns="34275" numCol="1" anchor="b" anchorCtr="0" compatLnSpc="1">
            <a:prstTxWarp prst="textNoShape">
              <a:avLst/>
            </a:prstTxWarp>
            <a:noAutofit/>
          </a:bodyPr>
          <a:lstStyle/>
          <a:p>
            <a:pPr>
              <a:spcBef>
                <a:spcPts val="0"/>
              </a:spcBef>
            </a:pPr>
            <a:endParaRPr/>
          </a:p>
        </p:txBody>
      </p:sp>
      <p:sp>
        <p:nvSpPr>
          <p:cNvPr id="91" name="Google Shape;91;p7"/>
          <p:cNvSpPr txBox="1">
            <a:spLocks noGrp="1"/>
          </p:cNvSpPr>
          <p:nvPr>
            <p:ph type="sldNum" idx="4294967295"/>
          </p:nvPr>
        </p:nvSpPr>
        <p:spPr>
          <a:xfrm>
            <a:off x="6604000" y="6419850"/>
            <a:ext cx="2540000" cy="3048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t" anchorCtr="0">
            <a:noAutofit/>
          </a:bodyPr>
          <a:lstStyle>
            <a:defPPr marR="0" lvl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defPPr>
            <a:lvl1pPr marL="0" marR="0" lvl="0" indent="0" algn="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Font typeface="Arial"/>
              <a:buNone/>
              <a:defRPr sz="1300" b="0" i="0" u="none" strike="noStrike" cap="none">
                <a:solidFill>
                  <a:schemeClr val="dk2"/>
                </a:solidFill>
                <a:latin typeface="Tahoma"/>
                <a:ea typeface="Tahoma"/>
                <a:cs typeface="Tahoma"/>
                <a:sym typeface="Tahoma"/>
              </a:defRPr>
            </a:lvl1pPr>
            <a:lvl2pPr marL="0" marR="0" lvl="1" indent="0" algn="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Font typeface="Arial"/>
              <a:buNone/>
              <a:defRPr sz="1300" b="0" i="0" u="none" strike="noStrike" cap="none">
                <a:solidFill>
                  <a:schemeClr val="dk2"/>
                </a:solidFill>
                <a:latin typeface="Tahoma"/>
                <a:ea typeface="Tahoma"/>
                <a:cs typeface="Tahoma"/>
                <a:sym typeface="Tahoma"/>
              </a:defRPr>
            </a:lvl2pPr>
            <a:lvl3pPr marL="0" marR="0" lvl="2" indent="0" algn="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Font typeface="Arial"/>
              <a:buNone/>
              <a:defRPr sz="1300" b="0" i="0" u="none" strike="noStrike" cap="none">
                <a:solidFill>
                  <a:schemeClr val="dk2"/>
                </a:solidFill>
                <a:latin typeface="Tahoma"/>
                <a:ea typeface="Tahoma"/>
                <a:cs typeface="Tahoma"/>
                <a:sym typeface="Tahoma"/>
              </a:defRPr>
            </a:lvl3pPr>
            <a:lvl4pPr marL="0" marR="0" lvl="3" indent="0" algn="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Font typeface="Arial"/>
              <a:buNone/>
              <a:defRPr sz="1300" b="0" i="0" u="none" strike="noStrike" cap="none">
                <a:solidFill>
                  <a:schemeClr val="dk2"/>
                </a:solidFill>
                <a:latin typeface="Tahoma"/>
                <a:ea typeface="Tahoma"/>
                <a:cs typeface="Tahoma"/>
                <a:sym typeface="Tahoma"/>
              </a:defRPr>
            </a:lvl4pPr>
            <a:lvl5pPr marL="0" marR="0" lvl="4" indent="0" algn="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Font typeface="Arial"/>
              <a:buNone/>
              <a:defRPr sz="1300" b="0" i="0" u="none" strike="noStrike" cap="none">
                <a:solidFill>
                  <a:schemeClr val="dk2"/>
                </a:solidFill>
                <a:latin typeface="Tahoma"/>
                <a:ea typeface="Tahoma"/>
                <a:cs typeface="Tahoma"/>
                <a:sym typeface="Tahoma"/>
              </a:defRPr>
            </a:lvl5pPr>
            <a:lvl6pPr marL="0" marR="0" lvl="5" indent="0" algn="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Font typeface="Arial"/>
              <a:buNone/>
              <a:defRPr sz="1300" b="0" i="0" u="none" strike="noStrike" cap="none">
                <a:solidFill>
                  <a:schemeClr val="dk2"/>
                </a:solidFill>
                <a:latin typeface="Tahoma"/>
                <a:ea typeface="Tahoma"/>
                <a:cs typeface="Tahoma"/>
                <a:sym typeface="Tahoma"/>
              </a:defRPr>
            </a:lvl6pPr>
            <a:lvl7pPr marL="0" marR="0" lvl="6" indent="0" algn="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Font typeface="Arial"/>
              <a:buNone/>
              <a:defRPr sz="1300" b="0" i="0" u="none" strike="noStrike" cap="none">
                <a:solidFill>
                  <a:schemeClr val="dk2"/>
                </a:solidFill>
                <a:latin typeface="Tahoma"/>
                <a:ea typeface="Tahoma"/>
                <a:cs typeface="Tahoma"/>
                <a:sym typeface="Tahoma"/>
              </a:defRPr>
            </a:lvl7pPr>
            <a:lvl8pPr marL="0" marR="0" lvl="7" indent="0" algn="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Font typeface="Arial"/>
              <a:buNone/>
              <a:defRPr sz="1300" b="0" i="0" u="none" strike="noStrike" cap="none">
                <a:solidFill>
                  <a:schemeClr val="dk2"/>
                </a:solidFill>
                <a:latin typeface="Tahoma"/>
                <a:ea typeface="Tahoma"/>
                <a:cs typeface="Tahoma"/>
                <a:sym typeface="Tahoma"/>
              </a:defRPr>
            </a:lvl8pPr>
            <a:lvl9pPr marL="0" marR="0" lvl="8" indent="0" algn="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Font typeface="Arial"/>
              <a:buNone/>
              <a:defRPr sz="1300" b="0" i="0" u="none" strike="noStrike" cap="none">
                <a:solidFill>
                  <a:schemeClr val="dk2"/>
                </a:solidFill>
                <a:latin typeface="Tahoma"/>
                <a:ea typeface="Tahoma"/>
                <a:cs typeface="Tahoma"/>
                <a:sym typeface="Tahoma"/>
              </a:defRPr>
            </a:lvl9pPr>
          </a:lstStyle>
          <a:p>
            <a:pPr algn="r"/>
            <a:fld id="{00000000-1234-1234-1234-123412341234}" type="slidenum">
              <a:rPr lang="en-US" smtClean="0"/>
              <a:pPr algn="r"/>
              <a:t>10</a:t>
            </a:fld>
            <a:endParaRPr/>
          </a:p>
        </p:txBody>
      </p:sp>
      <p:graphicFrame>
        <p:nvGraphicFramePr>
          <p:cNvPr id="93" name="Google Shape;93;p7"/>
          <p:cNvGraphicFramePr/>
          <p:nvPr>
            <p:extLst>
              <p:ext uri="{D42A27DB-BD31-4B8C-83A1-F6EECF244321}">
                <p14:modId xmlns:p14="http://schemas.microsoft.com/office/powerpoint/2010/main" val="4275832588"/>
              </p:ext>
            </p:extLst>
          </p:nvPr>
        </p:nvGraphicFramePr>
        <p:xfrm>
          <a:off x="1281113" y="2178741"/>
          <a:ext cx="6096000" cy="800108"/>
        </p:xfrm>
        <a:graphic>
          <a:graphicData uri="http://schemas.openxmlformats.org/drawingml/2006/table">
            <a:tbl>
              <a:tblPr firstRow="1" bandRow="1">
                <a:noFill/>
              </a:tblPr>
              <a:tblGrid>
                <a:gridCol w="6096000">
                  <a:extLst>
                    <a:ext uri="{9D8B030D-6E8A-4147-A177-3AD203B41FA5}">
                      <a16:colId xmlns:a16="http://schemas.microsoft.com/office/drawing/2014/main" val="20000"/>
                    </a:ext>
                  </a:extLst>
                </a:gridCol>
              </a:tblGrid>
              <a:tr h="617228">
                <a:tc>
                  <a:txBody>
                    <a:bodyPr/>
                    <a:lstStyle/>
                    <a:p>
                      <a:pPr marL="0" marR="0" lvl="0" indent="0" algn="l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1600" b="1" u="none" strike="noStrike" cap="none" dirty="0"/>
                        <a:t>let</a:t>
                      </a:r>
                      <a:r>
                        <a:rPr lang="en-US" sz="1600" b="0" u="none" strike="noStrike" cap="none" dirty="0"/>
                        <a:t> numStr = "123";</a:t>
                      </a:r>
                      <a:endParaRPr sz="1600" dirty="0"/>
                    </a:p>
                    <a:p>
                      <a:pPr marL="0" marR="0" lvl="0" indent="0" algn="l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1600" b="1" u="none" strike="noStrike" cap="none" dirty="0"/>
                        <a:t>let</a:t>
                      </a:r>
                      <a:r>
                        <a:rPr lang="en-US" sz="1600" b="0" u="none" strike="noStrike" cap="none" dirty="0"/>
                        <a:t> num = Number(numStr); //</a:t>
                      </a:r>
                      <a:r>
                        <a:rPr lang="en-US" sz="1600" b="0" u="none" strike="noStrike" cap="none" dirty="0" err="1"/>
                        <a:t>문자열</a:t>
                      </a:r>
                      <a:r>
                        <a:rPr lang="en-US" sz="1600" b="0" u="none" strike="noStrike" cap="none" dirty="0"/>
                        <a:t> -&gt; </a:t>
                      </a:r>
                      <a:r>
                        <a:rPr lang="en-US" sz="1600" b="0" u="none" strike="noStrike" cap="none" dirty="0" err="1"/>
                        <a:t>숫자</a:t>
                      </a:r>
                      <a:endParaRPr sz="1600" b="0" u="none" strike="noStrike" cap="none" dirty="0"/>
                    </a:p>
                    <a:p>
                      <a:pPr marL="0" marR="0" lvl="0" indent="0" algn="l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1600" b="0" u="none" strike="noStrike" cap="none" dirty="0"/>
                        <a:t>console.log(num); //123</a:t>
                      </a:r>
                      <a:endParaRPr sz="1600" b="0" u="none" strike="noStrike" cap="none" dirty="0"/>
                    </a:p>
                  </a:txBody>
                  <a:tcPr marL="68588" marR="68588" marT="34294" marB="34294"/>
                </a:tc>
                <a:extLst>
                  <a:ext uri="{0D108BD9-81ED-4DB2-BD59-A6C34878D82A}">
                    <a16:rowId xmlns:a16="http://schemas.microsoft.com/office/drawing/2014/main" val="10000"/>
                  </a:ext>
                </a:extLst>
              </a:tr>
            </a:tbl>
          </a:graphicData>
        </a:graphic>
      </p:graphicFrame>
      <p:graphicFrame>
        <p:nvGraphicFramePr>
          <p:cNvPr id="94" name="Google Shape;94;p7"/>
          <p:cNvGraphicFramePr/>
          <p:nvPr>
            <p:extLst>
              <p:ext uri="{D42A27DB-BD31-4B8C-83A1-F6EECF244321}">
                <p14:modId xmlns:p14="http://schemas.microsoft.com/office/powerpoint/2010/main" val="2073141890"/>
              </p:ext>
            </p:extLst>
          </p:nvPr>
        </p:nvGraphicFramePr>
        <p:xfrm>
          <a:off x="1281113" y="4005064"/>
          <a:ext cx="6096000" cy="556268"/>
        </p:xfrm>
        <a:graphic>
          <a:graphicData uri="http://schemas.openxmlformats.org/drawingml/2006/table">
            <a:tbl>
              <a:tblPr firstRow="1" bandRow="1">
                <a:noFill/>
              </a:tblPr>
              <a:tblGrid>
                <a:gridCol w="6096000">
                  <a:extLst>
                    <a:ext uri="{9D8B030D-6E8A-4147-A177-3AD203B41FA5}">
                      <a16:colId xmlns:a16="http://schemas.microsoft.com/office/drawing/2014/main" val="20000"/>
                    </a:ext>
                  </a:extLst>
                </a:gridCol>
              </a:tblGrid>
              <a:tr h="434348">
                <a:tc>
                  <a:txBody>
                    <a:bodyPr/>
                    <a:lstStyle/>
                    <a:p>
                      <a:pPr marL="0" marR="0" lvl="0" indent="0" algn="l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1600" b="1" u="none" strike="noStrike" cap="none" dirty="0"/>
                        <a:t>let</a:t>
                      </a:r>
                      <a:r>
                        <a:rPr lang="en-US" sz="1600" b="0" u="none" strike="noStrike" cap="none" dirty="0"/>
                        <a:t> result = "10" + 5; //</a:t>
                      </a:r>
                      <a:r>
                        <a:rPr lang="en-US" sz="1600" b="0" u="none" strike="noStrike" cap="none" dirty="0" err="1"/>
                        <a:t>숫자가</a:t>
                      </a:r>
                      <a:r>
                        <a:rPr lang="en-US" sz="1600" b="0" u="none" strike="noStrike" cap="none" dirty="0"/>
                        <a:t> </a:t>
                      </a:r>
                      <a:r>
                        <a:rPr lang="en-US" sz="1600" b="0" u="none" strike="noStrike" cap="none" dirty="0" err="1"/>
                        <a:t>문자열로</a:t>
                      </a:r>
                      <a:r>
                        <a:rPr lang="en-US" sz="1600" b="0" u="none" strike="noStrike" cap="none" dirty="0"/>
                        <a:t> </a:t>
                      </a:r>
                      <a:r>
                        <a:rPr lang="en-US" sz="1600" b="0" u="none" strike="noStrike" cap="none" dirty="0" err="1"/>
                        <a:t>변환됨</a:t>
                      </a:r>
                      <a:endParaRPr sz="1600" b="0" u="none" strike="noStrike" cap="none" dirty="0"/>
                    </a:p>
                    <a:p>
                      <a:pPr marL="0" marR="0" lvl="0" indent="0" algn="l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1600" b="0" u="none" strike="noStrike" cap="none" dirty="0"/>
                        <a:t>console.log(result); //"105"</a:t>
                      </a:r>
                      <a:endParaRPr sz="1600" b="0" u="none" strike="noStrike" cap="none" dirty="0"/>
                    </a:p>
                  </a:txBody>
                  <a:tcPr marL="68588" marR="68588" marT="34294" marB="34294"/>
                </a:tc>
                <a:extLst>
                  <a:ext uri="{0D108BD9-81ED-4DB2-BD59-A6C34878D82A}">
                    <a16:rowId xmlns:a16="http://schemas.microsoft.com/office/drawing/2014/main" val="10000"/>
                  </a:ext>
                </a:extLst>
              </a:tr>
            </a:tbl>
          </a:graphicData>
        </a:graphic>
      </p:graphicFrame>
    </p:spTree>
  </p:cSld>
  <p:clrMapOvr>
    <a:masterClrMapping/>
  </p:clrMapOvr>
</p:sld>
</file>

<file path=ppt/slides/slide1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제목 1">
            <a:extLst>
              <a:ext uri="{FF2B5EF4-FFF2-40B4-BE49-F238E27FC236}">
                <a16:creationId xmlns:a16="http://schemas.microsoft.com/office/drawing/2014/main" id="{7C506A48-2306-3A79-3A54-0613298849B3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altLang="ko-KR" dirty="0"/>
              <a:t>자바스크립트 </a:t>
            </a:r>
            <a:r>
              <a:rPr lang="en-US" altLang="ko-KR" dirty="0" err="1"/>
              <a:t>기본문법</a:t>
            </a:r>
            <a:r>
              <a:rPr lang="en-US" altLang="ko-KR" dirty="0"/>
              <a:t>(5)</a:t>
            </a:r>
            <a:br>
              <a:rPr lang="en-US" altLang="ko-KR" dirty="0"/>
            </a:br>
            <a:r>
              <a:rPr lang="en-US" altLang="ko-KR" dirty="0"/>
              <a:t>						</a:t>
            </a:r>
            <a:r>
              <a:rPr lang="ko-KR" altLang="en-US" dirty="0"/>
              <a:t>예제</a:t>
            </a:r>
            <a:r>
              <a:rPr lang="en-US" altLang="ko-KR" dirty="0"/>
              <a:t>4</a:t>
            </a:r>
            <a:endParaRPr lang="ko-KR" altLang="en-US" dirty="0"/>
          </a:p>
        </p:txBody>
      </p:sp>
      <p:sp>
        <p:nvSpPr>
          <p:cNvPr id="4" name="슬라이드 번호 개체 틀 3">
            <a:extLst>
              <a:ext uri="{FF2B5EF4-FFF2-40B4-BE49-F238E27FC236}">
                <a16:creationId xmlns:a16="http://schemas.microsoft.com/office/drawing/2014/main" id="{DF25E1F9-3CE4-5A68-DDF1-05AEC9D86112}"/>
              </a:ext>
            </a:extLst>
          </p:cNvPr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pPr>
              <a:defRPr/>
            </a:pPr>
            <a:fld id="{D753E709-C6A3-4DBD-82F7-6E5ED028B16F}" type="slidenum">
              <a:rPr lang="en-US" altLang="ko-KR" smtClean="0"/>
              <a:pPr>
                <a:defRPr/>
              </a:pPr>
              <a:t>11</a:t>
            </a:fld>
            <a:endParaRPr lang="en-US" altLang="ko-KR"/>
          </a:p>
        </p:txBody>
      </p:sp>
      <p:sp>
        <p:nvSpPr>
          <p:cNvPr id="5" name="바닥글 개체 틀 4">
            <a:extLst>
              <a:ext uri="{FF2B5EF4-FFF2-40B4-BE49-F238E27FC236}">
                <a16:creationId xmlns:a16="http://schemas.microsoft.com/office/drawing/2014/main" id="{46D74DB2-C9FE-7D0A-2B1F-1EE5BBF3D16C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pPr>
              <a:defRPr/>
            </a:pPr>
            <a:endParaRPr lang="ko-KR" altLang="en-US" dirty="0"/>
          </a:p>
        </p:txBody>
      </p:sp>
      <p:graphicFrame>
        <p:nvGraphicFramePr>
          <p:cNvPr id="6" name="Google Shape;73;p5">
            <a:extLst>
              <a:ext uri="{FF2B5EF4-FFF2-40B4-BE49-F238E27FC236}">
                <a16:creationId xmlns:a16="http://schemas.microsoft.com/office/drawing/2014/main" id="{5F43C162-8DA1-ACB4-3DE0-134738679F79}"/>
              </a:ext>
            </a:extLst>
          </p:cNvPr>
          <p:cNvGraphicFramePr/>
          <p:nvPr>
            <p:extLst>
              <p:ext uri="{D42A27DB-BD31-4B8C-83A1-F6EECF244321}">
                <p14:modId xmlns:p14="http://schemas.microsoft.com/office/powerpoint/2010/main" val="1891391514"/>
              </p:ext>
            </p:extLst>
          </p:nvPr>
        </p:nvGraphicFramePr>
        <p:xfrm>
          <a:off x="539552" y="1268760"/>
          <a:ext cx="3672408" cy="3924308"/>
        </p:xfrm>
        <a:graphic>
          <a:graphicData uri="http://schemas.openxmlformats.org/drawingml/2006/table">
            <a:tbl>
              <a:tblPr firstRow="1" bandRow="1">
                <a:noFill/>
              </a:tblPr>
              <a:tblGrid>
                <a:gridCol w="3672408">
                  <a:extLst>
                    <a:ext uri="{9D8B030D-6E8A-4147-A177-3AD203B41FA5}">
                      <a16:colId xmlns:a16="http://schemas.microsoft.com/office/drawing/2014/main" val="20000"/>
                    </a:ext>
                  </a:extLst>
                </a:gridCol>
              </a:tblGrid>
              <a:tr h="657185">
                <a:tc>
                  <a:txBody>
                    <a:bodyPr/>
                    <a:lstStyle/>
                    <a:p>
                      <a:r>
                        <a:rPr lang="en-US" altLang="ko-KR" sz="1100" kern="1200" dirty="0">
                          <a:solidFill>
                            <a:schemeClr val="tx1"/>
                          </a:solidFill>
                          <a:effectLst/>
                          <a:latin typeface="+mn-lt"/>
                          <a:ea typeface="+mn-ea"/>
                          <a:cs typeface="+mn-cs"/>
                        </a:rPr>
                        <a:t>&lt;!DOCTYPE html&gt;</a:t>
                      </a:r>
                    </a:p>
                    <a:p>
                      <a:r>
                        <a:rPr lang="en-US" altLang="ko-KR" sz="1100" kern="1200" dirty="0">
                          <a:solidFill>
                            <a:schemeClr val="tx1"/>
                          </a:solidFill>
                          <a:effectLst/>
                          <a:latin typeface="+mn-lt"/>
                          <a:ea typeface="+mn-ea"/>
                          <a:cs typeface="+mn-cs"/>
                        </a:rPr>
                        <a:t>&lt;html&gt;</a:t>
                      </a:r>
                    </a:p>
                    <a:p>
                      <a:r>
                        <a:rPr lang="en-US" altLang="ko-KR" sz="1100" kern="1200" dirty="0">
                          <a:solidFill>
                            <a:schemeClr val="tx1"/>
                          </a:solidFill>
                          <a:effectLst/>
                          <a:latin typeface="+mn-lt"/>
                          <a:ea typeface="+mn-ea"/>
                          <a:cs typeface="+mn-cs"/>
                        </a:rPr>
                        <a:t>&lt;head&gt;</a:t>
                      </a:r>
                    </a:p>
                    <a:p>
                      <a:r>
                        <a:rPr lang="en-US" altLang="ko-KR" sz="1100" kern="1200" dirty="0">
                          <a:solidFill>
                            <a:schemeClr val="tx1"/>
                          </a:solidFill>
                          <a:effectLst/>
                          <a:latin typeface="+mn-lt"/>
                          <a:ea typeface="+mn-ea"/>
                          <a:cs typeface="+mn-cs"/>
                        </a:rPr>
                        <a:t>    &lt;meta charset="UTF-8"&gt;</a:t>
                      </a:r>
                    </a:p>
                    <a:p>
                      <a:r>
                        <a:rPr lang="en-US" altLang="ko-KR" sz="1100" kern="1200" dirty="0">
                          <a:solidFill>
                            <a:schemeClr val="tx1"/>
                          </a:solidFill>
                          <a:effectLst/>
                          <a:latin typeface="+mn-lt"/>
                          <a:ea typeface="+mn-ea"/>
                          <a:cs typeface="+mn-cs"/>
                        </a:rPr>
                        <a:t>    &lt;title&gt;</a:t>
                      </a:r>
                      <a:r>
                        <a:rPr lang="ko-KR" altLang="en-US" sz="1100" kern="1200" dirty="0">
                          <a:solidFill>
                            <a:schemeClr val="tx1"/>
                          </a:solidFill>
                          <a:effectLst/>
                          <a:latin typeface="+mn-lt"/>
                          <a:ea typeface="+mn-ea"/>
                          <a:cs typeface="+mn-cs"/>
                        </a:rPr>
                        <a:t>예제</a:t>
                      </a:r>
                      <a:r>
                        <a:rPr lang="en-US" altLang="ko-KR" sz="1100" kern="1200" dirty="0">
                          <a:solidFill>
                            <a:schemeClr val="tx1"/>
                          </a:solidFill>
                          <a:effectLst/>
                          <a:latin typeface="+mn-lt"/>
                          <a:ea typeface="+mn-ea"/>
                          <a:cs typeface="+mn-cs"/>
                        </a:rPr>
                        <a:t>4&lt;/title&gt;</a:t>
                      </a:r>
                    </a:p>
                    <a:p>
                      <a:r>
                        <a:rPr lang="en-US" altLang="ko-KR" sz="1100" kern="1200" dirty="0">
                          <a:solidFill>
                            <a:schemeClr val="tx1"/>
                          </a:solidFill>
                          <a:effectLst/>
                          <a:latin typeface="+mn-lt"/>
                          <a:ea typeface="+mn-ea"/>
                          <a:cs typeface="+mn-cs"/>
                        </a:rPr>
                        <a:t>    &lt;script&gt;</a:t>
                      </a:r>
                    </a:p>
                    <a:p>
                      <a:r>
                        <a:rPr lang="en-US" altLang="ko-KR" sz="1100" kern="1200" dirty="0">
                          <a:solidFill>
                            <a:schemeClr val="tx1"/>
                          </a:solidFill>
                          <a:effectLst/>
                          <a:latin typeface="+mn-lt"/>
                          <a:ea typeface="+mn-ea"/>
                          <a:cs typeface="+mn-cs"/>
                        </a:rPr>
                        <a:t>     </a:t>
                      </a:r>
                      <a:r>
                        <a:rPr lang="en-US" altLang="ko-KR" sz="1100" b="1" kern="1200" dirty="0">
                          <a:solidFill>
                            <a:schemeClr val="tx1"/>
                          </a:solidFill>
                          <a:effectLst/>
                          <a:latin typeface="+mn-lt"/>
                          <a:ea typeface="+mn-ea"/>
                          <a:cs typeface="+mn-cs"/>
                        </a:rPr>
                        <a:t> let x;</a:t>
                      </a:r>
                    </a:p>
                    <a:p>
                      <a:r>
                        <a:rPr lang="en-US" altLang="ko-KR" sz="1100" kern="1200" dirty="0">
                          <a:solidFill>
                            <a:schemeClr val="tx1"/>
                          </a:solidFill>
                          <a:effectLst/>
                          <a:latin typeface="+mn-lt"/>
                          <a:ea typeface="+mn-ea"/>
                          <a:cs typeface="+mn-cs"/>
                        </a:rPr>
                        <a:t>      document.write(x+"&lt;br&gt;");</a:t>
                      </a:r>
                    </a:p>
                    <a:p>
                      <a:r>
                        <a:rPr lang="en-US" altLang="ko-KR" sz="1100" kern="1200" dirty="0">
                          <a:solidFill>
                            <a:schemeClr val="tx1"/>
                          </a:solidFill>
                          <a:effectLst/>
                          <a:latin typeface="+mn-lt"/>
                          <a:ea typeface="+mn-ea"/>
                          <a:cs typeface="+mn-cs"/>
                        </a:rPr>
                        <a:t>      document.write(</a:t>
                      </a:r>
                      <a:r>
                        <a:rPr lang="en-US" altLang="ko-KR" sz="1100" b="1" kern="1200" dirty="0">
                          <a:solidFill>
                            <a:schemeClr val="tx1"/>
                          </a:solidFill>
                          <a:effectLst/>
                          <a:latin typeface="+mn-lt"/>
                          <a:ea typeface="+mn-ea"/>
                          <a:cs typeface="+mn-cs"/>
                        </a:rPr>
                        <a:t>typeof</a:t>
                      </a:r>
                      <a:r>
                        <a:rPr lang="en-US" altLang="ko-KR" sz="1100" kern="1200" dirty="0">
                          <a:solidFill>
                            <a:schemeClr val="tx1"/>
                          </a:solidFill>
                          <a:effectLst/>
                          <a:latin typeface="+mn-lt"/>
                          <a:ea typeface="+mn-ea"/>
                          <a:cs typeface="+mn-cs"/>
                        </a:rPr>
                        <a:t> x+"&lt;br&gt;&lt;br&gt;");</a:t>
                      </a:r>
                    </a:p>
                    <a:p>
                      <a:endParaRPr lang="en-US" altLang="ko-KR" sz="1100" kern="1200" dirty="0">
                        <a:solidFill>
                          <a:schemeClr val="tx1"/>
                        </a:solidFill>
                        <a:effectLst/>
                        <a:latin typeface="+mn-lt"/>
                        <a:ea typeface="+mn-ea"/>
                        <a:cs typeface="+mn-cs"/>
                      </a:endParaRPr>
                    </a:p>
                    <a:p>
                      <a:r>
                        <a:rPr lang="en-US" altLang="ko-KR" sz="1100" kern="1200" dirty="0">
                          <a:solidFill>
                            <a:schemeClr val="tx1"/>
                          </a:solidFill>
                          <a:effectLst/>
                          <a:latin typeface="+mn-lt"/>
                          <a:ea typeface="+mn-ea"/>
                          <a:cs typeface="+mn-cs"/>
                        </a:rPr>
                        <a:t>      </a:t>
                      </a:r>
                      <a:r>
                        <a:rPr lang="en-US" altLang="ko-KR" sz="1100" b="1" kern="1200" dirty="0">
                          <a:solidFill>
                            <a:schemeClr val="tx1"/>
                          </a:solidFill>
                          <a:effectLst/>
                          <a:latin typeface="+mn-lt"/>
                          <a:ea typeface="+mn-ea"/>
                          <a:cs typeface="+mn-cs"/>
                        </a:rPr>
                        <a:t>x = 100;</a:t>
                      </a:r>
                    </a:p>
                    <a:p>
                      <a:r>
                        <a:rPr lang="en-US" altLang="ko-KR" sz="1100" kern="1200" dirty="0">
                          <a:solidFill>
                            <a:schemeClr val="tx1"/>
                          </a:solidFill>
                          <a:effectLst/>
                          <a:latin typeface="+mn-lt"/>
                          <a:ea typeface="+mn-ea"/>
                          <a:cs typeface="+mn-cs"/>
                        </a:rPr>
                        <a:t>      document.write(x+"&lt;br&gt;");</a:t>
                      </a:r>
                    </a:p>
                    <a:p>
                      <a:r>
                        <a:rPr lang="en-US" altLang="ko-KR" sz="1100" kern="1200" dirty="0">
                          <a:solidFill>
                            <a:schemeClr val="tx1"/>
                          </a:solidFill>
                          <a:effectLst/>
                          <a:latin typeface="+mn-lt"/>
                          <a:ea typeface="+mn-ea"/>
                          <a:cs typeface="+mn-cs"/>
                        </a:rPr>
                        <a:t>      document.write(</a:t>
                      </a:r>
                      <a:r>
                        <a:rPr lang="en-US" altLang="ko-KR" sz="1100" b="1" kern="1200" dirty="0">
                          <a:solidFill>
                            <a:schemeClr val="tx1"/>
                          </a:solidFill>
                          <a:effectLst/>
                          <a:latin typeface="+mn-lt"/>
                          <a:ea typeface="+mn-ea"/>
                          <a:cs typeface="+mn-cs"/>
                        </a:rPr>
                        <a:t>typeof </a:t>
                      </a:r>
                      <a:r>
                        <a:rPr lang="en-US" altLang="ko-KR" sz="1100" kern="1200" dirty="0">
                          <a:solidFill>
                            <a:schemeClr val="tx1"/>
                          </a:solidFill>
                          <a:effectLst/>
                          <a:latin typeface="+mn-lt"/>
                          <a:ea typeface="+mn-ea"/>
                          <a:cs typeface="+mn-cs"/>
                        </a:rPr>
                        <a:t>x+"&lt;br&gt;&lt;br&gt;");</a:t>
                      </a:r>
                    </a:p>
                    <a:p>
                      <a:endParaRPr lang="en-US" altLang="ko-KR" sz="1100" kern="1200" dirty="0">
                        <a:solidFill>
                          <a:schemeClr val="tx1"/>
                        </a:solidFill>
                        <a:effectLst/>
                        <a:latin typeface="+mn-lt"/>
                        <a:ea typeface="+mn-ea"/>
                        <a:cs typeface="+mn-cs"/>
                      </a:endParaRPr>
                    </a:p>
                    <a:p>
                      <a:r>
                        <a:rPr lang="en-US" altLang="ko-KR" sz="1100" b="1" kern="1200" dirty="0">
                          <a:solidFill>
                            <a:schemeClr val="tx1"/>
                          </a:solidFill>
                          <a:effectLst/>
                          <a:latin typeface="+mn-lt"/>
                          <a:ea typeface="+mn-ea"/>
                          <a:cs typeface="+mn-cs"/>
                        </a:rPr>
                        <a:t>      x = "</a:t>
                      </a:r>
                      <a:r>
                        <a:rPr lang="ko-KR" altLang="en-US" sz="1100" b="1" kern="1200" dirty="0">
                          <a:solidFill>
                            <a:schemeClr val="tx1"/>
                          </a:solidFill>
                          <a:effectLst/>
                          <a:latin typeface="+mn-lt"/>
                          <a:ea typeface="+mn-ea"/>
                          <a:cs typeface="+mn-cs"/>
                        </a:rPr>
                        <a:t>홍길동</a:t>
                      </a:r>
                      <a:r>
                        <a:rPr lang="en-US" altLang="ko-KR" sz="1100" b="1" kern="1200" dirty="0">
                          <a:solidFill>
                            <a:schemeClr val="tx1"/>
                          </a:solidFill>
                          <a:effectLst/>
                          <a:latin typeface="+mn-lt"/>
                          <a:ea typeface="+mn-ea"/>
                          <a:cs typeface="+mn-cs"/>
                        </a:rPr>
                        <a:t>";</a:t>
                      </a:r>
                    </a:p>
                    <a:p>
                      <a:r>
                        <a:rPr lang="en-US" altLang="ko-KR" sz="1100" kern="1200" dirty="0">
                          <a:solidFill>
                            <a:schemeClr val="tx1"/>
                          </a:solidFill>
                          <a:effectLst/>
                          <a:latin typeface="+mn-lt"/>
                          <a:ea typeface="+mn-ea"/>
                          <a:cs typeface="+mn-cs"/>
                        </a:rPr>
                        <a:t>      document.write(x+"&lt;br&gt;");</a:t>
                      </a:r>
                    </a:p>
                    <a:p>
                      <a:r>
                        <a:rPr lang="en-US" altLang="ko-KR" sz="1100" kern="1200" dirty="0">
                          <a:solidFill>
                            <a:schemeClr val="tx1"/>
                          </a:solidFill>
                          <a:effectLst/>
                          <a:latin typeface="+mn-lt"/>
                          <a:ea typeface="+mn-ea"/>
                          <a:cs typeface="+mn-cs"/>
                        </a:rPr>
                        <a:t>      document.write(</a:t>
                      </a:r>
                      <a:r>
                        <a:rPr lang="en-US" altLang="ko-KR" sz="1100" b="1" kern="1200" dirty="0">
                          <a:solidFill>
                            <a:schemeClr val="tx1"/>
                          </a:solidFill>
                          <a:effectLst/>
                          <a:latin typeface="+mn-lt"/>
                          <a:ea typeface="+mn-ea"/>
                          <a:cs typeface="+mn-cs"/>
                        </a:rPr>
                        <a:t>typeof</a:t>
                      </a:r>
                      <a:r>
                        <a:rPr lang="en-US" altLang="ko-KR" sz="1100" kern="1200" dirty="0">
                          <a:solidFill>
                            <a:schemeClr val="tx1"/>
                          </a:solidFill>
                          <a:effectLst/>
                          <a:latin typeface="+mn-lt"/>
                          <a:ea typeface="+mn-ea"/>
                          <a:cs typeface="+mn-cs"/>
                        </a:rPr>
                        <a:t> x+"&lt;br&gt;&lt;br&gt;");</a:t>
                      </a:r>
                    </a:p>
                    <a:p>
                      <a:r>
                        <a:rPr lang="en-US" altLang="ko-KR" sz="1100" kern="1200" dirty="0">
                          <a:solidFill>
                            <a:schemeClr val="tx1"/>
                          </a:solidFill>
                          <a:effectLst/>
                          <a:latin typeface="+mn-lt"/>
                          <a:ea typeface="+mn-ea"/>
                          <a:cs typeface="+mn-cs"/>
                        </a:rPr>
                        <a:t>    &lt;/script&gt;</a:t>
                      </a:r>
                    </a:p>
                    <a:p>
                      <a:r>
                        <a:rPr lang="en-US" altLang="ko-KR" sz="1100" kern="1200" dirty="0">
                          <a:solidFill>
                            <a:schemeClr val="tx1"/>
                          </a:solidFill>
                          <a:effectLst/>
                          <a:latin typeface="+mn-lt"/>
                          <a:ea typeface="+mn-ea"/>
                          <a:cs typeface="+mn-cs"/>
                        </a:rPr>
                        <a:t>&lt;/head&gt;</a:t>
                      </a:r>
                    </a:p>
                    <a:p>
                      <a:r>
                        <a:rPr lang="en-US" altLang="ko-KR" sz="1100" kern="1200" dirty="0">
                          <a:solidFill>
                            <a:schemeClr val="tx1"/>
                          </a:solidFill>
                          <a:effectLst/>
                          <a:latin typeface="+mn-lt"/>
                          <a:ea typeface="+mn-ea"/>
                          <a:cs typeface="+mn-cs"/>
                        </a:rPr>
                        <a:t>&lt;body&gt;</a:t>
                      </a:r>
                    </a:p>
                    <a:p>
                      <a:endParaRPr lang="en-US" altLang="ko-KR" sz="1100" kern="1200" dirty="0">
                        <a:solidFill>
                          <a:schemeClr val="tx1"/>
                        </a:solidFill>
                        <a:effectLst/>
                        <a:latin typeface="+mn-lt"/>
                        <a:ea typeface="+mn-ea"/>
                        <a:cs typeface="+mn-cs"/>
                      </a:endParaRPr>
                    </a:p>
                    <a:p>
                      <a:r>
                        <a:rPr lang="en-US" altLang="ko-KR" sz="1100" kern="1200" dirty="0">
                          <a:solidFill>
                            <a:schemeClr val="tx1"/>
                          </a:solidFill>
                          <a:effectLst/>
                          <a:latin typeface="+mn-lt"/>
                          <a:ea typeface="+mn-ea"/>
                          <a:cs typeface="+mn-cs"/>
                        </a:rPr>
                        <a:t>&lt;/body&gt;</a:t>
                      </a:r>
                    </a:p>
                    <a:p>
                      <a:r>
                        <a:rPr lang="en-US" altLang="ko-KR" sz="1100" kern="1200" dirty="0">
                          <a:solidFill>
                            <a:schemeClr val="tx1"/>
                          </a:solidFill>
                          <a:effectLst/>
                          <a:latin typeface="+mn-lt"/>
                          <a:ea typeface="+mn-ea"/>
                          <a:cs typeface="+mn-cs"/>
                        </a:rPr>
                        <a:t>&lt;/html&gt;</a:t>
                      </a:r>
                    </a:p>
                  </a:txBody>
                  <a:tcPr marL="68588" marR="68588" marT="34294" marB="34294">
                    <a:solidFill>
                      <a:schemeClr val="lt1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0"/>
                  </a:ext>
                </a:extLst>
              </a:tr>
            </a:tbl>
          </a:graphicData>
        </a:graphic>
      </p:graphicFrame>
      <p:pic>
        <p:nvPicPr>
          <p:cNvPr id="8" name="그림 7">
            <a:extLst>
              <a:ext uri="{FF2B5EF4-FFF2-40B4-BE49-F238E27FC236}">
                <a16:creationId xmlns:a16="http://schemas.microsoft.com/office/drawing/2014/main" id="{2CCE0493-9752-6708-D2FA-9E418BAEEE1A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5254625" y="1268760"/>
            <a:ext cx="1857375" cy="3162300"/>
          </a:xfrm>
          <a:prstGeom prst="rect">
            <a:avLst/>
          </a:prstGeom>
          <a:ln>
            <a:solidFill>
              <a:srgbClr val="000000"/>
            </a:solidFill>
          </a:ln>
        </p:spPr>
      </p:pic>
    </p:spTree>
    <p:extLst>
      <p:ext uri="{BB962C8B-B14F-4D97-AF65-F5344CB8AC3E}">
        <p14:creationId xmlns:p14="http://schemas.microsoft.com/office/powerpoint/2010/main" val="4048407539"/>
      </p:ext>
    </p:extLst>
  </p:cSld>
  <p:clrMapOvr>
    <a:masterClrMapping/>
  </p:clrMapOvr>
</p:sld>
</file>

<file path=ppt/slides/slide1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3BC48823-3200-99F9-31F1-F6475D683D9D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제목 1">
            <a:extLst>
              <a:ext uri="{FF2B5EF4-FFF2-40B4-BE49-F238E27FC236}">
                <a16:creationId xmlns:a16="http://schemas.microsoft.com/office/drawing/2014/main" id="{0D965190-2185-CA5B-4264-3E0CD572272D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altLang="ko-KR" dirty="0"/>
              <a:t>자바스크립트 </a:t>
            </a:r>
            <a:r>
              <a:rPr lang="en-US" altLang="ko-KR" dirty="0" err="1"/>
              <a:t>기본문법</a:t>
            </a:r>
            <a:r>
              <a:rPr lang="en-US" altLang="ko-KR" dirty="0"/>
              <a:t>(6)</a:t>
            </a:r>
            <a:br>
              <a:rPr lang="en-US" altLang="ko-KR" dirty="0"/>
            </a:br>
            <a:r>
              <a:rPr lang="en-US" altLang="ko-KR" dirty="0"/>
              <a:t>						</a:t>
            </a:r>
            <a:r>
              <a:rPr lang="ko-KR" altLang="en-US" dirty="0"/>
              <a:t>예제</a:t>
            </a:r>
            <a:r>
              <a:rPr lang="en-US" altLang="ko-KR" dirty="0"/>
              <a:t>5</a:t>
            </a:r>
            <a:endParaRPr lang="ko-KR" altLang="en-US" dirty="0"/>
          </a:p>
        </p:txBody>
      </p:sp>
      <p:sp>
        <p:nvSpPr>
          <p:cNvPr id="4" name="슬라이드 번호 개체 틀 3">
            <a:extLst>
              <a:ext uri="{FF2B5EF4-FFF2-40B4-BE49-F238E27FC236}">
                <a16:creationId xmlns:a16="http://schemas.microsoft.com/office/drawing/2014/main" id="{85A3DAA2-2ED7-AA2E-5307-05A332778982}"/>
              </a:ext>
            </a:extLst>
          </p:cNvPr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pPr>
              <a:defRPr/>
            </a:pPr>
            <a:fld id="{D753E709-C6A3-4DBD-82F7-6E5ED028B16F}" type="slidenum">
              <a:rPr lang="en-US" altLang="ko-KR" smtClean="0"/>
              <a:pPr>
                <a:defRPr/>
              </a:pPr>
              <a:t>12</a:t>
            </a:fld>
            <a:endParaRPr lang="en-US" altLang="ko-KR"/>
          </a:p>
        </p:txBody>
      </p:sp>
      <p:sp>
        <p:nvSpPr>
          <p:cNvPr id="5" name="바닥글 개체 틀 4">
            <a:extLst>
              <a:ext uri="{FF2B5EF4-FFF2-40B4-BE49-F238E27FC236}">
                <a16:creationId xmlns:a16="http://schemas.microsoft.com/office/drawing/2014/main" id="{3C2F3E1D-FA59-7CBF-EDCD-F03903A66A76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pPr>
              <a:defRPr/>
            </a:pPr>
            <a:endParaRPr lang="ko-KR" altLang="en-US" dirty="0"/>
          </a:p>
        </p:txBody>
      </p:sp>
      <p:graphicFrame>
        <p:nvGraphicFramePr>
          <p:cNvPr id="6" name="Google Shape;73;p5">
            <a:extLst>
              <a:ext uri="{FF2B5EF4-FFF2-40B4-BE49-F238E27FC236}">
                <a16:creationId xmlns:a16="http://schemas.microsoft.com/office/drawing/2014/main" id="{220DDDB4-EA7A-1F67-C2DF-FA5CA10E6C80}"/>
              </a:ext>
            </a:extLst>
          </p:cNvPr>
          <p:cNvGraphicFramePr/>
          <p:nvPr>
            <p:extLst>
              <p:ext uri="{D42A27DB-BD31-4B8C-83A1-F6EECF244321}">
                <p14:modId xmlns:p14="http://schemas.microsoft.com/office/powerpoint/2010/main" val="1715202818"/>
              </p:ext>
            </p:extLst>
          </p:nvPr>
        </p:nvGraphicFramePr>
        <p:xfrm>
          <a:off x="539552" y="1268760"/>
          <a:ext cx="4824536" cy="3695708"/>
        </p:xfrm>
        <a:graphic>
          <a:graphicData uri="http://schemas.openxmlformats.org/drawingml/2006/table">
            <a:tbl>
              <a:tblPr firstRow="1" bandRow="1">
                <a:noFill/>
              </a:tblPr>
              <a:tblGrid>
                <a:gridCol w="4824536">
                  <a:extLst>
                    <a:ext uri="{9D8B030D-6E8A-4147-A177-3AD203B41FA5}">
                      <a16:colId xmlns:a16="http://schemas.microsoft.com/office/drawing/2014/main" val="20000"/>
                    </a:ext>
                  </a:extLst>
                </a:gridCol>
              </a:tblGrid>
              <a:tr h="657185">
                <a:tc>
                  <a:txBody>
                    <a:bodyPr/>
                    <a:lstStyle/>
                    <a:p>
                      <a:r>
                        <a:rPr lang="en-US" altLang="ko-KR" sz="1400" kern="1200" dirty="0">
                          <a:solidFill>
                            <a:schemeClr val="tx1"/>
                          </a:solidFill>
                          <a:effectLst/>
                          <a:latin typeface="+mn-lt"/>
                          <a:ea typeface="+mn-ea"/>
                          <a:cs typeface="+mn-cs"/>
                        </a:rPr>
                        <a:t>&lt;!DOCTYPE html&gt;</a:t>
                      </a:r>
                    </a:p>
                    <a:p>
                      <a:r>
                        <a:rPr lang="en-US" altLang="ko-KR" sz="1400" kern="1200" dirty="0">
                          <a:solidFill>
                            <a:schemeClr val="tx1"/>
                          </a:solidFill>
                          <a:effectLst/>
                          <a:latin typeface="+mn-lt"/>
                          <a:ea typeface="+mn-ea"/>
                          <a:cs typeface="+mn-cs"/>
                        </a:rPr>
                        <a:t>&lt;html&gt;</a:t>
                      </a:r>
                    </a:p>
                    <a:p>
                      <a:r>
                        <a:rPr lang="en-US" altLang="ko-KR" sz="1400" kern="1200" dirty="0">
                          <a:solidFill>
                            <a:schemeClr val="tx1"/>
                          </a:solidFill>
                          <a:effectLst/>
                          <a:latin typeface="+mn-lt"/>
                          <a:ea typeface="+mn-ea"/>
                          <a:cs typeface="+mn-cs"/>
                        </a:rPr>
                        <a:t>&lt;head&gt;</a:t>
                      </a:r>
                    </a:p>
                    <a:p>
                      <a:r>
                        <a:rPr lang="en-US" altLang="ko-KR" sz="1400" kern="1200" dirty="0">
                          <a:solidFill>
                            <a:schemeClr val="tx1"/>
                          </a:solidFill>
                          <a:effectLst/>
                          <a:latin typeface="+mn-lt"/>
                          <a:ea typeface="+mn-ea"/>
                          <a:cs typeface="+mn-cs"/>
                        </a:rPr>
                        <a:t>    &lt;meta charset="UTF-8"&gt;</a:t>
                      </a:r>
                    </a:p>
                    <a:p>
                      <a:r>
                        <a:rPr lang="en-US" altLang="ko-KR" sz="1400" kern="1200" dirty="0">
                          <a:solidFill>
                            <a:schemeClr val="tx1"/>
                          </a:solidFill>
                          <a:effectLst/>
                          <a:latin typeface="+mn-lt"/>
                          <a:ea typeface="+mn-ea"/>
                          <a:cs typeface="+mn-cs"/>
                        </a:rPr>
                        <a:t>    &lt;title&gt;</a:t>
                      </a:r>
                      <a:r>
                        <a:rPr lang="ko-KR" altLang="en-US" sz="1400" kern="1200" dirty="0">
                          <a:solidFill>
                            <a:schemeClr val="tx1"/>
                          </a:solidFill>
                          <a:effectLst/>
                          <a:latin typeface="+mn-lt"/>
                          <a:ea typeface="+mn-ea"/>
                          <a:cs typeface="+mn-cs"/>
                        </a:rPr>
                        <a:t>예제</a:t>
                      </a:r>
                      <a:r>
                        <a:rPr lang="en-US" altLang="ko-KR" sz="1400" kern="1200" dirty="0">
                          <a:solidFill>
                            <a:schemeClr val="tx1"/>
                          </a:solidFill>
                          <a:effectLst/>
                          <a:latin typeface="+mn-lt"/>
                          <a:ea typeface="+mn-ea"/>
                          <a:cs typeface="+mn-cs"/>
                        </a:rPr>
                        <a:t>5&lt;/title&gt;</a:t>
                      </a:r>
                    </a:p>
                    <a:p>
                      <a:r>
                        <a:rPr lang="en-US" altLang="ko-KR" sz="1400" kern="1200" dirty="0">
                          <a:solidFill>
                            <a:schemeClr val="tx1"/>
                          </a:solidFill>
                          <a:effectLst/>
                          <a:latin typeface="+mn-lt"/>
                          <a:ea typeface="+mn-ea"/>
                          <a:cs typeface="+mn-cs"/>
                        </a:rPr>
                        <a:t>&lt;/head&gt;</a:t>
                      </a:r>
                    </a:p>
                    <a:p>
                      <a:r>
                        <a:rPr lang="en-US" altLang="ko-KR" sz="1400" kern="1200" dirty="0">
                          <a:solidFill>
                            <a:schemeClr val="tx1"/>
                          </a:solidFill>
                          <a:effectLst/>
                          <a:latin typeface="+mn-lt"/>
                          <a:ea typeface="+mn-ea"/>
                          <a:cs typeface="+mn-cs"/>
                        </a:rPr>
                        <a:t>&lt;body&gt;</a:t>
                      </a:r>
                    </a:p>
                    <a:p>
                      <a:r>
                        <a:rPr lang="en-US" altLang="ko-KR" sz="1400" kern="1200" dirty="0">
                          <a:solidFill>
                            <a:schemeClr val="tx1"/>
                          </a:solidFill>
                          <a:effectLst/>
                          <a:latin typeface="+mn-lt"/>
                          <a:ea typeface="+mn-ea"/>
                          <a:cs typeface="+mn-cs"/>
                        </a:rPr>
                        <a:t>  &lt;script&gt;</a:t>
                      </a:r>
                    </a:p>
                    <a:p>
                      <a:r>
                        <a:rPr lang="en-US" altLang="ko-KR" sz="1400" kern="1200" dirty="0">
                          <a:solidFill>
                            <a:schemeClr val="tx1"/>
                          </a:solidFill>
                          <a:effectLst/>
                          <a:latin typeface="+mn-lt"/>
                          <a:ea typeface="+mn-ea"/>
                          <a:cs typeface="+mn-cs"/>
                        </a:rPr>
                        <a:t>    let s = "Hello World";</a:t>
                      </a:r>
                    </a:p>
                    <a:p>
                      <a:r>
                        <a:rPr lang="en-US" altLang="ko-KR" sz="1400" kern="1200" dirty="0">
                          <a:solidFill>
                            <a:schemeClr val="tx1"/>
                          </a:solidFill>
                          <a:effectLst/>
                          <a:latin typeface="+mn-lt"/>
                          <a:ea typeface="+mn-ea"/>
                          <a:cs typeface="+mn-cs"/>
                        </a:rPr>
                        <a:t>    let t = "How are you" + " today?";</a:t>
                      </a:r>
                    </a:p>
                    <a:p>
                      <a:endParaRPr lang="en-US" altLang="ko-KR" sz="1400" kern="1200" dirty="0">
                        <a:solidFill>
                          <a:schemeClr val="tx1"/>
                        </a:solidFill>
                        <a:effectLst/>
                        <a:latin typeface="+mn-lt"/>
                        <a:ea typeface="+mn-ea"/>
                        <a:cs typeface="+mn-cs"/>
                      </a:endParaRPr>
                    </a:p>
                    <a:p>
                      <a:r>
                        <a:rPr lang="en-US" altLang="ko-KR" sz="1400" kern="1200" dirty="0">
                          <a:solidFill>
                            <a:schemeClr val="tx1"/>
                          </a:solidFill>
                          <a:effectLst/>
                          <a:latin typeface="+mn-lt"/>
                          <a:ea typeface="+mn-ea"/>
                          <a:cs typeface="+mn-cs"/>
                        </a:rPr>
                        <a:t>    document.write(s + "&lt;br&gt;");</a:t>
                      </a:r>
                    </a:p>
                    <a:p>
                      <a:r>
                        <a:rPr lang="en-US" altLang="ko-KR" sz="1400" kern="1200" dirty="0">
                          <a:solidFill>
                            <a:schemeClr val="tx1"/>
                          </a:solidFill>
                          <a:effectLst/>
                          <a:latin typeface="+mn-lt"/>
                          <a:ea typeface="+mn-ea"/>
                          <a:cs typeface="+mn-cs"/>
                        </a:rPr>
                        <a:t>    document.write(t + "&lt;br&gt;");</a:t>
                      </a:r>
                    </a:p>
                    <a:p>
                      <a:r>
                        <a:rPr lang="en-US" altLang="ko-KR" sz="1400" kern="1200" dirty="0">
                          <a:solidFill>
                            <a:schemeClr val="tx1"/>
                          </a:solidFill>
                          <a:effectLst/>
                          <a:latin typeface="+mn-lt"/>
                          <a:ea typeface="+mn-ea"/>
                          <a:cs typeface="+mn-cs"/>
                        </a:rPr>
                        <a:t>    document.write(</a:t>
                      </a:r>
                      <a:r>
                        <a:rPr lang="en-US" altLang="ko-KR" sz="1400" b="1" kern="1200" dirty="0" err="1">
                          <a:solidFill>
                            <a:schemeClr val="tx1"/>
                          </a:solidFill>
                          <a:effectLst/>
                          <a:latin typeface="+mn-lt"/>
                          <a:ea typeface="+mn-ea"/>
                          <a:cs typeface="+mn-cs"/>
                        </a:rPr>
                        <a:t>s.toUpperCase</a:t>
                      </a:r>
                      <a:r>
                        <a:rPr lang="en-US" altLang="ko-KR" sz="1400" kern="1200" dirty="0">
                          <a:solidFill>
                            <a:schemeClr val="tx1"/>
                          </a:solidFill>
                          <a:effectLst/>
                          <a:latin typeface="+mn-lt"/>
                          <a:ea typeface="+mn-ea"/>
                          <a:cs typeface="+mn-cs"/>
                        </a:rPr>
                        <a:t>() + "&lt;br&gt;");</a:t>
                      </a:r>
                    </a:p>
                    <a:p>
                      <a:r>
                        <a:rPr lang="en-US" altLang="ko-KR" sz="1400" kern="1200" dirty="0">
                          <a:solidFill>
                            <a:schemeClr val="tx1"/>
                          </a:solidFill>
                          <a:effectLst/>
                          <a:latin typeface="+mn-lt"/>
                          <a:ea typeface="+mn-ea"/>
                          <a:cs typeface="+mn-cs"/>
                        </a:rPr>
                        <a:t>  &lt;/script&gt;</a:t>
                      </a:r>
                    </a:p>
                    <a:p>
                      <a:r>
                        <a:rPr lang="en-US" altLang="ko-KR" sz="1400" kern="1200" dirty="0">
                          <a:solidFill>
                            <a:schemeClr val="tx1"/>
                          </a:solidFill>
                          <a:effectLst/>
                          <a:latin typeface="+mn-lt"/>
                          <a:ea typeface="+mn-ea"/>
                          <a:cs typeface="+mn-cs"/>
                        </a:rPr>
                        <a:t>&lt;/body&gt;</a:t>
                      </a:r>
                    </a:p>
                    <a:p>
                      <a:r>
                        <a:rPr lang="en-US" altLang="ko-KR" sz="1400" kern="1200" dirty="0">
                          <a:solidFill>
                            <a:schemeClr val="tx1"/>
                          </a:solidFill>
                          <a:effectLst/>
                          <a:latin typeface="+mn-lt"/>
                          <a:ea typeface="+mn-ea"/>
                          <a:cs typeface="+mn-cs"/>
                        </a:rPr>
                        <a:t>&lt;/html&gt;</a:t>
                      </a:r>
                    </a:p>
                  </a:txBody>
                  <a:tcPr marL="68588" marR="68588" marT="34294" marB="34294">
                    <a:solidFill>
                      <a:schemeClr val="lt1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0"/>
                  </a:ext>
                </a:extLst>
              </a:tr>
            </a:tbl>
          </a:graphicData>
        </a:graphic>
      </p:graphicFrame>
      <p:pic>
        <p:nvPicPr>
          <p:cNvPr id="7" name="그림 6">
            <a:extLst>
              <a:ext uri="{FF2B5EF4-FFF2-40B4-BE49-F238E27FC236}">
                <a16:creationId xmlns:a16="http://schemas.microsoft.com/office/drawing/2014/main" id="{474C286F-AA91-F353-D464-10FFA287C06D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5966023" y="1268760"/>
            <a:ext cx="2638425" cy="1362075"/>
          </a:xfrm>
          <a:prstGeom prst="rect">
            <a:avLst/>
          </a:prstGeom>
          <a:ln>
            <a:solidFill>
              <a:srgbClr val="000000"/>
            </a:solidFill>
          </a:ln>
        </p:spPr>
      </p:pic>
    </p:spTree>
    <p:extLst>
      <p:ext uri="{BB962C8B-B14F-4D97-AF65-F5344CB8AC3E}">
        <p14:creationId xmlns:p14="http://schemas.microsoft.com/office/powerpoint/2010/main" val="48537439"/>
      </p:ext>
    </p:extLst>
  </p:cSld>
  <p:clrMapOvr>
    <a:masterClrMapping/>
  </p:clrMapOvr>
</p:sld>
</file>

<file path=ppt/slides/slide1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제목 1">
            <a:extLst>
              <a:ext uri="{FF2B5EF4-FFF2-40B4-BE49-F238E27FC236}">
                <a16:creationId xmlns:a16="http://schemas.microsoft.com/office/drawing/2014/main" id="{F64CA950-90BE-4D29-7C2E-76D8A049AF90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ko-KR" altLang="en-US" dirty="0"/>
              <a:t>자바스크립트 기본문법</a:t>
            </a:r>
            <a:r>
              <a:rPr lang="en-US" altLang="ko-KR" dirty="0"/>
              <a:t>(6)</a:t>
            </a:r>
            <a:br>
              <a:rPr lang="en-US" altLang="ko-KR" dirty="0"/>
            </a:br>
            <a:r>
              <a:rPr lang="en-US" altLang="ko-KR" dirty="0"/>
              <a:t>						</a:t>
            </a:r>
            <a:r>
              <a:rPr lang="ko-KR" altLang="en-US" dirty="0"/>
              <a:t>객체</a:t>
            </a:r>
          </a:p>
        </p:txBody>
      </p:sp>
      <p:sp>
        <p:nvSpPr>
          <p:cNvPr id="3" name="내용 개체 틀 2">
            <a:extLst>
              <a:ext uri="{FF2B5EF4-FFF2-40B4-BE49-F238E27FC236}">
                <a16:creationId xmlns:a16="http://schemas.microsoft.com/office/drawing/2014/main" id="{62BDD4AF-04E4-BF2A-F52B-8A1BFEC17291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444500" y="1152525"/>
            <a:ext cx="7772400" cy="1700411"/>
          </a:xfrm>
        </p:spPr>
        <p:txBody>
          <a:bodyPr/>
          <a:lstStyle/>
          <a:p>
            <a:r>
              <a:rPr lang="ko-KR" altLang="en-US" b="1" dirty="0"/>
              <a:t>객체형</a:t>
            </a:r>
            <a:endParaRPr lang="en-US" altLang="ko-KR" b="1" dirty="0"/>
          </a:p>
          <a:p>
            <a:pPr lvl="1"/>
            <a:r>
              <a:rPr lang="ko-KR" altLang="en-US" dirty="0"/>
              <a:t>기본 데이터 타입을 제외하면 모두 객체형이다</a:t>
            </a:r>
            <a:r>
              <a:rPr lang="en-US" altLang="ko-KR" dirty="0"/>
              <a:t>.</a:t>
            </a:r>
          </a:p>
          <a:p>
            <a:pPr lvl="2"/>
            <a:r>
              <a:rPr lang="ko-KR" altLang="en-US" dirty="0"/>
              <a:t>객체는 사물의 속성과 동작을 묶어서 표현하는 기법 중의 하나이다</a:t>
            </a:r>
            <a:r>
              <a:rPr lang="en-US" altLang="ko-KR" dirty="0"/>
              <a:t>.</a:t>
            </a:r>
            <a:endParaRPr lang="ko-KR" altLang="en-US" dirty="0"/>
          </a:p>
        </p:txBody>
      </p:sp>
      <p:sp>
        <p:nvSpPr>
          <p:cNvPr id="4" name="슬라이드 번호 개체 틀 3">
            <a:extLst>
              <a:ext uri="{FF2B5EF4-FFF2-40B4-BE49-F238E27FC236}">
                <a16:creationId xmlns:a16="http://schemas.microsoft.com/office/drawing/2014/main" id="{B66902CD-326B-EB53-F7C7-0AD9C7BF1571}"/>
              </a:ext>
            </a:extLst>
          </p:cNvPr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pPr>
              <a:defRPr/>
            </a:pPr>
            <a:fld id="{D753E709-C6A3-4DBD-82F7-6E5ED028B16F}" type="slidenum">
              <a:rPr lang="en-US" altLang="ko-KR" smtClean="0"/>
              <a:pPr>
                <a:defRPr/>
              </a:pPr>
              <a:t>13</a:t>
            </a:fld>
            <a:endParaRPr lang="en-US" altLang="ko-KR"/>
          </a:p>
        </p:txBody>
      </p:sp>
      <p:sp>
        <p:nvSpPr>
          <p:cNvPr id="5" name="바닥글 개체 틀 4">
            <a:extLst>
              <a:ext uri="{FF2B5EF4-FFF2-40B4-BE49-F238E27FC236}">
                <a16:creationId xmlns:a16="http://schemas.microsoft.com/office/drawing/2014/main" id="{7E0A36E6-D9BE-8965-CA4D-B7F9A131C55B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pPr>
              <a:defRPr/>
            </a:pPr>
            <a:endParaRPr lang="ko-KR" altLang="en-US" dirty="0"/>
          </a:p>
        </p:txBody>
      </p:sp>
      <p:graphicFrame>
        <p:nvGraphicFramePr>
          <p:cNvPr id="6" name="Google Shape;73;p5">
            <a:extLst>
              <a:ext uri="{FF2B5EF4-FFF2-40B4-BE49-F238E27FC236}">
                <a16:creationId xmlns:a16="http://schemas.microsoft.com/office/drawing/2014/main" id="{A439F089-E193-A568-23F0-3A32CF0D3C3F}"/>
              </a:ext>
            </a:extLst>
          </p:cNvPr>
          <p:cNvGraphicFramePr/>
          <p:nvPr>
            <p:extLst>
              <p:ext uri="{D42A27DB-BD31-4B8C-83A1-F6EECF244321}">
                <p14:modId xmlns:p14="http://schemas.microsoft.com/office/powerpoint/2010/main" val="3712063403"/>
              </p:ext>
            </p:extLst>
          </p:nvPr>
        </p:nvGraphicFramePr>
        <p:xfrm>
          <a:off x="1691680" y="2852937"/>
          <a:ext cx="6048672" cy="349250"/>
        </p:xfrm>
        <a:graphic>
          <a:graphicData uri="http://schemas.openxmlformats.org/drawingml/2006/table">
            <a:tbl>
              <a:tblPr firstRow="1" bandRow="1">
                <a:noFill/>
              </a:tblPr>
              <a:tblGrid>
                <a:gridCol w="6048672">
                  <a:extLst>
                    <a:ext uri="{9D8B030D-6E8A-4147-A177-3AD203B41FA5}">
                      <a16:colId xmlns:a16="http://schemas.microsoft.com/office/drawing/2014/main" val="20000"/>
                    </a:ext>
                  </a:extLst>
                </a:gridCol>
              </a:tblGrid>
              <a:tr h="349250">
                <a:tc>
                  <a:txBody>
                    <a:bodyPr/>
                    <a:lstStyle/>
                    <a:p>
                      <a:r>
                        <a:rPr lang="en-US" altLang="ko-KR" sz="1400" kern="1200" dirty="0">
                          <a:solidFill>
                            <a:schemeClr val="tx1"/>
                          </a:solidFill>
                          <a:effectLst/>
                          <a:latin typeface="+mn-lt"/>
                          <a:ea typeface="+mn-ea"/>
                          <a:cs typeface="+mn-cs"/>
                        </a:rPr>
                        <a:t>let</a:t>
                      </a:r>
                      <a:r>
                        <a:rPr lang="ko-KR" altLang="en-US" sz="1400" kern="1200" dirty="0">
                          <a:solidFill>
                            <a:schemeClr val="tx1"/>
                          </a:solidFill>
                          <a:effectLst/>
                          <a:latin typeface="+mn-lt"/>
                          <a:ea typeface="+mn-ea"/>
                          <a:cs typeface="+mn-cs"/>
                        </a:rPr>
                        <a:t> </a:t>
                      </a:r>
                      <a:r>
                        <a:rPr lang="en-US" altLang="ko-KR" sz="1400" kern="1200" dirty="0">
                          <a:solidFill>
                            <a:schemeClr val="tx1"/>
                          </a:solidFill>
                          <a:effectLst/>
                          <a:latin typeface="+mn-lt"/>
                          <a:ea typeface="+mn-ea"/>
                          <a:cs typeface="+mn-cs"/>
                        </a:rPr>
                        <a:t>parson = { name : “bob”, age : 15, gender : “man”, country : “USA” };</a:t>
                      </a:r>
                    </a:p>
                  </a:txBody>
                  <a:tcPr marL="68588" marR="68588" marT="34294" marB="34294">
                    <a:solidFill>
                      <a:schemeClr val="lt1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0"/>
                  </a:ext>
                </a:extLst>
              </a:tr>
            </a:tbl>
          </a:graphicData>
        </a:graphic>
      </p:graphicFrame>
      <p:graphicFrame>
        <p:nvGraphicFramePr>
          <p:cNvPr id="7" name="Google Shape;73;p5">
            <a:extLst>
              <a:ext uri="{FF2B5EF4-FFF2-40B4-BE49-F238E27FC236}">
                <a16:creationId xmlns:a16="http://schemas.microsoft.com/office/drawing/2014/main" id="{0089380E-23DC-56D6-C799-49421298518C}"/>
              </a:ext>
            </a:extLst>
          </p:cNvPr>
          <p:cNvGraphicFramePr/>
          <p:nvPr>
            <p:extLst>
              <p:ext uri="{D42A27DB-BD31-4B8C-83A1-F6EECF244321}">
                <p14:modId xmlns:p14="http://schemas.microsoft.com/office/powerpoint/2010/main" val="4108256134"/>
              </p:ext>
            </p:extLst>
          </p:nvPr>
        </p:nvGraphicFramePr>
        <p:xfrm>
          <a:off x="1691680" y="3426260"/>
          <a:ext cx="6048672" cy="922028"/>
        </p:xfrm>
        <a:graphic>
          <a:graphicData uri="http://schemas.openxmlformats.org/drawingml/2006/table">
            <a:tbl>
              <a:tblPr firstRow="1" bandRow="1">
                <a:noFill/>
              </a:tblPr>
              <a:tblGrid>
                <a:gridCol w="6048672">
                  <a:extLst>
                    <a:ext uri="{9D8B030D-6E8A-4147-A177-3AD203B41FA5}">
                      <a16:colId xmlns:a16="http://schemas.microsoft.com/office/drawing/2014/main" val="20000"/>
                    </a:ext>
                  </a:extLst>
                </a:gridCol>
              </a:tblGrid>
              <a:tr h="349250">
                <a:tc>
                  <a:txBody>
                    <a:bodyPr/>
                    <a:lstStyle/>
                    <a:p>
                      <a:r>
                        <a:rPr lang="en-US" altLang="ko-KR" sz="1400" kern="1200" dirty="0">
                          <a:solidFill>
                            <a:schemeClr val="tx1"/>
                          </a:solidFill>
                          <a:effectLst/>
                          <a:latin typeface="+mn-lt"/>
                          <a:ea typeface="+mn-ea"/>
                          <a:cs typeface="+mn-cs"/>
                        </a:rPr>
                        <a:t>document.write(parson.name + “&lt;br&gt;”);</a:t>
                      </a:r>
                    </a:p>
                    <a:p>
                      <a:r>
                        <a:rPr lang="en-US" altLang="ko-KR" sz="1400" kern="1200" dirty="0">
                          <a:solidFill>
                            <a:schemeClr val="tx1"/>
                          </a:solidFill>
                          <a:effectLst/>
                          <a:latin typeface="+mn-lt"/>
                          <a:ea typeface="+mn-ea"/>
                          <a:cs typeface="+mn-cs"/>
                        </a:rPr>
                        <a:t>document.write(</a:t>
                      </a:r>
                      <a:r>
                        <a:rPr lang="en-US" altLang="ko-KR" sz="1400" kern="1200" dirty="0" err="1">
                          <a:solidFill>
                            <a:schemeClr val="tx1"/>
                          </a:solidFill>
                          <a:effectLst/>
                          <a:latin typeface="+mn-lt"/>
                          <a:ea typeface="+mn-ea"/>
                          <a:cs typeface="+mn-cs"/>
                        </a:rPr>
                        <a:t>parson.age</a:t>
                      </a:r>
                      <a:r>
                        <a:rPr lang="en-US" altLang="ko-KR" sz="1400" kern="1200" dirty="0">
                          <a:solidFill>
                            <a:schemeClr val="tx1"/>
                          </a:solidFill>
                          <a:effectLst/>
                          <a:latin typeface="+mn-lt"/>
                          <a:ea typeface="+mn-ea"/>
                          <a:cs typeface="+mn-cs"/>
                        </a:rPr>
                        <a:t> + “&lt;br&gt;”);</a:t>
                      </a:r>
                    </a:p>
                    <a:p>
                      <a:r>
                        <a:rPr lang="en-US" altLang="ko-KR" sz="1400" kern="1200" dirty="0">
                          <a:solidFill>
                            <a:schemeClr val="tx1"/>
                          </a:solidFill>
                          <a:effectLst/>
                          <a:latin typeface="+mn-lt"/>
                          <a:ea typeface="+mn-ea"/>
                          <a:cs typeface="+mn-cs"/>
                        </a:rPr>
                        <a:t>document.write(</a:t>
                      </a:r>
                      <a:r>
                        <a:rPr lang="en-US" altLang="ko-KR" sz="1400" kern="1200" dirty="0" err="1">
                          <a:solidFill>
                            <a:schemeClr val="tx1"/>
                          </a:solidFill>
                          <a:effectLst/>
                          <a:latin typeface="+mn-lt"/>
                          <a:ea typeface="+mn-ea"/>
                          <a:cs typeface="+mn-cs"/>
                        </a:rPr>
                        <a:t>parson.gender</a:t>
                      </a:r>
                      <a:r>
                        <a:rPr lang="en-US" altLang="ko-KR" sz="1400" kern="1200" dirty="0">
                          <a:solidFill>
                            <a:schemeClr val="tx1"/>
                          </a:solidFill>
                          <a:effectLst/>
                          <a:latin typeface="+mn-lt"/>
                          <a:ea typeface="+mn-ea"/>
                          <a:cs typeface="+mn-cs"/>
                        </a:rPr>
                        <a:t> + “&lt;br&gt;”);</a:t>
                      </a:r>
                    </a:p>
                    <a:p>
                      <a:r>
                        <a:rPr lang="en-US" altLang="ko-KR" sz="1400" kern="1200" dirty="0">
                          <a:solidFill>
                            <a:schemeClr val="tx1"/>
                          </a:solidFill>
                          <a:effectLst/>
                          <a:latin typeface="+mn-lt"/>
                          <a:ea typeface="+mn-ea"/>
                          <a:cs typeface="+mn-cs"/>
                        </a:rPr>
                        <a:t>document.write(</a:t>
                      </a:r>
                      <a:r>
                        <a:rPr lang="en-US" altLang="ko-KR" sz="1400" kern="1200" dirty="0" err="1">
                          <a:solidFill>
                            <a:schemeClr val="tx1"/>
                          </a:solidFill>
                          <a:effectLst/>
                          <a:latin typeface="+mn-lt"/>
                          <a:ea typeface="+mn-ea"/>
                          <a:cs typeface="+mn-cs"/>
                        </a:rPr>
                        <a:t>parson.country</a:t>
                      </a:r>
                      <a:r>
                        <a:rPr lang="en-US" altLang="ko-KR" sz="1400" kern="1200" dirty="0">
                          <a:solidFill>
                            <a:schemeClr val="tx1"/>
                          </a:solidFill>
                          <a:effectLst/>
                          <a:latin typeface="+mn-lt"/>
                          <a:ea typeface="+mn-ea"/>
                          <a:cs typeface="+mn-cs"/>
                        </a:rPr>
                        <a:t> + “&lt;br&gt;”);</a:t>
                      </a:r>
                    </a:p>
                  </a:txBody>
                  <a:tcPr marL="68588" marR="68588" marT="34294" marB="34294">
                    <a:solidFill>
                      <a:schemeClr val="lt1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0"/>
                  </a:ext>
                </a:extLst>
              </a:tr>
            </a:tbl>
          </a:graphicData>
        </a:graphic>
      </p:graphicFrame>
      <p:pic>
        <p:nvPicPr>
          <p:cNvPr id="9" name="그림 8">
            <a:extLst>
              <a:ext uri="{FF2B5EF4-FFF2-40B4-BE49-F238E27FC236}">
                <a16:creationId xmlns:a16="http://schemas.microsoft.com/office/drawing/2014/main" id="{97B9990A-FA25-EAE8-546E-C420DAE2AA55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6073477" y="4572361"/>
            <a:ext cx="1666875" cy="1657350"/>
          </a:xfrm>
          <a:prstGeom prst="rect">
            <a:avLst/>
          </a:prstGeom>
          <a:ln>
            <a:solidFill>
              <a:srgbClr val="000000"/>
            </a:solidFill>
          </a:ln>
        </p:spPr>
      </p:pic>
    </p:spTree>
    <p:extLst>
      <p:ext uri="{BB962C8B-B14F-4D97-AF65-F5344CB8AC3E}">
        <p14:creationId xmlns:p14="http://schemas.microsoft.com/office/powerpoint/2010/main" val="1114238871"/>
      </p:ext>
    </p:extLst>
  </p:cSld>
  <p:clrMapOvr>
    <a:masterClrMapping/>
  </p:clrMapOvr>
</p:sld>
</file>

<file path=ppt/slides/slide1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Shape 9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내용 개체 틀 2">
            <a:extLst>
              <a:ext uri="{FF2B5EF4-FFF2-40B4-BE49-F238E27FC236}">
                <a16:creationId xmlns:a16="http://schemas.microsoft.com/office/drawing/2014/main" id="{07B45E4D-C2CD-88A0-A786-9D38338E991C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>
            <a:normAutofit/>
          </a:bodyPr>
          <a:lstStyle/>
          <a:p>
            <a:r>
              <a:rPr lang="ko-KR" altLang="en-US" sz="1400" b="1" dirty="0"/>
              <a:t>조건문</a:t>
            </a:r>
          </a:p>
          <a:p>
            <a:pPr lvl="1"/>
            <a:r>
              <a:rPr lang="ko-KR" altLang="en-US" sz="1400" dirty="0"/>
              <a:t>조건문은 주어진 조건에 따라 서로 다른 코드를 실행하는데 사용된다</a:t>
            </a:r>
            <a:r>
              <a:rPr lang="en-US" altLang="ko-KR" sz="1400" dirty="0"/>
              <a:t>.</a:t>
            </a:r>
          </a:p>
          <a:p>
            <a:pPr lvl="1"/>
            <a:r>
              <a:rPr lang="en-US" altLang="ko-KR" sz="1400" b="1" dirty="0"/>
              <a:t>if/else </a:t>
            </a:r>
            <a:r>
              <a:rPr lang="ko-KR" altLang="en-US" sz="1400" dirty="0"/>
              <a:t>문은 가장 기본이 되는 조건문</a:t>
            </a:r>
          </a:p>
          <a:p>
            <a:endParaRPr lang="ko-KR" altLang="en-US" sz="1400" dirty="0"/>
          </a:p>
          <a:p>
            <a:endParaRPr lang="ko-KR" altLang="en-US" sz="1400" dirty="0"/>
          </a:p>
          <a:p>
            <a:endParaRPr lang="ko-KR" altLang="en-US" sz="1400" dirty="0"/>
          </a:p>
          <a:p>
            <a:endParaRPr lang="ko-KR" altLang="en-US" sz="1400" dirty="0"/>
          </a:p>
          <a:p>
            <a:endParaRPr lang="ko-KR" altLang="en-US" sz="1400" dirty="0"/>
          </a:p>
          <a:p>
            <a:endParaRPr lang="en-US" altLang="ko-KR" sz="1400" dirty="0"/>
          </a:p>
          <a:p>
            <a:endParaRPr lang="en-US" altLang="ko-KR" sz="1400" dirty="0"/>
          </a:p>
          <a:p>
            <a:r>
              <a:rPr lang="ko-KR" altLang="en-US" sz="1400" b="1" dirty="0"/>
              <a:t>삼항 연산자</a:t>
            </a:r>
          </a:p>
          <a:p>
            <a:pPr lvl="1"/>
            <a:r>
              <a:rPr lang="ko-KR" altLang="en-US" sz="1200" dirty="0"/>
              <a:t>간단한 조건문 표현</a:t>
            </a:r>
          </a:p>
          <a:p>
            <a:endParaRPr lang="ko-KR" altLang="en-US" dirty="0"/>
          </a:p>
        </p:txBody>
      </p:sp>
      <p:sp>
        <p:nvSpPr>
          <p:cNvPr id="99" name="Google Shape;99;p8"/>
          <p:cNvSpPr txBox="1">
            <a:spLocks noGrp="1"/>
          </p:cNvSpPr>
          <p:nvPr>
            <p:ph type="title"/>
          </p:nvPr>
        </p:nvSpPr>
        <p:spPr>
          <a:prstGeom prst="rect">
            <a:avLst/>
          </a:prstGeom>
          <a:noFill/>
          <a:ln>
            <a:noFill/>
          </a:ln>
        </p:spPr>
        <p:txBody>
          <a:bodyPr spcFirstLastPara="1" vert="horz" wrap="square" lIns="68569" tIns="34275" rIns="68569" bIns="34275" numCol="1" anchor="t" anchorCtr="0" compatLnSpc="1">
            <a:prstTxWarp prst="textNoShape">
              <a:avLst/>
            </a:prstTxWarp>
            <a:noAutofit/>
          </a:bodyPr>
          <a:lstStyle/>
          <a:p>
            <a:pPr>
              <a:spcBef>
                <a:spcPts val="0"/>
              </a:spcBef>
              <a:spcAft>
                <a:spcPts val="0"/>
              </a:spcAft>
            </a:pPr>
            <a:r>
              <a:rPr lang="ko-KR" altLang="en-US" dirty="0"/>
              <a:t>자바스크립트에서 </a:t>
            </a:r>
            <a:r>
              <a:rPr lang="en-US" dirty="0"/>
              <a:t>제어문 </a:t>
            </a:r>
            <a:r>
              <a:rPr lang="ko-KR" altLang="en-US" dirty="0"/>
              <a:t>사용하기</a:t>
            </a:r>
            <a:r>
              <a:rPr lang="en-US" altLang="ko-KR" dirty="0"/>
              <a:t>(1)</a:t>
            </a:r>
            <a:br>
              <a:rPr lang="en-US" dirty="0"/>
            </a:br>
            <a:r>
              <a:rPr lang="en-US" dirty="0"/>
              <a:t>				조건문 – if-else/</a:t>
            </a:r>
            <a:r>
              <a:rPr lang="ko-KR" altLang="en-US" dirty="0"/>
              <a:t>삼항 연산자</a:t>
            </a:r>
            <a:endParaRPr dirty="0"/>
          </a:p>
        </p:txBody>
      </p:sp>
      <p:sp>
        <p:nvSpPr>
          <p:cNvPr id="102" name="Google Shape;102;p8"/>
          <p:cNvSpPr txBox="1">
            <a:spLocks noGrp="1"/>
          </p:cNvSpPr>
          <p:nvPr>
            <p:ph type="ftr" sz="quarter" idx="11"/>
          </p:nvPr>
        </p:nvSpPr>
        <p:spPr>
          <a:prstGeom prst="rect">
            <a:avLst/>
          </a:prstGeom>
          <a:noFill/>
          <a:ln>
            <a:noFill/>
          </a:ln>
        </p:spPr>
        <p:txBody>
          <a:bodyPr spcFirstLastPara="1" vert="horz" wrap="square" lIns="68569" tIns="34275" rIns="68569" bIns="34275" numCol="1" anchor="b" anchorCtr="0" compatLnSpc="1">
            <a:prstTxWarp prst="textNoShape">
              <a:avLst/>
            </a:prstTxWarp>
            <a:noAutofit/>
          </a:bodyPr>
          <a:lstStyle/>
          <a:p>
            <a:pPr>
              <a:spcBef>
                <a:spcPts val="0"/>
              </a:spcBef>
            </a:pPr>
            <a:endParaRPr/>
          </a:p>
        </p:txBody>
      </p:sp>
      <p:sp>
        <p:nvSpPr>
          <p:cNvPr id="101" name="Google Shape;101;p8"/>
          <p:cNvSpPr txBox="1">
            <a:spLocks noGrp="1"/>
          </p:cNvSpPr>
          <p:nvPr>
            <p:ph type="sldNum" idx="4294967295"/>
          </p:nvPr>
        </p:nvSpPr>
        <p:spPr>
          <a:xfrm>
            <a:off x="6604000" y="6419850"/>
            <a:ext cx="2540000" cy="3048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t" anchorCtr="0">
            <a:noAutofit/>
          </a:bodyPr>
          <a:lstStyle>
            <a:defPPr marR="0" lvl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defPPr>
            <a:lvl1pPr marL="0" marR="0" lvl="0" indent="0" algn="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Font typeface="Arial"/>
              <a:buNone/>
              <a:defRPr sz="1300" b="0" i="0" u="none" strike="noStrike" cap="none">
                <a:solidFill>
                  <a:schemeClr val="dk2"/>
                </a:solidFill>
                <a:latin typeface="Tahoma"/>
                <a:ea typeface="Tahoma"/>
                <a:cs typeface="Tahoma"/>
                <a:sym typeface="Tahoma"/>
              </a:defRPr>
            </a:lvl1pPr>
            <a:lvl2pPr marL="0" marR="0" lvl="1" indent="0" algn="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Font typeface="Arial"/>
              <a:buNone/>
              <a:defRPr sz="1300" b="0" i="0" u="none" strike="noStrike" cap="none">
                <a:solidFill>
                  <a:schemeClr val="dk2"/>
                </a:solidFill>
                <a:latin typeface="Tahoma"/>
                <a:ea typeface="Tahoma"/>
                <a:cs typeface="Tahoma"/>
                <a:sym typeface="Tahoma"/>
              </a:defRPr>
            </a:lvl2pPr>
            <a:lvl3pPr marL="0" marR="0" lvl="2" indent="0" algn="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Font typeface="Arial"/>
              <a:buNone/>
              <a:defRPr sz="1300" b="0" i="0" u="none" strike="noStrike" cap="none">
                <a:solidFill>
                  <a:schemeClr val="dk2"/>
                </a:solidFill>
                <a:latin typeface="Tahoma"/>
                <a:ea typeface="Tahoma"/>
                <a:cs typeface="Tahoma"/>
                <a:sym typeface="Tahoma"/>
              </a:defRPr>
            </a:lvl3pPr>
            <a:lvl4pPr marL="0" marR="0" lvl="3" indent="0" algn="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Font typeface="Arial"/>
              <a:buNone/>
              <a:defRPr sz="1300" b="0" i="0" u="none" strike="noStrike" cap="none">
                <a:solidFill>
                  <a:schemeClr val="dk2"/>
                </a:solidFill>
                <a:latin typeface="Tahoma"/>
                <a:ea typeface="Tahoma"/>
                <a:cs typeface="Tahoma"/>
                <a:sym typeface="Tahoma"/>
              </a:defRPr>
            </a:lvl4pPr>
            <a:lvl5pPr marL="0" marR="0" lvl="4" indent="0" algn="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Font typeface="Arial"/>
              <a:buNone/>
              <a:defRPr sz="1300" b="0" i="0" u="none" strike="noStrike" cap="none">
                <a:solidFill>
                  <a:schemeClr val="dk2"/>
                </a:solidFill>
                <a:latin typeface="Tahoma"/>
                <a:ea typeface="Tahoma"/>
                <a:cs typeface="Tahoma"/>
                <a:sym typeface="Tahoma"/>
              </a:defRPr>
            </a:lvl5pPr>
            <a:lvl6pPr marL="0" marR="0" lvl="5" indent="0" algn="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Font typeface="Arial"/>
              <a:buNone/>
              <a:defRPr sz="1300" b="0" i="0" u="none" strike="noStrike" cap="none">
                <a:solidFill>
                  <a:schemeClr val="dk2"/>
                </a:solidFill>
                <a:latin typeface="Tahoma"/>
                <a:ea typeface="Tahoma"/>
                <a:cs typeface="Tahoma"/>
                <a:sym typeface="Tahoma"/>
              </a:defRPr>
            </a:lvl6pPr>
            <a:lvl7pPr marL="0" marR="0" lvl="6" indent="0" algn="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Font typeface="Arial"/>
              <a:buNone/>
              <a:defRPr sz="1300" b="0" i="0" u="none" strike="noStrike" cap="none">
                <a:solidFill>
                  <a:schemeClr val="dk2"/>
                </a:solidFill>
                <a:latin typeface="Tahoma"/>
                <a:ea typeface="Tahoma"/>
                <a:cs typeface="Tahoma"/>
                <a:sym typeface="Tahoma"/>
              </a:defRPr>
            </a:lvl7pPr>
            <a:lvl8pPr marL="0" marR="0" lvl="7" indent="0" algn="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Font typeface="Arial"/>
              <a:buNone/>
              <a:defRPr sz="1300" b="0" i="0" u="none" strike="noStrike" cap="none">
                <a:solidFill>
                  <a:schemeClr val="dk2"/>
                </a:solidFill>
                <a:latin typeface="Tahoma"/>
                <a:ea typeface="Tahoma"/>
                <a:cs typeface="Tahoma"/>
                <a:sym typeface="Tahoma"/>
              </a:defRPr>
            </a:lvl8pPr>
            <a:lvl9pPr marL="0" marR="0" lvl="8" indent="0" algn="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Font typeface="Arial"/>
              <a:buNone/>
              <a:defRPr sz="1300" b="0" i="0" u="none" strike="noStrike" cap="none">
                <a:solidFill>
                  <a:schemeClr val="dk2"/>
                </a:solidFill>
                <a:latin typeface="Tahoma"/>
                <a:ea typeface="Tahoma"/>
                <a:cs typeface="Tahoma"/>
                <a:sym typeface="Tahoma"/>
              </a:defRPr>
            </a:lvl9pPr>
          </a:lstStyle>
          <a:p>
            <a:pPr algn="r"/>
            <a:fld id="{00000000-1234-1234-1234-123412341234}" type="slidenum">
              <a:rPr lang="en-US" smtClean="0"/>
              <a:pPr algn="r"/>
              <a:t>14</a:t>
            </a:fld>
            <a:endParaRPr/>
          </a:p>
        </p:txBody>
      </p:sp>
      <p:graphicFrame>
        <p:nvGraphicFramePr>
          <p:cNvPr id="103" name="Google Shape;103;p8"/>
          <p:cNvGraphicFramePr/>
          <p:nvPr>
            <p:extLst>
              <p:ext uri="{D42A27DB-BD31-4B8C-83A1-F6EECF244321}">
                <p14:modId xmlns:p14="http://schemas.microsoft.com/office/powerpoint/2010/main" val="12154723"/>
              </p:ext>
            </p:extLst>
          </p:nvPr>
        </p:nvGraphicFramePr>
        <p:xfrm>
          <a:off x="1259632" y="2117957"/>
          <a:ext cx="3743531" cy="1775468"/>
        </p:xfrm>
        <a:graphic>
          <a:graphicData uri="http://schemas.openxmlformats.org/drawingml/2006/table">
            <a:tbl>
              <a:tblPr firstRow="1" bandRow="1">
                <a:noFill/>
              </a:tblPr>
              <a:tblGrid>
                <a:gridCol w="3743531">
                  <a:extLst>
                    <a:ext uri="{9D8B030D-6E8A-4147-A177-3AD203B41FA5}">
                      <a16:colId xmlns:a16="http://schemas.microsoft.com/office/drawing/2014/main" val="20000"/>
                    </a:ext>
                  </a:extLst>
                </a:gridCol>
              </a:tblGrid>
              <a:tr h="1257308">
                <a:tc>
                  <a:txBody>
                    <a:bodyPr/>
                    <a:lstStyle/>
                    <a:p>
                      <a:pPr marL="0" marR="0" lvl="0" indent="0" algn="l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1400" b="1" u="none" strike="noStrike" cap="none" dirty="0"/>
                        <a:t>if</a:t>
                      </a:r>
                      <a:r>
                        <a:rPr lang="en-US" sz="1400" b="0" u="none" strike="noStrike" cap="none" dirty="0"/>
                        <a:t> (a &gt; b) </a:t>
                      </a:r>
                      <a:endParaRPr sz="1400" dirty="0"/>
                    </a:p>
                    <a:p>
                      <a:pPr marL="0" marR="0" lvl="0" indent="0" algn="l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1400" b="0" u="none" strike="noStrike" cap="none" dirty="0"/>
                        <a:t>{    </a:t>
                      </a:r>
                      <a:endParaRPr sz="1400" dirty="0"/>
                    </a:p>
                    <a:p>
                      <a:pPr marL="0" marR="0" lvl="0" indent="0" algn="l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1400" b="0" u="none" strike="noStrike" cap="none" dirty="0"/>
                        <a:t>    console.log("a가 b보다 큽니다.");</a:t>
                      </a:r>
                      <a:endParaRPr sz="1400" dirty="0"/>
                    </a:p>
                    <a:p>
                      <a:pPr marL="0" marR="0" lvl="0" indent="0" algn="l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1400" b="0" u="none" strike="noStrike" cap="none" dirty="0"/>
                        <a:t>} </a:t>
                      </a:r>
                      <a:r>
                        <a:rPr lang="en-US" sz="1400" b="1" u="none" strike="noStrike" cap="none" dirty="0"/>
                        <a:t>else if </a:t>
                      </a:r>
                      <a:r>
                        <a:rPr lang="en-US" sz="1400" b="0" u="none" strike="noStrike" cap="none" dirty="0"/>
                        <a:t>(a === b) {    </a:t>
                      </a:r>
                      <a:endParaRPr sz="1400" dirty="0"/>
                    </a:p>
                    <a:p>
                      <a:pPr marL="0" marR="0" lvl="0" indent="0" algn="l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1400" b="0" u="none" strike="noStrike" cap="none" dirty="0"/>
                        <a:t>    console.log("a와 b가 같습니다.");</a:t>
                      </a:r>
                      <a:endParaRPr sz="1400" dirty="0"/>
                    </a:p>
                    <a:p>
                      <a:pPr marL="0" marR="0" lvl="0" indent="0" algn="l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1400" b="0" u="none" strike="noStrike" cap="none" dirty="0"/>
                        <a:t>} </a:t>
                      </a:r>
                      <a:r>
                        <a:rPr lang="en-US" sz="1400" b="1" u="none" strike="noStrike" cap="none" dirty="0"/>
                        <a:t>else</a:t>
                      </a:r>
                      <a:r>
                        <a:rPr lang="en-US" sz="1400" b="0" u="none" strike="noStrike" cap="none" dirty="0"/>
                        <a:t> {    </a:t>
                      </a:r>
                      <a:endParaRPr sz="1400" dirty="0"/>
                    </a:p>
                    <a:p>
                      <a:pPr marL="0" marR="0" lvl="0" indent="0" algn="l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1400" b="0" u="none" strike="noStrike" cap="none" dirty="0"/>
                        <a:t>    console.log("a가 b보다 작습니다.");</a:t>
                      </a:r>
                      <a:endParaRPr sz="1400" dirty="0"/>
                    </a:p>
                    <a:p>
                      <a:pPr marL="0" marR="0" lvl="0" indent="0" algn="l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1400" b="0" u="none" strike="noStrike" cap="none" dirty="0"/>
                        <a:t>}</a:t>
                      </a:r>
                      <a:endParaRPr sz="1400" b="0" u="none" strike="noStrike" cap="none" dirty="0"/>
                    </a:p>
                  </a:txBody>
                  <a:tcPr marL="68588" marR="68588" marT="34294" marB="34294"/>
                </a:tc>
                <a:extLst>
                  <a:ext uri="{0D108BD9-81ED-4DB2-BD59-A6C34878D82A}">
                    <a16:rowId xmlns:a16="http://schemas.microsoft.com/office/drawing/2014/main" val="10000"/>
                  </a:ext>
                </a:extLst>
              </a:tr>
            </a:tbl>
          </a:graphicData>
        </a:graphic>
      </p:graphicFrame>
      <p:graphicFrame>
        <p:nvGraphicFramePr>
          <p:cNvPr id="104" name="Google Shape;104;p8"/>
          <p:cNvGraphicFramePr/>
          <p:nvPr>
            <p:extLst>
              <p:ext uri="{D42A27DB-BD31-4B8C-83A1-F6EECF244321}">
                <p14:modId xmlns:p14="http://schemas.microsoft.com/office/powerpoint/2010/main" val="110900826"/>
              </p:ext>
            </p:extLst>
          </p:nvPr>
        </p:nvGraphicFramePr>
        <p:xfrm>
          <a:off x="1259632" y="4806544"/>
          <a:ext cx="5584771" cy="495308"/>
        </p:xfrm>
        <a:graphic>
          <a:graphicData uri="http://schemas.openxmlformats.org/drawingml/2006/table">
            <a:tbl>
              <a:tblPr firstRow="1" bandRow="1">
                <a:noFill/>
              </a:tblPr>
              <a:tblGrid>
                <a:gridCol w="5584771">
                  <a:extLst>
                    <a:ext uri="{9D8B030D-6E8A-4147-A177-3AD203B41FA5}">
                      <a16:colId xmlns:a16="http://schemas.microsoft.com/office/drawing/2014/main" val="20000"/>
                    </a:ext>
                  </a:extLst>
                </a:gridCol>
              </a:tblGrid>
              <a:tr h="276882">
                <a:tc>
                  <a:txBody>
                    <a:bodyPr/>
                    <a:lstStyle/>
                    <a:p>
                      <a:pPr marL="0" marR="0" lvl="0" indent="0" algn="l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1400" b="1" u="none" strike="noStrike" cap="none" dirty="0"/>
                        <a:t>const</a:t>
                      </a:r>
                      <a:r>
                        <a:rPr lang="en-US" sz="1400" b="0" u="none" strike="noStrike" cap="none" dirty="0"/>
                        <a:t> result = a &gt; b ? "a가 더 큽니다." : "b가 더 크거나 같습니다.";</a:t>
                      </a:r>
                      <a:endParaRPr sz="1400" dirty="0"/>
                    </a:p>
                    <a:p>
                      <a:pPr marL="0" marR="0" lvl="0" indent="0" algn="l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1400" b="0" u="none" strike="noStrike" cap="none" dirty="0"/>
                        <a:t>console.log(result);</a:t>
                      </a:r>
                      <a:endParaRPr sz="1400" b="0" u="none" strike="noStrike" cap="none" dirty="0"/>
                    </a:p>
                  </a:txBody>
                  <a:tcPr marL="68588" marR="68588" marT="34294" marB="34294"/>
                </a:tc>
                <a:extLst>
                  <a:ext uri="{0D108BD9-81ED-4DB2-BD59-A6C34878D82A}">
                    <a16:rowId xmlns:a16="http://schemas.microsoft.com/office/drawing/2014/main" val="10000"/>
                  </a:ext>
                </a:extLst>
              </a:tr>
            </a:tbl>
          </a:graphicData>
        </a:graphic>
      </p:graphicFrame>
    </p:spTree>
  </p:cSld>
  <p:clrMapOvr>
    <a:masterClrMapping/>
  </p:clrMapOvr>
</p:sld>
</file>

<file path=ppt/slides/slide1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Shape 10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9" name="Google Shape;109;p9"/>
          <p:cNvSpPr txBox="1">
            <a:spLocks noGrp="1"/>
          </p:cNvSpPr>
          <p:nvPr>
            <p:ph type="title"/>
          </p:nvPr>
        </p:nvSpPr>
        <p:spPr>
          <a:prstGeom prst="rect">
            <a:avLst/>
          </a:prstGeom>
          <a:noFill/>
          <a:ln>
            <a:noFill/>
          </a:ln>
        </p:spPr>
        <p:txBody>
          <a:bodyPr spcFirstLastPara="1" vert="horz" wrap="square" lIns="68569" tIns="34275" rIns="68569" bIns="34275" numCol="1" anchor="t" anchorCtr="0" compatLnSpc="1">
            <a:prstTxWarp prst="textNoShape">
              <a:avLst/>
            </a:prstTxWarp>
            <a:noAutofit/>
          </a:bodyPr>
          <a:lstStyle/>
          <a:p>
            <a:pPr>
              <a:spcBef>
                <a:spcPts val="0"/>
              </a:spcBef>
              <a:spcAft>
                <a:spcPts val="0"/>
              </a:spcAft>
            </a:pPr>
            <a:r>
              <a:rPr lang="ko-KR" altLang="en-US" dirty="0"/>
              <a:t>자바스크립트에서 </a:t>
            </a:r>
            <a:r>
              <a:rPr lang="en-US" altLang="ko-KR" dirty="0"/>
              <a:t>제어문 </a:t>
            </a:r>
            <a:r>
              <a:rPr lang="ko-KR" altLang="en-US" dirty="0"/>
              <a:t>사용하기</a:t>
            </a:r>
            <a:r>
              <a:rPr lang="en-US" altLang="ko-KR" dirty="0"/>
              <a:t>(2)</a:t>
            </a:r>
            <a:br>
              <a:rPr lang="en-US" altLang="ko-KR" dirty="0"/>
            </a:br>
            <a:r>
              <a:rPr lang="en-US" altLang="ko-KR" dirty="0"/>
              <a:t>					</a:t>
            </a:r>
            <a:r>
              <a:rPr lang="en-US" dirty="0"/>
              <a:t>조건문(switch)</a:t>
            </a:r>
            <a:endParaRPr dirty="0"/>
          </a:p>
        </p:txBody>
      </p:sp>
      <p:sp>
        <p:nvSpPr>
          <p:cNvPr id="112" name="Google Shape;112;p9"/>
          <p:cNvSpPr txBox="1">
            <a:spLocks noGrp="1"/>
          </p:cNvSpPr>
          <p:nvPr>
            <p:ph type="ftr" sz="quarter" idx="11"/>
          </p:nvPr>
        </p:nvSpPr>
        <p:spPr>
          <a:prstGeom prst="rect">
            <a:avLst/>
          </a:prstGeom>
          <a:noFill/>
          <a:ln>
            <a:noFill/>
          </a:ln>
        </p:spPr>
        <p:txBody>
          <a:bodyPr spcFirstLastPara="1" vert="horz" wrap="square" lIns="68569" tIns="34275" rIns="68569" bIns="34275" numCol="1" anchor="b" anchorCtr="0" compatLnSpc="1">
            <a:prstTxWarp prst="textNoShape">
              <a:avLst/>
            </a:prstTxWarp>
            <a:noAutofit/>
          </a:bodyPr>
          <a:lstStyle/>
          <a:p>
            <a:pPr>
              <a:spcBef>
                <a:spcPts val="0"/>
              </a:spcBef>
            </a:pPr>
            <a:endParaRPr/>
          </a:p>
        </p:txBody>
      </p:sp>
      <p:sp>
        <p:nvSpPr>
          <p:cNvPr id="111" name="Google Shape;111;p9"/>
          <p:cNvSpPr txBox="1">
            <a:spLocks noGrp="1"/>
          </p:cNvSpPr>
          <p:nvPr>
            <p:ph type="sldNum" idx="4294967295"/>
          </p:nvPr>
        </p:nvSpPr>
        <p:spPr>
          <a:xfrm>
            <a:off x="6604000" y="6419850"/>
            <a:ext cx="2540000" cy="3048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t" anchorCtr="0">
            <a:noAutofit/>
          </a:bodyPr>
          <a:lstStyle>
            <a:defPPr marR="0" lvl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defPPr>
            <a:lvl1pPr marL="0" marR="0" lvl="0" indent="0" algn="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Font typeface="Arial"/>
              <a:buNone/>
              <a:defRPr sz="1300" b="0" i="0" u="none" strike="noStrike" cap="none">
                <a:solidFill>
                  <a:schemeClr val="dk2"/>
                </a:solidFill>
                <a:latin typeface="Tahoma"/>
                <a:ea typeface="Tahoma"/>
                <a:cs typeface="Tahoma"/>
                <a:sym typeface="Tahoma"/>
              </a:defRPr>
            </a:lvl1pPr>
            <a:lvl2pPr marL="0" marR="0" lvl="1" indent="0" algn="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Font typeface="Arial"/>
              <a:buNone/>
              <a:defRPr sz="1300" b="0" i="0" u="none" strike="noStrike" cap="none">
                <a:solidFill>
                  <a:schemeClr val="dk2"/>
                </a:solidFill>
                <a:latin typeface="Tahoma"/>
                <a:ea typeface="Tahoma"/>
                <a:cs typeface="Tahoma"/>
                <a:sym typeface="Tahoma"/>
              </a:defRPr>
            </a:lvl2pPr>
            <a:lvl3pPr marL="0" marR="0" lvl="2" indent="0" algn="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Font typeface="Arial"/>
              <a:buNone/>
              <a:defRPr sz="1300" b="0" i="0" u="none" strike="noStrike" cap="none">
                <a:solidFill>
                  <a:schemeClr val="dk2"/>
                </a:solidFill>
                <a:latin typeface="Tahoma"/>
                <a:ea typeface="Tahoma"/>
                <a:cs typeface="Tahoma"/>
                <a:sym typeface="Tahoma"/>
              </a:defRPr>
            </a:lvl3pPr>
            <a:lvl4pPr marL="0" marR="0" lvl="3" indent="0" algn="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Font typeface="Arial"/>
              <a:buNone/>
              <a:defRPr sz="1300" b="0" i="0" u="none" strike="noStrike" cap="none">
                <a:solidFill>
                  <a:schemeClr val="dk2"/>
                </a:solidFill>
                <a:latin typeface="Tahoma"/>
                <a:ea typeface="Tahoma"/>
                <a:cs typeface="Tahoma"/>
                <a:sym typeface="Tahoma"/>
              </a:defRPr>
            </a:lvl4pPr>
            <a:lvl5pPr marL="0" marR="0" lvl="4" indent="0" algn="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Font typeface="Arial"/>
              <a:buNone/>
              <a:defRPr sz="1300" b="0" i="0" u="none" strike="noStrike" cap="none">
                <a:solidFill>
                  <a:schemeClr val="dk2"/>
                </a:solidFill>
                <a:latin typeface="Tahoma"/>
                <a:ea typeface="Tahoma"/>
                <a:cs typeface="Tahoma"/>
                <a:sym typeface="Tahoma"/>
              </a:defRPr>
            </a:lvl5pPr>
            <a:lvl6pPr marL="0" marR="0" lvl="5" indent="0" algn="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Font typeface="Arial"/>
              <a:buNone/>
              <a:defRPr sz="1300" b="0" i="0" u="none" strike="noStrike" cap="none">
                <a:solidFill>
                  <a:schemeClr val="dk2"/>
                </a:solidFill>
                <a:latin typeface="Tahoma"/>
                <a:ea typeface="Tahoma"/>
                <a:cs typeface="Tahoma"/>
                <a:sym typeface="Tahoma"/>
              </a:defRPr>
            </a:lvl6pPr>
            <a:lvl7pPr marL="0" marR="0" lvl="6" indent="0" algn="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Font typeface="Arial"/>
              <a:buNone/>
              <a:defRPr sz="1300" b="0" i="0" u="none" strike="noStrike" cap="none">
                <a:solidFill>
                  <a:schemeClr val="dk2"/>
                </a:solidFill>
                <a:latin typeface="Tahoma"/>
                <a:ea typeface="Tahoma"/>
                <a:cs typeface="Tahoma"/>
                <a:sym typeface="Tahoma"/>
              </a:defRPr>
            </a:lvl7pPr>
            <a:lvl8pPr marL="0" marR="0" lvl="7" indent="0" algn="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Font typeface="Arial"/>
              <a:buNone/>
              <a:defRPr sz="1300" b="0" i="0" u="none" strike="noStrike" cap="none">
                <a:solidFill>
                  <a:schemeClr val="dk2"/>
                </a:solidFill>
                <a:latin typeface="Tahoma"/>
                <a:ea typeface="Tahoma"/>
                <a:cs typeface="Tahoma"/>
                <a:sym typeface="Tahoma"/>
              </a:defRPr>
            </a:lvl8pPr>
            <a:lvl9pPr marL="0" marR="0" lvl="8" indent="0" algn="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Font typeface="Arial"/>
              <a:buNone/>
              <a:defRPr sz="1300" b="0" i="0" u="none" strike="noStrike" cap="none">
                <a:solidFill>
                  <a:schemeClr val="dk2"/>
                </a:solidFill>
                <a:latin typeface="Tahoma"/>
                <a:ea typeface="Tahoma"/>
                <a:cs typeface="Tahoma"/>
                <a:sym typeface="Tahoma"/>
              </a:defRPr>
            </a:lvl9pPr>
          </a:lstStyle>
          <a:p>
            <a:pPr algn="r"/>
            <a:fld id="{00000000-1234-1234-1234-123412341234}" type="slidenum">
              <a:rPr lang="en-US" smtClean="0"/>
              <a:pPr algn="r"/>
              <a:t>15</a:t>
            </a:fld>
            <a:endParaRPr/>
          </a:p>
        </p:txBody>
      </p:sp>
      <p:graphicFrame>
        <p:nvGraphicFramePr>
          <p:cNvPr id="113" name="Google Shape;113;p9"/>
          <p:cNvGraphicFramePr/>
          <p:nvPr/>
        </p:nvGraphicFramePr>
        <p:xfrm>
          <a:off x="1071664" y="2257898"/>
          <a:ext cx="6096000" cy="2202188"/>
        </p:xfrm>
        <a:graphic>
          <a:graphicData uri="http://schemas.openxmlformats.org/drawingml/2006/table">
            <a:tbl>
              <a:tblPr firstRow="1" bandRow="1">
                <a:noFill/>
              </a:tblPr>
              <a:tblGrid>
                <a:gridCol w="6096000">
                  <a:extLst>
                    <a:ext uri="{9D8B030D-6E8A-4147-A177-3AD203B41FA5}">
                      <a16:colId xmlns:a16="http://schemas.microsoft.com/office/drawing/2014/main" val="20000"/>
                    </a:ext>
                  </a:extLst>
                </a:gridCol>
              </a:tblGrid>
              <a:tr h="2125988">
                <a:tc>
                  <a:txBody>
                    <a:bodyPr/>
                    <a:lstStyle/>
                    <a:p>
                      <a:pPr marL="0" marR="0" lvl="0" indent="0" algn="l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1400" b="1" u="none" strike="noStrike" cap="none"/>
                        <a:t>switch</a:t>
                      </a:r>
                      <a:r>
                        <a:rPr lang="en-US" sz="1400" b="0" u="none" strike="noStrike" cap="none"/>
                        <a:t> (day) {    </a:t>
                      </a:r>
                      <a:endParaRPr sz="1400"/>
                    </a:p>
                    <a:p>
                      <a:pPr marL="0" marR="0" lvl="0" indent="0" algn="l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1400" b="0" u="none" strike="noStrike" cap="none"/>
                        <a:t>      </a:t>
                      </a:r>
                      <a:r>
                        <a:rPr lang="en-US" sz="1400" b="1" u="none" strike="noStrike" cap="none"/>
                        <a:t>case</a:t>
                      </a:r>
                      <a:r>
                        <a:rPr lang="en-US" sz="1400" b="0" u="none" strike="noStrike" cap="none"/>
                        <a:t> 1:        </a:t>
                      </a:r>
                      <a:endParaRPr sz="1400"/>
                    </a:p>
                    <a:p>
                      <a:pPr marL="0" marR="0" lvl="0" indent="0" algn="l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1400" b="0" u="none" strike="noStrike" cap="none"/>
                        <a:t>          console.log("월요일");        </a:t>
                      </a:r>
                      <a:endParaRPr sz="1400"/>
                    </a:p>
                    <a:p>
                      <a:pPr marL="0" marR="0" lvl="0" indent="0" algn="l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1400" b="0" u="none" strike="noStrike" cap="none"/>
                        <a:t>          break;    </a:t>
                      </a:r>
                      <a:endParaRPr sz="1400"/>
                    </a:p>
                    <a:p>
                      <a:pPr marL="0" marR="0" lvl="0" indent="0" algn="l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1400" b="0" u="none" strike="noStrike" cap="none"/>
                        <a:t>      </a:t>
                      </a:r>
                      <a:r>
                        <a:rPr lang="en-US" sz="1400" b="1" u="none" strike="noStrike" cap="none"/>
                        <a:t>case</a:t>
                      </a:r>
                      <a:r>
                        <a:rPr lang="en-US" sz="1400" b="0" u="none" strike="noStrike" cap="none"/>
                        <a:t> 2:        </a:t>
                      </a:r>
                      <a:endParaRPr sz="1400"/>
                    </a:p>
                    <a:p>
                      <a:pPr marL="0" marR="0" lvl="0" indent="0" algn="l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1400" b="0" u="none" strike="noStrike" cap="none"/>
                        <a:t>          console.log("화요일");        </a:t>
                      </a:r>
                      <a:endParaRPr sz="1400"/>
                    </a:p>
                    <a:p>
                      <a:pPr marL="0" marR="0" lvl="0" indent="0" algn="l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1400" b="0" u="none" strike="noStrike" cap="none"/>
                        <a:t>          break;    </a:t>
                      </a:r>
                      <a:endParaRPr sz="1400"/>
                    </a:p>
                    <a:p>
                      <a:pPr marL="0" marR="0" lvl="0" indent="0" algn="l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1400" b="0" u="none" strike="noStrike" cap="none"/>
                        <a:t>      </a:t>
                      </a:r>
                      <a:r>
                        <a:rPr lang="en-US" sz="1400" b="1" u="none" strike="noStrike" cap="none"/>
                        <a:t>default</a:t>
                      </a:r>
                      <a:r>
                        <a:rPr lang="en-US" sz="1400" b="0" u="none" strike="noStrike" cap="none"/>
                        <a:t>:        </a:t>
                      </a:r>
                      <a:endParaRPr sz="1400"/>
                    </a:p>
                    <a:p>
                      <a:pPr marL="0" marR="0" lvl="0" indent="0" algn="l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1400" b="0" u="none" strike="noStrike" cap="none"/>
                        <a:t>          console.log("주말 또는 잘못된 입력");</a:t>
                      </a:r>
                      <a:endParaRPr sz="1400"/>
                    </a:p>
                    <a:p>
                      <a:pPr marL="0" marR="0" lvl="0" indent="0" algn="l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1400" b="0" u="none" strike="noStrike" cap="none"/>
                        <a:t>}</a:t>
                      </a:r>
                      <a:endParaRPr sz="1400" b="0" u="none" strike="noStrike" cap="none"/>
                    </a:p>
                  </a:txBody>
                  <a:tcPr marL="68588" marR="68588" marT="34294" marB="34294"/>
                </a:tc>
                <a:extLst>
                  <a:ext uri="{0D108BD9-81ED-4DB2-BD59-A6C34878D82A}">
                    <a16:rowId xmlns:a16="http://schemas.microsoft.com/office/drawing/2014/main" val="10000"/>
                  </a:ext>
                </a:extLst>
              </a:tr>
            </a:tbl>
          </a:graphicData>
        </a:graphic>
      </p:graphicFrame>
      <p:sp>
        <p:nvSpPr>
          <p:cNvPr id="3" name="내용 개체 틀 2">
            <a:extLst>
              <a:ext uri="{FF2B5EF4-FFF2-40B4-BE49-F238E27FC236}">
                <a16:creationId xmlns:a16="http://schemas.microsoft.com/office/drawing/2014/main" id="{FFC049F5-1D4F-C05D-5A2D-C74662C02CEC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r>
              <a:rPr lang="ko-KR" altLang="en-US" dirty="0"/>
              <a:t>조건문</a:t>
            </a:r>
          </a:p>
          <a:p>
            <a:pPr lvl="1"/>
            <a:r>
              <a:rPr lang="en-US" altLang="ko-KR" dirty="0"/>
              <a:t>switch</a:t>
            </a:r>
            <a:r>
              <a:rPr lang="ko-KR" altLang="en-US" dirty="0"/>
              <a:t>문은 여러 경우를 처리할 때 사용된다</a:t>
            </a:r>
            <a:r>
              <a:rPr lang="en-US" altLang="ko-KR" dirty="0"/>
              <a:t>.</a:t>
            </a:r>
            <a:endParaRPr lang="ko-KR" altLang="en-US" dirty="0"/>
          </a:p>
        </p:txBody>
      </p:sp>
    </p:spTree>
  </p:cSld>
  <p:clrMapOvr>
    <a:masterClrMapping/>
  </p:clrMapOvr>
</p:sld>
</file>

<file path=ppt/slides/slide1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Shape 11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내용 개체 틀 2">
            <a:extLst>
              <a:ext uri="{FF2B5EF4-FFF2-40B4-BE49-F238E27FC236}">
                <a16:creationId xmlns:a16="http://schemas.microsoft.com/office/drawing/2014/main" id="{856F8E22-73D9-371F-1D22-41412B955721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r>
              <a:rPr lang="ko-KR" altLang="en-US" dirty="0"/>
              <a:t>반복문은 특정 코드를 여러 번 실행할 때 사용된다</a:t>
            </a:r>
            <a:r>
              <a:rPr lang="en-US" altLang="ko-KR" dirty="0"/>
              <a:t>.</a:t>
            </a:r>
          </a:p>
          <a:p>
            <a:r>
              <a:rPr lang="en-US" altLang="ko-KR" dirty="0"/>
              <a:t>for </a:t>
            </a:r>
            <a:r>
              <a:rPr lang="ko-KR" altLang="en-US" dirty="0"/>
              <a:t>문</a:t>
            </a:r>
          </a:p>
          <a:p>
            <a:pPr lvl="1"/>
            <a:r>
              <a:rPr lang="ko-KR" altLang="en-US" dirty="0"/>
              <a:t>고정된 횟수 반복</a:t>
            </a:r>
          </a:p>
          <a:p>
            <a:endParaRPr lang="ko-KR" altLang="en-US" dirty="0"/>
          </a:p>
          <a:p>
            <a:pPr marL="0" indent="0">
              <a:buNone/>
            </a:pPr>
            <a:endParaRPr lang="ko-KR" altLang="en-US" dirty="0"/>
          </a:p>
          <a:p>
            <a:r>
              <a:rPr lang="en-US" altLang="ko-KR" dirty="0"/>
              <a:t>while </a:t>
            </a:r>
            <a:r>
              <a:rPr lang="ko-KR" altLang="en-US" dirty="0"/>
              <a:t>문</a:t>
            </a:r>
          </a:p>
          <a:p>
            <a:pPr lvl="1"/>
            <a:r>
              <a:rPr lang="ko-KR" altLang="en-US" dirty="0"/>
              <a:t>조건이 참인 동안 반복</a:t>
            </a:r>
          </a:p>
        </p:txBody>
      </p:sp>
      <p:sp>
        <p:nvSpPr>
          <p:cNvPr id="118" name="Google Shape;118;p10"/>
          <p:cNvSpPr txBox="1">
            <a:spLocks noGrp="1"/>
          </p:cNvSpPr>
          <p:nvPr>
            <p:ph type="title"/>
          </p:nvPr>
        </p:nvSpPr>
        <p:spPr>
          <a:prstGeom prst="rect">
            <a:avLst/>
          </a:prstGeom>
          <a:noFill/>
          <a:ln>
            <a:noFill/>
          </a:ln>
        </p:spPr>
        <p:txBody>
          <a:bodyPr spcFirstLastPara="1" vert="horz" wrap="square" lIns="68569" tIns="34275" rIns="68569" bIns="34275" numCol="1" anchor="t" anchorCtr="0" compatLnSpc="1">
            <a:prstTxWarp prst="textNoShape">
              <a:avLst/>
            </a:prstTxWarp>
            <a:noAutofit/>
          </a:bodyPr>
          <a:lstStyle/>
          <a:p>
            <a:pPr>
              <a:spcBef>
                <a:spcPts val="0"/>
              </a:spcBef>
              <a:spcAft>
                <a:spcPts val="0"/>
              </a:spcAft>
            </a:pPr>
            <a:r>
              <a:rPr lang="ko-KR" altLang="en-US" dirty="0"/>
              <a:t>자바스크립트에서 </a:t>
            </a:r>
            <a:r>
              <a:rPr lang="en-US" altLang="ko-KR" dirty="0"/>
              <a:t>제어문 </a:t>
            </a:r>
            <a:r>
              <a:rPr lang="ko-KR" altLang="en-US" dirty="0"/>
              <a:t>사용하기</a:t>
            </a:r>
            <a:r>
              <a:rPr lang="en-US" altLang="ko-KR" dirty="0"/>
              <a:t>(3)</a:t>
            </a:r>
            <a:br>
              <a:rPr lang="en-US" altLang="ko-KR" dirty="0"/>
            </a:br>
            <a:r>
              <a:rPr lang="en-US" altLang="ko-KR" dirty="0"/>
              <a:t>					</a:t>
            </a:r>
            <a:r>
              <a:rPr lang="ko-KR" altLang="en-US" dirty="0"/>
              <a:t>반복문</a:t>
            </a:r>
            <a:r>
              <a:rPr lang="en-US" altLang="ko-KR" dirty="0"/>
              <a:t>(for/while)</a:t>
            </a:r>
            <a:endParaRPr dirty="0"/>
          </a:p>
        </p:txBody>
      </p:sp>
      <p:sp>
        <p:nvSpPr>
          <p:cNvPr id="121" name="Google Shape;121;p10"/>
          <p:cNvSpPr txBox="1">
            <a:spLocks noGrp="1"/>
          </p:cNvSpPr>
          <p:nvPr>
            <p:ph type="ftr" sz="quarter" idx="11"/>
          </p:nvPr>
        </p:nvSpPr>
        <p:spPr>
          <a:prstGeom prst="rect">
            <a:avLst/>
          </a:prstGeom>
          <a:noFill/>
          <a:ln>
            <a:noFill/>
          </a:ln>
        </p:spPr>
        <p:txBody>
          <a:bodyPr spcFirstLastPara="1" vert="horz" wrap="square" lIns="68569" tIns="34275" rIns="68569" bIns="34275" numCol="1" anchor="b" anchorCtr="0" compatLnSpc="1">
            <a:prstTxWarp prst="textNoShape">
              <a:avLst/>
            </a:prstTxWarp>
            <a:noAutofit/>
          </a:bodyPr>
          <a:lstStyle/>
          <a:p>
            <a:pPr>
              <a:spcBef>
                <a:spcPts val="0"/>
              </a:spcBef>
            </a:pPr>
            <a:endParaRPr/>
          </a:p>
        </p:txBody>
      </p:sp>
      <p:sp>
        <p:nvSpPr>
          <p:cNvPr id="120" name="Google Shape;120;p10"/>
          <p:cNvSpPr txBox="1">
            <a:spLocks noGrp="1"/>
          </p:cNvSpPr>
          <p:nvPr>
            <p:ph type="sldNum" idx="4294967295"/>
          </p:nvPr>
        </p:nvSpPr>
        <p:spPr>
          <a:xfrm>
            <a:off x="6604000" y="6419850"/>
            <a:ext cx="2540000" cy="3048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t" anchorCtr="0">
            <a:noAutofit/>
          </a:bodyPr>
          <a:lstStyle>
            <a:defPPr marR="0" lvl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defPPr>
            <a:lvl1pPr marL="0" marR="0" lvl="0" indent="0" algn="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Font typeface="Arial"/>
              <a:buNone/>
              <a:defRPr sz="1300" b="0" i="0" u="none" strike="noStrike" cap="none">
                <a:solidFill>
                  <a:schemeClr val="dk2"/>
                </a:solidFill>
                <a:latin typeface="Tahoma"/>
                <a:ea typeface="Tahoma"/>
                <a:cs typeface="Tahoma"/>
                <a:sym typeface="Tahoma"/>
              </a:defRPr>
            </a:lvl1pPr>
            <a:lvl2pPr marL="0" marR="0" lvl="1" indent="0" algn="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Font typeface="Arial"/>
              <a:buNone/>
              <a:defRPr sz="1300" b="0" i="0" u="none" strike="noStrike" cap="none">
                <a:solidFill>
                  <a:schemeClr val="dk2"/>
                </a:solidFill>
                <a:latin typeface="Tahoma"/>
                <a:ea typeface="Tahoma"/>
                <a:cs typeface="Tahoma"/>
                <a:sym typeface="Tahoma"/>
              </a:defRPr>
            </a:lvl2pPr>
            <a:lvl3pPr marL="0" marR="0" lvl="2" indent="0" algn="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Font typeface="Arial"/>
              <a:buNone/>
              <a:defRPr sz="1300" b="0" i="0" u="none" strike="noStrike" cap="none">
                <a:solidFill>
                  <a:schemeClr val="dk2"/>
                </a:solidFill>
                <a:latin typeface="Tahoma"/>
                <a:ea typeface="Tahoma"/>
                <a:cs typeface="Tahoma"/>
                <a:sym typeface="Tahoma"/>
              </a:defRPr>
            </a:lvl3pPr>
            <a:lvl4pPr marL="0" marR="0" lvl="3" indent="0" algn="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Font typeface="Arial"/>
              <a:buNone/>
              <a:defRPr sz="1300" b="0" i="0" u="none" strike="noStrike" cap="none">
                <a:solidFill>
                  <a:schemeClr val="dk2"/>
                </a:solidFill>
                <a:latin typeface="Tahoma"/>
                <a:ea typeface="Tahoma"/>
                <a:cs typeface="Tahoma"/>
                <a:sym typeface="Tahoma"/>
              </a:defRPr>
            </a:lvl4pPr>
            <a:lvl5pPr marL="0" marR="0" lvl="4" indent="0" algn="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Font typeface="Arial"/>
              <a:buNone/>
              <a:defRPr sz="1300" b="0" i="0" u="none" strike="noStrike" cap="none">
                <a:solidFill>
                  <a:schemeClr val="dk2"/>
                </a:solidFill>
                <a:latin typeface="Tahoma"/>
                <a:ea typeface="Tahoma"/>
                <a:cs typeface="Tahoma"/>
                <a:sym typeface="Tahoma"/>
              </a:defRPr>
            </a:lvl5pPr>
            <a:lvl6pPr marL="0" marR="0" lvl="5" indent="0" algn="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Font typeface="Arial"/>
              <a:buNone/>
              <a:defRPr sz="1300" b="0" i="0" u="none" strike="noStrike" cap="none">
                <a:solidFill>
                  <a:schemeClr val="dk2"/>
                </a:solidFill>
                <a:latin typeface="Tahoma"/>
                <a:ea typeface="Tahoma"/>
                <a:cs typeface="Tahoma"/>
                <a:sym typeface="Tahoma"/>
              </a:defRPr>
            </a:lvl6pPr>
            <a:lvl7pPr marL="0" marR="0" lvl="6" indent="0" algn="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Font typeface="Arial"/>
              <a:buNone/>
              <a:defRPr sz="1300" b="0" i="0" u="none" strike="noStrike" cap="none">
                <a:solidFill>
                  <a:schemeClr val="dk2"/>
                </a:solidFill>
                <a:latin typeface="Tahoma"/>
                <a:ea typeface="Tahoma"/>
                <a:cs typeface="Tahoma"/>
                <a:sym typeface="Tahoma"/>
              </a:defRPr>
            </a:lvl7pPr>
            <a:lvl8pPr marL="0" marR="0" lvl="7" indent="0" algn="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Font typeface="Arial"/>
              <a:buNone/>
              <a:defRPr sz="1300" b="0" i="0" u="none" strike="noStrike" cap="none">
                <a:solidFill>
                  <a:schemeClr val="dk2"/>
                </a:solidFill>
                <a:latin typeface="Tahoma"/>
                <a:ea typeface="Tahoma"/>
                <a:cs typeface="Tahoma"/>
                <a:sym typeface="Tahoma"/>
              </a:defRPr>
            </a:lvl8pPr>
            <a:lvl9pPr marL="0" marR="0" lvl="8" indent="0" algn="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Font typeface="Arial"/>
              <a:buNone/>
              <a:defRPr sz="1300" b="0" i="0" u="none" strike="noStrike" cap="none">
                <a:solidFill>
                  <a:schemeClr val="dk2"/>
                </a:solidFill>
                <a:latin typeface="Tahoma"/>
                <a:ea typeface="Tahoma"/>
                <a:cs typeface="Tahoma"/>
                <a:sym typeface="Tahoma"/>
              </a:defRPr>
            </a:lvl9pPr>
          </a:lstStyle>
          <a:p>
            <a:pPr algn="r"/>
            <a:fld id="{00000000-1234-1234-1234-123412341234}" type="slidenum">
              <a:rPr lang="en-US" smtClean="0"/>
              <a:pPr algn="r"/>
              <a:t>16</a:t>
            </a:fld>
            <a:endParaRPr/>
          </a:p>
        </p:txBody>
      </p:sp>
      <p:graphicFrame>
        <p:nvGraphicFramePr>
          <p:cNvPr id="122" name="Google Shape;122;p10"/>
          <p:cNvGraphicFramePr/>
          <p:nvPr>
            <p:extLst>
              <p:ext uri="{D42A27DB-BD31-4B8C-83A1-F6EECF244321}">
                <p14:modId xmlns:p14="http://schemas.microsoft.com/office/powerpoint/2010/main" val="510736282"/>
              </p:ext>
            </p:extLst>
          </p:nvPr>
        </p:nvGraphicFramePr>
        <p:xfrm>
          <a:off x="1547664" y="2564904"/>
          <a:ext cx="4305300" cy="708668"/>
        </p:xfrm>
        <a:graphic>
          <a:graphicData uri="http://schemas.openxmlformats.org/drawingml/2006/table">
            <a:tbl>
              <a:tblPr firstRow="1" bandRow="1">
                <a:noFill/>
              </a:tblPr>
              <a:tblGrid>
                <a:gridCol w="4305300">
                  <a:extLst>
                    <a:ext uri="{9D8B030D-6E8A-4147-A177-3AD203B41FA5}">
                      <a16:colId xmlns:a16="http://schemas.microsoft.com/office/drawing/2014/main" val="20000"/>
                    </a:ext>
                  </a:extLst>
                </a:gridCol>
              </a:tblGrid>
              <a:tr h="685808">
                <a:tc>
                  <a:txBody>
                    <a:bodyPr/>
                    <a:lstStyle/>
                    <a:p>
                      <a:pPr marL="0" marR="0" lvl="0" indent="0" algn="l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1400" b="1" u="none" strike="noStrike" cap="none" dirty="0"/>
                        <a:t>for</a:t>
                      </a:r>
                      <a:r>
                        <a:rPr lang="en-US" sz="1400" b="0" u="none" strike="noStrike" cap="none" dirty="0"/>
                        <a:t> (</a:t>
                      </a:r>
                      <a:r>
                        <a:rPr lang="en-US" sz="1400" b="1" u="none" strike="noStrike" cap="none" dirty="0"/>
                        <a:t>let</a:t>
                      </a:r>
                      <a:r>
                        <a:rPr lang="en-US" sz="1400" b="0" u="none" strike="noStrike" cap="none" dirty="0"/>
                        <a:t> i = 0; i &lt; 5; i++) {</a:t>
                      </a:r>
                      <a:endParaRPr sz="1400" dirty="0"/>
                    </a:p>
                    <a:p>
                      <a:pPr marL="0" marR="0" lvl="0" indent="0" algn="l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1400" b="0" u="none" strike="noStrike" cap="none" dirty="0"/>
                        <a:t>    console.log(i);</a:t>
                      </a:r>
                      <a:endParaRPr sz="1400" dirty="0"/>
                    </a:p>
                    <a:p>
                      <a:pPr marL="0" marR="0" lvl="0" indent="0" algn="l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1400" b="0" u="none" strike="noStrike" cap="none" dirty="0"/>
                        <a:t>}</a:t>
                      </a:r>
                      <a:endParaRPr sz="1400" b="0" u="none" strike="noStrike" cap="none" dirty="0"/>
                    </a:p>
                  </a:txBody>
                  <a:tcPr marL="68588" marR="68588" marT="34294" marB="34294"/>
                </a:tc>
                <a:extLst>
                  <a:ext uri="{0D108BD9-81ED-4DB2-BD59-A6C34878D82A}">
                    <a16:rowId xmlns:a16="http://schemas.microsoft.com/office/drawing/2014/main" val="10000"/>
                  </a:ext>
                </a:extLst>
              </a:tr>
            </a:tbl>
          </a:graphicData>
        </a:graphic>
      </p:graphicFrame>
      <p:graphicFrame>
        <p:nvGraphicFramePr>
          <p:cNvPr id="123" name="Google Shape;123;p10"/>
          <p:cNvGraphicFramePr/>
          <p:nvPr>
            <p:extLst>
              <p:ext uri="{D42A27DB-BD31-4B8C-83A1-F6EECF244321}">
                <p14:modId xmlns:p14="http://schemas.microsoft.com/office/powerpoint/2010/main" val="3517531087"/>
              </p:ext>
            </p:extLst>
          </p:nvPr>
        </p:nvGraphicFramePr>
        <p:xfrm>
          <a:off x="1541493" y="4437112"/>
          <a:ext cx="4305300" cy="1348748"/>
        </p:xfrm>
        <a:graphic>
          <a:graphicData uri="http://schemas.openxmlformats.org/drawingml/2006/table">
            <a:tbl>
              <a:tblPr firstRow="1" bandRow="1">
                <a:noFill/>
              </a:tblPr>
              <a:tblGrid>
                <a:gridCol w="4305300">
                  <a:extLst>
                    <a:ext uri="{9D8B030D-6E8A-4147-A177-3AD203B41FA5}">
                      <a16:colId xmlns:a16="http://schemas.microsoft.com/office/drawing/2014/main" val="20000"/>
                    </a:ext>
                  </a:extLst>
                </a:gridCol>
              </a:tblGrid>
              <a:tr h="1303028">
                <a:tc>
                  <a:txBody>
                    <a:bodyPr/>
                    <a:lstStyle/>
                    <a:p>
                      <a:pPr marL="0" marR="0" lvl="0" indent="0" algn="l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1400" b="1" u="none" strike="noStrike" cap="none" dirty="0"/>
                        <a:t>let</a:t>
                      </a:r>
                      <a:r>
                        <a:rPr lang="en-US" sz="1400" b="0" u="none" strike="noStrike" cap="none" dirty="0"/>
                        <a:t> count = 3;</a:t>
                      </a:r>
                      <a:endParaRPr sz="1400" dirty="0"/>
                    </a:p>
                    <a:p>
                      <a:pPr marL="0" marR="0" lvl="0" indent="0" algn="l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1400" b="1" u="none" strike="noStrike" cap="none" dirty="0"/>
                        <a:t>while</a:t>
                      </a:r>
                      <a:r>
                        <a:rPr lang="en-US" sz="1400" b="0" u="none" strike="noStrike" cap="none" dirty="0"/>
                        <a:t> (count &gt; 0) </a:t>
                      </a:r>
                      <a:endParaRPr sz="1400" dirty="0"/>
                    </a:p>
                    <a:p>
                      <a:pPr marL="0" marR="0" lvl="0" indent="0" algn="l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1400" b="0" u="none" strike="noStrike" cap="none" dirty="0"/>
                        <a:t>{   </a:t>
                      </a:r>
                      <a:endParaRPr sz="1400" dirty="0"/>
                    </a:p>
                    <a:p>
                      <a:pPr marL="0" marR="0" lvl="0" indent="0" algn="l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1400" b="0" u="none" strike="noStrike" cap="none" dirty="0"/>
                        <a:t>   console.log(count);    </a:t>
                      </a:r>
                      <a:endParaRPr sz="1400" dirty="0"/>
                    </a:p>
                    <a:p>
                      <a:pPr marL="0" marR="0" lvl="0" indent="0" algn="l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1400" b="0" u="none" strike="noStrike" cap="none" dirty="0"/>
                        <a:t>   count--;</a:t>
                      </a:r>
                      <a:endParaRPr sz="1400" dirty="0"/>
                    </a:p>
                    <a:p>
                      <a:pPr marL="0" marR="0" lvl="0" indent="0" algn="l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1400" b="0" u="none" strike="noStrike" cap="none" dirty="0"/>
                        <a:t>}</a:t>
                      </a:r>
                      <a:endParaRPr sz="1400" b="0" u="none" strike="noStrike" cap="none" dirty="0"/>
                    </a:p>
                  </a:txBody>
                  <a:tcPr marL="68588" marR="68588" marT="34294" marB="34294"/>
                </a:tc>
                <a:extLst>
                  <a:ext uri="{0D108BD9-81ED-4DB2-BD59-A6C34878D82A}">
                    <a16:rowId xmlns:a16="http://schemas.microsoft.com/office/drawing/2014/main" val="10000"/>
                  </a:ext>
                </a:extLst>
              </a:tr>
            </a:tbl>
          </a:graphicData>
        </a:graphic>
      </p:graphicFrame>
    </p:spTree>
  </p:cSld>
  <p:clrMapOvr>
    <a:masterClrMapping/>
  </p:clrMapOvr>
</p:sld>
</file>

<file path=ppt/slides/slide1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Shape 12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내용 개체 틀 2">
            <a:extLst>
              <a:ext uri="{FF2B5EF4-FFF2-40B4-BE49-F238E27FC236}">
                <a16:creationId xmlns:a16="http://schemas.microsoft.com/office/drawing/2014/main" id="{581E8A8D-AC48-AECF-208D-0C5925964183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251520" y="1152525"/>
            <a:ext cx="8784976" cy="5019675"/>
          </a:xfrm>
        </p:spPr>
        <p:txBody>
          <a:bodyPr>
            <a:normAutofit fontScale="92500" lnSpcReduction="20000"/>
          </a:bodyPr>
          <a:lstStyle/>
          <a:p>
            <a:r>
              <a:rPr lang="en-US" altLang="ko-KR" dirty="0"/>
              <a:t>DOM(Document Object Model)</a:t>
            </a:r>
          </a:p>
          <a:p>
            <a:pPr lvl="1"/>
            <a:r>
              <a:rPr lang="en-US" altLang="ko-KR" dirty="0"/>
              <a:t>HTML </a:t>
            </a:r>
            <a:r>
              <a:rPr lang="ko-KR" altLang="en-US" dirty="0"/>
              <a:t>문서를 프로그래밍적으로 제어할 수 있도록 하는 트리 구조이다</a:t>
            </a:r>
            <a:r>
              <a:rPr lang="en-US" altLang="ko-KR" dirty="0"/>
              <a:t>.</a:t>
            </a:r>
          </a:p>
          <a:p>
            <a:pPr lvl="1"/>
            <a:r>
              <a:rPr lang="ko-KR" altLang="en-US" dirty="0"/>
              <a:t>자바스크립트를 사용하여 </a:t>
            </a:r>
            <a:r>
              <a:rPr lang="en-US" altLang="ko-KR" dirty="0"/>
              <a:t>HTML </a:t>
            </a:r>
            <a:r>
              <a:rPr lang="ko-KR" altLang="en-US" dirty="0"/>
              <a:t>요소를 추가</a:t>
            </a:r>
            <a:r>
              <a:rPr lang="en-US" altLang="ko-KR" dirty="0"/>
              <a:t>, </a:t>
            </a:r>
            <a:r>
              <a:rPr lang="ko-KR" altLang="en-US" dirty="0"/>
              <a:t>삭제</a:t>
            </a:r>
            <a:r>
              <a:rPr lang="en-US" altLang="ko-KR" dirty="0"/>
              <a:t>, </a:t>
            </a:r>
            <a:r>
              <a:rPr lang="ko-KR" altLang="en-US" dirty="0"/>
              <a:t>변경 가능하다</a:t>
            </a:r>
            <a:r>
              <a:rPr lang="en-US" altLang="ko-KR" dirty="0"/>
              <a:t>.</a:t>
            </a:r>
          </a:p>
          <a:p>
            <a:pPr marL="0" indent="0">
              <a:buNone/>
            </a:pPr>
            <a:endParaRPr lang="en-US" altLang="ko-KR" dirty="0"/>
          </a:p>
          <a:p>
            <a:pPr lvl="1"/>
            <a:r>
              <a:rPr lang="en-US" altLang="ko-KR" dirty="0"/>
              <a:t>document.querySelector </a:t>
            </a:r>
          </a:p>
          <a:p>
            <a:pPr lvl="2"/>
            <a:r>
              <a:rPr lang="en-US" altLang="ko-KR" dirty="0"/>
              <a:t>CSS </a:t>
            </a:r>
            <a:r>
              <a:rPr lang="ko-KR" altLang="en-US" dirty="0"/>
              <a:t>선택자를 사용해 첫번째로 일치하는 요소를 선택한다</a:t>
            </a:r>
            <a:r>
              <a:rPr lang="en-US" altLang="ko-KR" dirty="0"/>
              <a:t>.</a:t>
            </a:r>
          </a:p>
          <a:p>
            <a:pPr lvl="1"/>
            <a:r>
              <a:rPr lang="en-US" altLang="ko-KR" dirty="0"/>
              <a:t>document.getElementById </a:t>
            </a:r>
          </a:p>
          <a:p>
            <a:pPr lvl="2"/>
            <a:r>
              <a:rPr lang="ko-KR" altLang="en-US" dirty="0"/>
              <a:t>특정 </a:t>
            </a:r>
            <a:r>
              <a:rPr lang="en-US" altLang="ko-KR" dirty="0"/>
              <a:t>ID</a:t>
            </a:r>
            <a:r>
              <a:rPr lang="ko-KR" altLang="en-US" dirty="0"/>
              <a:t>를 가진 요소를 선택한다</a:t>
            </a:r>
            <a:r>
              <a:rPr lang="en-US" altLang="ko-KR" dirty="0"/>
              <a:t>.</a:t>
            </a:r>
          </a:p>
          <a:p>
            <a:pPr lvl="1"/>
            <a:r>
              <a:rPr lang="en-US" altLang="ko-KR" dirty="0"/>
              <a:t>document.querySelectorAll </a:t>
            </a:r>
          </a:p>
          <a:p>
            <a:pPr lvl="2"/>
            <a:r>
              <a:rPr lang="ko-KR" altLang="en-US" dirty="0"/>
              <a:t>일치하는 모든 요소를 </a:t>
            </a:r>
            <a:r>
              <a:rPr lang="en-US" altLang="ko-KR" dirty="0"/>
              <a:t>NodeList</a:t>
            </a:r>
            <a:r>
              <a:rPr lang="ko-KR" altLang="en-US" dirty="0"/>
              <a:t>로 반환한다</a:t>
            </a:r>
            <a:r>
              <a:rPr lang="en-US" altLang="ko-KR" dirty="0"/>
              <a:t>.</a:t>
            </a:r>
          </a:p>
          <a:p>
            <a:pPr lvl="1"/>
            <a:r>
              <a:rPr lang="en-US" altLang="ko-KR" dirty="0"/>
              <a:t>document.getElementsByClassName </a:t>
            </a:r>
          </a:p>
          <a:p>
            <a:pPr lvl="2"/>
            <a:r>
              <a:rPr lang="ko-KR" altLang="en-US" dirty="0"/>
              <a:t>특정 클래스 이름을 가진 요소를 </a:t>
            </a:r>
            <a:r>
              <a:rPr lang="en-US" altLang="ko-KR" dirty="0"/>
              <a:t>HTMLCollection</a:t>
            </a:r>
            <a:r>
              <a:rPr lang="ko-KR" altLang="en-US" dirty="0"/>
              <a:t>으로 반환한다</a:t>
            </a:r>
            <a:r>
              <a:rPr lang="en-US" altLang="ko-KR" dirty="0"/>
              <a:t>.</a:t>
            </a:r>
          </a:p>
          <a:p>
            <a:pPr lvl="1"/>
            <a:r>
              <a:rPr lang="en-US" altLang="ko-KR" dirty="0"/>
              <a:t>document.getElementsByTagName </a:t>
            </a:r>
          </a:p>
          <a:p>
            <a:pPr lvl="2"/>
            <a:r>
              <a:rPr lang="ko-KR" altLang="en-US" dirty="0"/>
              <a:t>특정 태그 이름을 가진 요소를 </a:t>
            </a:r>
            <a:r>
              <a:rPr lang="en-US" altLang="ko-KR" dirty="0"/>
              <a:t>HTMLCollection</a:t>
            </a:r>
            <a:r>
              <a:rPr lang="ko-KR" altLang="en-US" dirty="0"/>
              <a:t>으로 반환한다</a:t>
            </a:r>
            <a:r>
              <a:rPr lang="en-US" altLang="ko-KR" dirty="0"/>
              <a:t>.</a:t>
            </a:r>
          </a:p>
          <a:p>
            <a:endParaRPr lang="ko-KR" altLang="en-US" dirty="0"/>
          </a:p>
        </p:txBody>
      </p:sp>
      <p:sp>
        <p:nvSpPr>
          <p:cNvPr id="128" name="Google Shape;128;p11"/>
          <p:cNvSpPr txBox="1">
            <a:spLocks noGrp="1"/>
          </p:cNvSpPr>
          <p:nvPr>
            <p:ph type="title"/>
          </p:nvPr>
        </p:nvSpPr>
        <p:spPr>
          <a:prstGeom prst="rect">
            <a:avLst/>
          </a:prstGeom>
          <a:noFill/>
          <a:ln>
            <a:noFill/>
          </a:ln>
        </p:spPr>
        <p:txBody>
          <a:bodyPr spcFirstLastPara="1" vert="horz" wrap="square" lIns="68569" tIns="34275" rIns="68569" bIns="34275" numCol="1" anchor="t" anchorCtr="0" compatLnSpc="1">
            <a:prstTxWarp prst="textNoShape">
              <a:avLst/>
            </a:prstTxWarp>
            <a:noAutofit/>
          </a:bodyPr>
          <a:lstStyle/>
          <a:p>
            <a:pPr>
              <a:spcBef>
                <a:spcPts val="0"/>
              </a:spcBef>
              <a:spcAft>
                <a:spcPts val="0"/>
              </a:spcAft>
            </a:pPr>
            <a:r>
              <a:rPr lang="en-US"/>
              <a:t>DOM 조작</a:t>
            </a:r>
            <a:endParaRPr/>
          </a:p>
        </p:txBody>
      </p:sp>
      <p:sp>
        <p:nvSpPr>
          <p:cNvPr id="131" name="Google Shape;131;p11"/>
          <p:cNvSpPr txBox="1">
            <a:spLocks noGrp="1"/>
          </p:cNvSpPr>
          <p:nvPr>
            <p:ph type="ftr" sz="quarter" idx="11"/>
          </p:nvPr>
        </p:nvSpPr>
        <p:spPr>
          <a:prstGeom prst="rect">
            <a:avLst/>
          </a:prstGeom>
          <a:noFill/>
          <a:ln>
            <a:noFill/>
          </a:ln>
        </p:spPr>
        <p:txBody>
          <a:bodyPr spcFirstLastPara="1" vert="horz" wrap="square" lIns="68569" tIns="34275" rIns="68569" bIns="34275" numCol="1" anchor="b" anchorCtr="0" compatLnSpc="1">
            <a:prstTxWarp prst="textNoShape">
              <a:avLst/>
            </a:prstTxWarp>
            <a:noAutofit/>
          </a:bodyPr>
          <a:lstStyle/>
          <a:p>
            <a:pPr>
              <a:spcBef>
                <a:spcPts val="0"/>
              </a:spcBef>
            </a:pPr>
            <a:endParaRPr/>
          </a:p>
        </p:txBody>
      </p:sp>
      <p:sp>
        <p:nvSpPr>
          <p:cNvPr id="130" name="Google Shape;130;p11"/>
          <p:cNvSpPr txBox="1">
            <a:spLocks noGrp="1"/>
          </p:cNvSpPr>
          <p:nvPr>
            <p:ph type="sldNum" idx="4294967295"/>
          </p:nvPr>
        </p:nvSpPr>
        <p:spPr>
          <a:xfrm>
            <a:off x="6604000" y="6419850"/>
            <a:ext cx="2540000" cy="3048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t" anchorCtr="0">
            <a:noAutofit/>
          </a:bodyPr>
          <a:lstStyle>
            <a:defPPr marR="0" lvl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defPPr>
            <a:lvl1pPr marL="0" marR="0" lvl="0" indent="0" algn="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Font typeface="Arial"/>
              <a:buNone/>
              <a:defRPr sz="1300" b="0" i="0" u="none" strike="noStrike" cap="none">
                <a:solidFill>
                  <a:schemeClr val="dk2"/>
                </a:solidFill>
                <a:latin typeface="Tahoma"/>
                <a:ea typeface="Tahoma"/>
                <a:cs typeface="Tahoma"/>
                <a:sym typeface="Tahoma"/>
              </a:defRPr>
            </a:lvl1pPr>
            <a:lvl2pPr marL="0" marR="0" lvl="1" indent="0" algn="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Font typeface="Arial"/>
              <a:buNone/>
              <a:defRPr sz="1300" b="0" i="0" u="none" strike="noStrike" cap="none">
                <a:solidFill>
                  <a:schemeClr val="dk2"/>
                </a:solidFill>
                <a:latin typeface="Tahoma"/>
                <a:ea typeface="Tahoma"/>
                <a:cs typeface="Tahoma"/>
                <a:sym typeface="Tahoma"/>
              </a:defRPr>
            </a:lvl2pPr>
            <a:lvl3pPr marL="0" marR="0" lvl="2" indent="0" algn="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Font typeface="Arial"/>
              <a:buNone/>
              <a:defRPr sz="1300" b="0" i="0" u="none" strike="noStrike" cap="none">
                <a:solidFill>
                  <a:schemeClr val="dk2"/>
                </a:solidFill>
                <a:latin typeface="Tahoma"/>
                <a:ea typeface="Tahoma"/>
                <a:cs typeface="Tahoma"/>
                <a:sym typeface="Tahoma"/>
              </a:defRPr>
            </a:lvl3pPr>
            <a:lvl4pPr marL="0" marR="0" lvl="3" indent="0" algn="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Font typeface="Arial"/>
              <a:buNone/>
              <a:defRPr sz="1300" b="0" i="0" u="none" strike="noStrike" cap="none">
                <a:solidFill>
                  <a:schemeClr val="dk2"/>
                </a:solidFill>
                <a:latin typeface="Tahoma"/>
                <a:ea typeface="Tahoma"/>
                <a:cs typeface="Tahoma"/>
                <a:sym typeface="Tahoma"/>
              </a:defRPr>
            </a:lvl4pPr>
            <a:lvl5pPr marL="0" marR="0" lvl="4" indent="0" algn="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Font typeface="Arial"/>
              <a:buNone/>
              <a:defRPr sz="1300" b="0" i="0" u="none" strike="noStrike" cap="none">
                <a:solidFill>
                  <a:schemeClr val="dk2"/>
                </a:solidFill>
                <a:latin typeface="Tahoma"/>
                <a:ea typeface="Tahoma"/>
                <a:cs typeface="Tahoma"/>
                <a:sym typeface="Tahoma"/>
              </a:defRPr>
            </a:lvl5pPr>
            <a:lvl6pPr marL="0" marR="0" lvl="5" indent="0" algn="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Font typeface="Arial"/>
              <a:buNone/>
              <a:defRPr sz="1300" b="0" i="0" u="none" strike="noStrike" cap="none">
                <a:solidFill>
                  <a:schemeClr val="dk2"/>
                </a:solidFill>
                <a:latin typeface="Tahoma"/>
                <a:ea typeface="Tahoma"/>
                <a:cs typeface="Tahoma"/>
                <a:sym typeface="Tahoma"/>
              </a:defRPr>
            </a:lvl6pPr>
            <a:lvl7pPr marL="0" marR="0" lvl="6" indent="0" algn="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Font typeface="Arial"/>
              <a:buNone/>
              <a:defRPr sz="1300" b="0" i="0" u="none" strike="noStrike" cap="none">
                <a:solidFill>
                  <a:schemeClr val="dk2"/>
                </a:solidFill>
                <a:latin typeface="Tahoma"/>
                <a:ea typeface="Tahoma"/>
                <a:cs typeface="Tahoma"/>
                <a:sym typeface="Tahoma"/>
              </a:defRPr>
            </a:lvl7pPr>
            <a:lvl8pPr marL="0" marR="0" lvl="7" indent="0" algn="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Font typeface="Arial"/>
              <a:buNone/>
              <a:defRPr sz="1300" b="0" i="0" u="none" strike="noStrike" cap="none">
                <a:solidFill>
                  <a:schemeClr val="dk2"/>
                </a:solidFill>
                <a:latin typeface="Tahoma"/>
                <a:ea typeface="Tahoma"/>
                <a:cs typeface="Tahoma"/>
                <a:sym typeface="Tahoma"/>
              </a:defRPr>
            </a:lvl8pPr>
            <a:lvl9pPr marL="0" marR="0" lvl="8" indent="0" algn="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Font typeface="Arial"/>
              <a:buNone/>
              <a:defRPr sz="1300" b="0" i="0" u="none" strike="noStrike" cap="none">
                <a:solidFill>
                  <a:schemeClr val="dk2"/>
                </a:solidFill>
                <a:latin typeface="Tahoma"/>
                <a:ea typeface="Tahoma"/>
                <a:cs typeface="Tahoma"/>
                <a:sym typeface="Tahoma"/>
              </a:defRPr>
            </a:lvl9pPr>
          </a:lstStyle>
          <a:p>
            <a:pPr algn="r"/>
            <a:fld id="{00000000-1234-1234-1234-123412341234}" type="slidenum">
              <a:rPr lang="en-US" smtClean="0"/>
              <a:pPr algn="r"/>
              <a:t>17</a:t>
            </a:fld>
            <a:endParaRPr/>
          </a:p>
        </p:txBody>
      </p:sp>
      <p:graphicFrame>
        <p:nvGraphicFramePr>
          <p:cNvPr id="132" name="Google Shape;132;p11"/>
          <p:cNvGraphicFramePr/>
          <p:nvPr>
            <p:extLst>
              <p:ext uri="{D42A27DB-BD31-4B8C-83A1-F6EECF244321}">
                <p14:modId xmlns:p14="http://schemas.microsoft.com/office/powerpoint/2010/main" val="3282010268"/>
              </p:ext>
            </p:extLst>
          </p:nvPr>
        </p:nvGraphicFramePr>
        <p:xfrm>
          <a:off x="1331640" y="2276872"/>
          <a:ext cx="6027191" cy="312428"/>
        </p:xfrm>
        <a:graphic>
          <a:graphicData uri="http://schemas.openxmlformats.org/drawingml/2006/table">
            <a:tbl>
              <a:tblPr firstRow="1" bandRow="1">
                <a:noFill/>
              </a:tblPr>
              <a:tblGrid>
                <a:gridCol w="6027191">
                  <a:extLst>
                    <a:ext uri="{9D8B030D-6E8A-4147-A177-3AD203B41FA5}">
                      <a16:colId xmlns:a16="http://schemas.microsoft.com/office/drawing/2014/main" val="20000"/>
                    </a:ext>
                  </a:extLst>
                </a:gridCol>
              </a:tblGrid>
              <a:tr h="278138">
                <a:tc>
                  <a:txBody>
                    <a:bodyPr/>
                    <a:lstStyle/>
                    <a:p>
                      <a:pPr marL="0" marR="0" lvl="0" indent="0" algn="l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1600" b="1" u="none" strike="noStrike" cap="none" dirty="0"/>
                        <a:t>const</a:t>
                      </a:r>
                      <a:r>
                        <a:rPr lang="en-US" sz="1600" b="0" u="none" strike="noStrike" cap="none" dirty="0"/>
                        <a:t> element = document.querySelector("</a:t>
                      </a:r>
                      <a:r>
                        <a:rPr lang="en-US" sz="1600" b="1" u="none" strike="noStrike" cap="none" dirty="0"/>
                        <a:t>#myElement</a:t>
                      </a:r>
                      <a:r>
                        <a:rPr lang="en-US" sz="1600" b="0" u="none" strike="noStrike" cap="none" dirty="0"/>
                        <a:t>");</a:t>
                      </a:r>
                      <a:endParaRPr sz="1600" b="0" u="none" strike="noStrike" cap="none" dirty="0"/>
                    </a:p>
                  </a:txBody>
                  <a:tcPr marL="68588" marR="68588" marT="34294" marB="34294"/>
                </a:tc>
                <a:extLst>
                  <a:ext uri="{0D108BD9-81ED-4DB2-BD59-A6C34878D82A}">
                    <a16:rowId xmlns:a16="http://schemas.microsoft.com/office/drawing/2014/main" val="10000"/>
                  </a:ext>
                </a:extLst>
              </a:tr>
            </a:tbl>
          </a:graphicData>
        </a:graphic>
      </p:graphicFrame>
    </p:spTree>
  </p:cSld>
  <p:clrMapOvr>
    <a:masterClrMapping/>
  </p:clrMapOvr>
</p:sld>
</file>

<file path=ppt/slides/slide1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Shape 13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37" name="Google Shape;137;p12"/>
          <p:cNvSpPr txBox="1">
            <a:spLocks noGrp="1"/>
          </p:cNvSpPr>
          <p:nvPr>
            <p:ph type="title"/>
          </p:nvPr>
        </p:nvSpPr>
        <p:spPr>
          <a:prstGeom prst="rect">
            <a:avLst/>
          </a:prstGeom>
          <a:noFill/>
          <a:ln>
            <a:noFill/>
          </a:ln>
        </p:spPr>
        <p:txBody>
          <a:bodyPr spcFirstLastPara="1" vert="horz" wrap="square" lIns="68569" tIns="34275" rIns="68569" bIns="34275" numCol="1" anchor="t" anchorCtr="0" compatLnSpc="1">
            <a:prstTxWarp prst="textNoShape">
              <a:avLst/>
            </a:prstTxWarp>
            <a:noAutofit/>
          </a:bodyPr>
          <a:lstStyle/>
          <a:p>
            <a:pPr>
              <a:spcBef>
                <a:spcPts val="0"/>
              </a:spcBef>
              <a:spcAft>
                <a:spcPts val="0"/>
              </a:spcAft>
            </a:pPr>
            <a:r>
              <a:rPr lang="en-US"/>
              <a:t>DOM 수정</a:t>
            </a:r>
            <a:endParaRPr/>
          </a:p>
        </p:txBody>
      </p:sp>
      <p:sp>
        <p:nvSpPr>
          <p:cNvPr id="2" name="내용 개체 틀 1">
            <a:extLst>
              <a:ext uri="{FF2B5EF4-FFF2-40B4-BE49-F238E27FC236}">
                <a16:creationId xmlns:a16="http://schemas.microsoft.com/office/drawing/2014/main" id="{438CDE6C-C4B7-33AE-E528-BDA01A457746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444500" y="1152525"/>
            <a:ext cx="8519988" cy="5019675"/>
          </a:xfrm>
        </p:spPr>
        <p:txBody>
          <a:bodyPr>
            <a:normAutofit/>
          </a:bodyPr>
          <a:lstStyle/>
          <a:p>
            <a:r>
              <a:rPr lang="ko-KR" altLang="en-US" sz="1600" dirty="0"/>
              <a:t>요소 생성 및 추가</a:t>
            </a:r>
          </a:p>
          <a:p>
            <a:endParaRPr lang="ko-KR" altLang="en-US" sz="1600" dirty="0"/>
          </a:p>
          <a:p>
            <a:pPr marL="0" indent="0">
              <a:buNone/>
            </a:pPr>
            <a:endParaRPr lang="ko-KR" altLang="en-US" sz="1600" dirty="0"/>
          </a:p>
          <a:p>
            <a:endParaRPr lang="en-US" altLang="ko-KR" sz="1600" dirty="0"/>
          </a:p>
          <a:p>
            <a:pPr lvl="1"/>
            <a:r>
              <a:rPr lang="en-US" altLang="ko-KR" sz="1400" dirty="0"/>
              <a:t>document.createElement: </a:t>
            </a:r>
            <a:r>
              <a:rPr lang="ko-KR" altLang="en-US" sz="1400" dirty="0"/>
              <a:t>새로운 </a:t>
            </a:r>
            <a:r>
              <a:rPr lang="en-US" altLang="ko-KR" sz="1400" dirty="0"/>
              <a:t>HTML </a:t>
            </a:r>
            <a:r>
              <a:rPr lang="ko-KR" altLang="en-US" sz="1400" dirty="0"/>
              <a:t>요소를 생성한다</a:t>
            </a:r>
            <a:r>
              <a:rPr lang="en-US" altLang="ko-KR" sz="1400" dirty="0"/>
              <a:t>.</a:t>
            </a:r>
          </a:p>
          <a:p>
            <a:pPr lvl="1"/>
            <a:r>
              <a:rPr lang="en-US" altLang="ko-KR" sz="1400" dirty="0"/>
              <a:t>element.appendChild: </a:t>
            </a:r>
            <a:r>
              <a:rPr lang="ko-KR" altLang="en-US" sz="1400" dirty="0"/>
              <a:t>부모 요소에 자식 요소를 추가한다</a:t>
            </a:r>
            <a:r>
              <a:rPr lang="en-US" altLang="ko-KR" sz="1400" dirty="0"/>
              <a:t>.</a:t>
            </a:r>
          </a:p>
          <a:p>
            <a:r>
              <a:rPr lang="ko-KR" altLang="en-US" sz="1600" dirty="0"/>
              <a:t>요소 삭제</a:t>
            </a:r>
          </a:p>
          <a:p>
            <a:pPr marL="0" indent="0">
              <a:buNone/>
            </a:pPr>
            <a:endParaRPr lang="ko-KR" altLang="en-US" sz="1600" dirty="0"/>
          </a:p>
          <a:p>
            <a:endParaRPr lang="en-US" altLang="ko-KR" sz="1600" dirty="0"/>
          </a:p>
          <a:p>
            <a:pPr lvl="1"/>
            <a:r>
              <a:rPr lang="en-US" altLang="ko-KR" sz="1400" dirty="0"/>
              <a:t>parentNode.removeChild: </a:t>
            </a:r>
            <a:r>
              <a:rPr lang="ko-KR" altLang="en-US" sz="1400" dirty="0"/>
              <a:t>부모 요소에서 자식 요소를 제거한다</a:t>
            </a:r>
            <a:r>
              <a:rPr lang="en-US" altLang="ko-KR" sz="1400" dirty="0"/>
              <a:t>.</a:t>
            </a:r>
          </a:p>
          <a:p>
            <a:endParaRPr lang="ko-KR" altLang="en-US" dirty="0"/>
          </a:p>
        </p:txBody>
      </p:sp>
      <p:sp>
        <p:nvSpPr>
          <p:cNvPr id="139" name="Google Shape;139;p12"/>
          <p:cNvSpPr txBox="1">
            <a:spLocks noGrp="1"/>
          </p:cNvSpPr>
          <p:nvPr>
            <p:ph type="sldNum" sz="quarter" idx="10"/>
          </p:nvPr>
        </p:nvSpPr>
        <p:spPr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t" anchorCtr="0">
            <a:noAutofit/>
          </a:bodyPr>
          <a:lstStyle>
            <a:defPPr marR="0" lvl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defPPr>
            <a:lvl1pPr marL="0" marR="0" lvl="0" indent="0" algn="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Font typeface="Arial"/>
              <a:buNone/>
              <a:defRPr sz="1300" b="0" i="0" u="none" strike="noStrike" cap="none">
                <a:solidFill>
                  <a:schemeClr val="dk2"/>
                </a:solidFill>
                <a:latin typeface="Tahoma"/>
                <a:ea typeface="Tahoma"/>
                <a:cs typeface="Tahoma"/>
                <a:sym typeface="Tahoma"/>
              </a:defRPr>
            </a:lvl1pPr>
            <a:lvl2pPr marL="0" marR="0" lvl="1" indent="0" algn="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Font typeface="Arial"/>
              <a:buNone/>
              <a:defRPr sz="1300" b="0" i="0" u="none" strike="noStrike" cap="none">
                <a:solidFill>
                  <a:schemeClr val="dk2"/>
                </a:solidFill>
                <a:latin typeface="Tahoma"/>
                <a:ea typeface="Tahoma"/>
                <a:cs typeface="Tahoma"/>
                <a:sym typeface="Tahoma"/>
              </a:defRPr>
            </a:lvl2pPr>
            <a:lvl3pPr marL="0" marR="0" lvl="2" indent="0" algn="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Font typeface="Arial"/>
              <a:buNone/>
              <a:defRPr sz="1300" b="0" i="0" u="none" strike="noStrike" cap="none">
                <a:solidFill>
                  <a:schemeClr val="dk2"/>
                </a:solidFill>
                <a:latin typeface="Tahoma"/>
                <a:ea typeface="Tahoma"/>
                <a:cs typeface="Tahoma"/>
                <a:sym typeface="Tahoma"/>
              </a:defRPr>
            </a:lvl3pPr>
            <a:lvl4pPr marL="0" marR="0" lvl="3" indent="0" algn="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Font typeface="Arial"/>
              <a:buNone/>
              <a:defRPr sz="1300" b="0" i="0" u="none" strike="noStrike" cap="none">
                <a:solidFill>
                  <a:schemeClr val="dk2"/>
                </a:solidFill>
                <a:latin typeface="Tahoma"/>
                <a:ea typeface="Tahoma"/>
                <a:cs typeface="Tahoma"/>
                <a:sym typeface="Tahoma"/>
              </a:defRPr>
            </a:lvl4pPr>
            <a:lvl5pPr marL="0" marR="0" lvl="4" indent="0" algn="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Font typeface="Arial"/>
              <a:buNone/>
              <a:defRPr sz="1300" b="0" i="0" u="none" strike="noStrike" cap="none">
                <a:solidFill>
                  <a:schemeClr val="dk2"/>
                </a:solidFill>
                <a:latin typeface="Tahoma"/>
                <a:ea typeface="Tahoma"/>
                <a:cs typeface="Tahoma"/>
                <a:sym typeface="Tahoma"/>
              </a:defRPr>
            </a:lvl5pPr>
            <a:lvl6pPr marL="0" marR="0" lvl="5" indent="0" algn="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Font typeface="Arial"/>
              <a:buNone/>
              <a:defRPr sz="1300" b="0" i="0" u="none" strike="noStrike" cap="none">
                <a:solidFill>
                  <a:schemeClr val="dk2"/>
                </a:solidFill>
                <a:latin typeface="Tahoma"/>
                <a:ea typeface="Tahoma"/>
                <a:cs typeface="Tahoma"/>
                <a:sym typeface="Tahoma"/>
              </a:defRPr>
            </a:lvl6pPr>
            <a:lvl7pPr marL="0" marR="0" lvl="6" indent="0" algn="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Font typeface="Arial"/>
              <a:buNone/>
              <a:defRPr sz="1300" b="0" i="0" u="none" strike="noStrike" cap="none">
                <a:solidFill>
                  <a:schemeClr val="dk2"/>
                </a:solidFill>
                <a:latin typeface="Tahoma"/>
                <a:ea typeface="Tahoma"/>
                <a:cs typeface="Tahoma"/>
                <a:sym typeface="Tahoma"/>
              </a:defRPr>
            </a:lvl7pPr>
            <a:lvl8pPr marL="0" marR="0" lvl="7" indent="0" algn="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Font typeface="Arial"/>
              <a:buNone/>
              <a:defRPr sz="1300" b="0" i="0" u="none" strike="noStrike" cap="none">
                <a:solidFill>
                  <a:schemeClr val="dk2"/>
                </a:solidFill>
                <a:latin typeface="Tahoma"/>
                <a:ea typeface="Tahoma"/>
                <a:cs typeface="Tahoma"/>
                <a:sym typeface="Tahoma"/>
              </a:defRPr>
            </a:lvl8pPr>
            <a:lvl9pPr marL="0" marR="0" lvl="8" indent="0" algn="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Font typeface="Arial"/>
              <a:buNone/>
              <a:defRPr sz="1300" b="0" i="0" u="none" strike="noStrike" cap="none">
                <a:solidFill>
                  <a:schemeClr val="dk2"/>
                </a:solidFill>
                <a:latin typeface="Tahoma"/>
                <a:ea typeface="Tahoma"/>
                <a:cs typeface="Tahoma"/>
                <a:sym typeface="Tahoma"/>
              </a:defRPr>
            </a:lvl9pPr>
          </a:lstStyle>
          <a:p>
            <a:pPr algn="r"/>
            <a:fld id="{00000000-1234-1234-1234-123412341234}" type="slidenum">
              <a:rPr lang="en-US" smtClean="0"/>
              <a:pPr algn="r"/>
              <a:t>18</a:t>
            </a:fld>
            <a:endParaRPr/>
          </a:p>
        </p:txBody>
      </p:sp>
      <p:sp>
        <p:nvSpPr>
          <p:cNvPr id="140" name="Google Shape;140;p12"/>
          <p:cNvSpPr txBox="1">
            <a:spLocks noGrp="1"/>
          </p:cNvSpPr>
          <p:nvPr>
            <p:ph type="ftr" sz="quarter" idx="11"/>
          </p:nvPr>
        </p:nvSpPr>
        <p:spPr>
          <a:prstGeom prst="rect">
            <a:avLst/>
          </a:prstGeom>
          <a:noFill/>
          <a:ln>
            <a:noFill/>
          </a:ln>
        </p:spPr>
        <p:txBody>
          <a:bodyPr spcFirstLastPara="1" vert="horz" wrap="square" lIns="68569" tIns="34275" rIns="68569" bIns="34275" numCol="1" anchor="b" anchorCtr="0" compatLnSpc="1">
            <a:prstTxWarp prst="textNoShape">
              <a:avLst/>
            </a:prstTxWarp>
            <a:noAutofit/>
          </a:bodyPr>
          <a:lstStyle/>
          <a:p>
            <a:pPr>
              <a:spcBef>
                <a:spcPts val="0"/>
              </a:spcBef>
            </a:pPr>
            <a:endParaRPr/>
          </a:p>
        </p:txBody>
      </p:sp>
      <p:graphicFrame>
        <p:nvGraphicFramePr>
          <p:cNvPr id="141" name="Google Shape;141;p12"/>
          <p:cNvGraphicFramePr/>
          <p:nvPr>
            <p:extLst>
              <p:ext uri="{D42A27DB-BD31-4B8C-83A1-F6EECF244321}">
                <p14:modId xmlns:p14="http://schemas.microsoft.com/office/powerpoint/2010/main" val="1865408357"/>
              </p:ext>
            </p:extLst>
          </p:nvPr>
        </p:nvGraphicFramePr>
        <p:xfrm>
          <a:off x="896938" y="1556792"/>
          <a:ext cx="7772400" cy="741225"/>
        </p:xfrm>
        <a:graphic>
          <a:graphicData uri="http://schemas.openxmlformats.org/drawingml/2006/table">
            <a:tbl>
              <a:tblPr firstRow="1" bandRow="1">
                <a:noFill/>
              </a:tblPr>
              <a:tblGrid>
                <a:gridCol w="7772400">
                  <a:extLst>
                    <a:ext uri="{9D8B030D-6E8A-4147-A177-3AD203B41FA5}">
                      <a16:colId xmlns:a16="http://schemas.microsoft.com/office/drawing/2014/main" val="20000"/>
                    </a:ext>
                  </a:extLst>
                </a:gridCol>
              </a:tblGrid>
              <a:tr h="741225">
                <a:tc>
                  <a:txBody>
                    <a:bodyPr/>
                    <a:lstStyle/>
                    <a:p>
                      <a:pPr marL="0" marR="0" lvl="0" indent="0" algn="l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1400" b="1" u="none" strike="noStrike" cap="none" dirty="0"/>
                        <a:t>const</a:t>
                      </a:r>
                      <a:r>
                        <a:rPr lang="en-US" sz="1400" b="0" u="none" strike="noStrike" cap="none" dirty="0"/>
                        <a:t> newElement = document.createElement("div");</a:t>
                      </a:r>
                      <a:endParaRPr sz="1400" dirty="0"/>
                    </a:p>
                    <a:p>
                      <a:pPr marL="0" marR="0" lvl="0" indent="0" algn="l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1400" b="0" u="none" strike="noStrike" cap="none" dirty="0"/>
                        <a:t>newElement.textContent = "</a:t>
                      </a:r>
                      <a:r>
                        <a:rPr lang="en-US" sz="1400" b="0" u="none" strike="noStrike" cap="none" dirty="0" err="1"/>
                        <a:t>새로운</a:t>
                      </a:r>
                      <a:r>
                        <a:rPr lang="en-US" sz="1400" b="0" u="none" strike="noStrike" cap="none" dirty="0"/>
                        <a:t> </a:t>
                      </a:r>
                      <a:r>
                        <a:rPr lang="en-US" sz="1400" b="0" u="none" strike="noStrike" cap="none" dirty="0" err="1"/>
                        <a:t>요소</a:t>
                      </a:r>
                      <a:r>
                        <a:rPr lang="en-US" sz="1400" b="0" u="none" strike="noStrike" cap="none" dirty="0"/>
                        <a:t>";</a:t>
                      </a:r>
                      <a:endParaRPr sz="1400" dirty="0"/>
                    </a:p>
                    <a:p>
                      <a:pPr marL="0" marR="0" lvl="0" indent="0" algn="l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1400" b="0" u="none" strike="noStrike" cap="none" dirty="0"/>
                        <a:t>document.body.appendChild(newElement);</a:t>
                      </a:r>
                      <a:endParaRPr sz="1400" b="0" u="none" strike="noStrike" cap="none" dirty="0"/>
                    </a:p>
                  </a:txBody>
                  <a:tcPr marL="68588" marR="68588" marT="34294" marB="34294"/>
                </a:tc>
                <a:extLst>
                  <a:ext uri="{0D108BD9-81ED-4DB2-BD59-A6C34878D82A}">
                    <a16:rowId xmlns:a16="http://schemas.microsoft.com/office/drawing/2014/main" val="10000"/>
                  </a:ext>
                </a:extLst>
              </a:tr>
            </a:tbl>
          </a:graphicData>
        </a:graphic>
      </p:graphicFrame>
      <p:graphicFrame>
        <p:nvGraphicFramePr>
          <p:cNvPr id="142" name="Google Shape;142;p12"/>
          <p:cNvGraphicFramePr/>
          <p:nvPr>
            <p:extLst>
              <p:ext uri="{D42A27DB-BD31-4B8C-83A1-F6EECF244321}">
                <p14:modId xmlns:p14="http://schemas.microsoft.com/office/powerpoint/2010/main" val="3384062846"/>
              </p:ext>
            </p:extLst>
          </p:nvPr>
        </p:nvGraphicFramePr>
        <p:xfrm>
          <a:off x="901017" y="3573016"/>
          <a:ext cx="7884000" cy="502928"/>
        </p:xfrm>
        <a:graphic>
          <a:graphicData uri="http://schemas.openxmlformats.org/drawingml/2006/table">
            <a:tbl>
              <a:tblPr firstRow="1" bandRow="1">
                <a:noFill/>
              </a:tblPr>
              <a:tblGrid>
                <a:gridCol w="7884000">
                  <a:extLst>
                    <a:ext uri="{9D8B030D-6E8A-4147-A177-3AD203B41FA5}">
                      <a16:colId xmlns:a16="http://schemas.microsoft.com/office/drawing/2014/main" val="20000"/>
                    </a:ext>
                  </a:extLst>
                </a:gridCol>
              </a:tblGrid>
              <a:tr h="502928">
                <a:tc>
                  <a:txBody>
                    <a:bodyPr/>
                    <a:lstStyle/>
                    <a:p>
                      <a:pPr marL="0" marR="0" lvl="0" indent="0" algn="l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1400" b="1" u="none" strike="noStrike" cap="none" dirty="0">
                          <a:solidFill>
                            <a:srgbClr val="000000"/>
                          </a:solidFill>
                        </a:rPr>
                        <a:t>const</a:t>
                      </a:r>
                      <a:r>
                        <a:rPr lang="en-US" sz="1400" b="0" u="none" strike="noStrike" cap="none" dirty="0">
                          <a:solidFill>
                            <a:srgbClr val="000000"/>
                          </a:solidFill>
                        </a:rPr>
                        <a:t> elementToRemove = document.getElementById("removeMe");</a:t>
                      </a:r>
                      <a:endParaRPr sz="1400" dirty="0"/>
                    </a:p>
                    <a:p>
                      <a:pPr marL="0" marR="0" lvl="0" indent="0" algn="l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1400" b="0" u="none" strike="noStrike" cap="none" dirty="0">
                          <a:solidFill>
                            <a:srgbClr val="000000"/>
                          </a:solidFill>
                        </a:rPr>
                        <a:t>elementToRemove.parentNode.removeChild(elementToRemove);</a:t>
                      </a:r>
                      <a:endParaRPr sz="1400" b="0" u="none" strike="noStrike" cap="none" dirty="0">
                        <a:solidFill>
                          <a:srgbClr val="000000"/>
                        </a:solidFill>
                      </a:endParaRPr>
                    </a:p>
                  </a:txBody>
                  <a:tcPr marL="68588" marR="68588" marT="34294" marB="34294">
                    <a:lnL w="12700" cap="flat" cmpd="sng">
                      <a:solidFill>
                        <a:schemeClr val="dk1"/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12700" cap="flat" cmpd="sng">
                      <a:solidFill>
                        <a:schemeClr val="dk1"/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T w="12700" cap="flat" cmpd="sng">
                      <a:solidFill>
                        <a:schemeClr val="dk1"/>
                      </a:solidFill>
                      <a:prstDash val="solid"/>
                      <a:round/>
                      <a:headEnd type="none" w="sm" len="sm"/>
                      <a:tailEnd type="none" w="sm" len="sm"/>
                    </a:lnT>
                    <a:lnB w="12700" cap="flat" cmpd="sng">
                      <a:solidFill>
                        <a:schemeClr val="dk1"/>
                      </a:solidFill>
                      <a:prstDash val="solid"/>
                      <a:round/>
                      <a:headEnd type="none" w="sm" len="sm"/>
                      <a:tailEnd type="none" w="sm" len="sm"/>
                    </a:lnB>
                  </a:tcPr>
                </a:tc>
                <a:extLst>
                  <a:ext uri="{0D108BD9-81ED-4DB2-BD59-A6C34878D82A}">
                    <a16:rowId xmlns:a16="http://schemas.microsoft.com/office/drawing/2014/main" val="10000"/>
                  </a:ext>
                </a:extLst>
              </a:tr>
            </a:tbl>
          </a:graphicData>
        </a:graphic>
      </p:graphicFrame>
    </p:spTree>
  </p:cSld>
  <p:clrMapOvr>
    <a:masterClrMapping/>
  </p:clrMapOvr>
</p:sld>
</file>

<file path=ppt/slides/slide1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Shape 14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내용 개체 틀 2">
            <a:extLst>
              <a:ext uri="{FF2B5EF4-FFF2-40B4-BE49-F238E27FC236}">
                <a16:creationId xmlns:a16="http://schemas.microsoft.com/office/drawing/2014/main" id="{B0916419-A2D6-ECFB-3C3D-6A539F693B6C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444500" y="1152525"/>
            <a:ext cx="7943924" cy="5019675"/>
          </a:xfrm>
        </p:spPr>
        <p:txBody>
          <a:bodyPr>
            <a:normAutofit/>
          </a:bodyPr>
          <a:lstStyle/>
          <a:p>
            <a:r>
              <a:rPr lang="ko-KR" altLang="en-US" sz="1200" dirty="0"/>
              <a:t>이벤트 핸들링</a:t>
            </a:r>
          </a:p>
          <a:p>
            <a:endParaRPr lang="ko-KR" altLang="en-US" sz="1200" dirty="0"/>
          </a:p>
          <a:p>
            <a:endParaRPr lang="ko-KR" altLang="en-US" sz="1200" dirty="0"/>
          </a:p>
          <a:p>
            <a:endParaRPr lang="ko-KR" altLang="en-US" sz="1200" dirty="0"/>
          </a:p>
          <a:p>
            <a:pPr marL="0" indent="0">
              <a:buNone/>
            </a:pPr>
            <a:endParaRPr lang="ko-KR" altLang="en-US" sz="1200" dirty="0"/>
          </a:p>
          <a:p>
            <a:r>
              <a:rPr lang="ko-KR" altLang="en-US" sz="1200" b="1" dirty="0"/>
              <a:t>이벤트 리스너를 통해 사용자의 동작에 반응하는 코드를 작성할 수 있습니다</a:t>
            </a:r>
            <a:r>
              <a:rPr lang="en-US" altLang="ko-KR" sz="1200" b="1" dirty="0"/>
              <a:t>.</a:t>
            </a:r>
          </a:p>
          <a:p>
            <a:r>
              <a:rPr lang="en-US" altLang="ko-KR" sz="1200" b="1" dirty="0"/>
              <a:t>addEventListener: </a:t>
            </a:r>
            <a:r>
              <a:rPr lang="ko-KR" altLang="en-US" sz="1200" b="1" dirty="0"/>
              <a:t>요소에 이벤트를 등록합니다</a:t>
            </a:r>
            <a:r>
              <a:rPr lang="en-US" altLang="ko-KR" sz="1200" b="1" dirty="0"/>
              <a:t>.</a:t>
            </a:r>
          </a:p>
          <a:p>
            <a:pPr lvl="1"/>
            <a:r>
              <a:rPr lang="ko-KR" altLang="en-US" sz="1200" dirty="0"/>
              <a:t>다양한 이벤트 종류</a:t>
            </a:r>
          </a:p>
          <a:p>
            <a:pPr lvl="1"/>
            <a:r>
              <a:rPr lang="ko-KR" altLang="en-US" sz="1200" dirty="0"/>
              <a:t>클릭 이벤트 </a:t>
            </a:r>
            <a:r>
              <a:rPr lang="en-US" altLang="ko-KR" sz="1200" dirty="0"/>
              <a:t>: click</a:t>
            </a:r>
          </a:p>
          <a:p>
            <a:pPr lvl="1"/>
            <a:r>
              <a:rPr lang="ko-KR" altLang="en-US" sz="1200" dirty="0"/>
              <a:t>키보드 입력 이벤트 </a:t>
            </a:r>
            <a:r>
              <a:rPr lang="en-US" altLang="ko-KR" sz="1200" dirty="0"/>
              <a:t>: keydown, keyup</a:t>
            </a:r>
          </a:p>
          <a:p>
            <a:pPr lvl="1"/>
            <a:r>
              <a:rPr lang="ko-KR" altLang="en-US" sz="1200" dirty="0"/>
              <a:t>마우스 이벤트 </a:t>
            </a:r>
            <a:r>
              <a:rPr lang="en-US" altLang="ko-KR" sz="1200" dirty="0"/>
              <a:t>: mousemove, mouseover, mouseout</a:t>
            </a:r>
          </a:p>
          <a:p>
            <a:pPr lvl="1"/>
            <a:r>
              <a:rPr lang="ko-KR" altLang="en-US" sz="1200" dirty="0"/>
              <a:t>폼 이벤트 </a:t>
            </a:r>
            <a:r>
              <a:rPr lang="en-US" altLang="ko-KR" sz="1200" dirty="0"/>
              <a:t>: submit, change</a:t>
            </a:r>
          </a:p>
          <a:p>
            <a:r>
              <a:rPr lang="ko-KR" altLang="en-US" sz="1200" b="1" dirty="0"/>
              <a:t>이벤트 전파</a:t>
            </a:r>
          </a:p>
          <a:p>
            <a:pPr lvl="1"/>
            <a:r>
              <a:rPr lang="ko-KR" altLang="en-US" sz="1200" dirty="0"/>
              <a:t>캡처링 </a:t>
            </a:r>
            <a:r>
              <a:rPr lang="en-US" altLang="ko-KR" sz="1200" dirty="0"/>
              <a:t>: </a:t>
            </a:r>
            <a:r>
              <a:rPr lang="ko-KR" altLang="en-US" sz="1200" dirty="0"/>
              <a:t>이벤트가 상위 요소에서 하위 요소로 전달된다</a:t>
            </a:r>
            <a:r>
              <a:rPr lang="en-US" altLang="ko-KR" sz="1200" dirty="0"/>
              <a:t>.</a:t>
            </a:r>
          </a:p>
          <a:p>
            <a:pPr lvl="1"/>
            <a:r>
              <a:rPr lang="ko-KR" altLang="en-US" sz="1200" dirty="0"/>
              <a:t>버블링 </a:t>
            </a:r>
            <a:r>
              <a:rPr lang="en-US" altLang="ko-KR" sz="1200" dirty="0"/>
              <a:t>: </a:t>
            </a:r>
            <a:r>
              <a:rPr lang="ko-KR" altLang="en-US" sz="1200" dirty="0"/>
              <a:t>이벤트가 하위 요소에서 상위 요소로 전달된다</a:t>
            </a:r>
            <a:r>
              <a:rPr lang="en-US" altLang="ko-KR" sz="1200" dirty="0"/>
              <a:t>.</a:t>
            </a:r>
          </a:p>
          <a:p>
            <a:endParaRPr lang="en-US" altLang="ko-KR" sz="1700" dirty="0"/>
          </a:p>
          <a:p>
            <a:endParaRPr lang="ko-KR" altLang="en-US" dirty="0"/>
          </a:p>
        </p:txBody>
      </p:sp>
      <p:sp>
        <p:nvSpPr>
          <p:cNvPr id="147" name="Google Shape;147;p13"/>
          <p:cNvSpPr txBox="1">
            <a:spLocks noGrp="1"/>
          </p:cNvSpPr>
          <p:nvPr>
            <p:ph type="title"/>
          </p:nvPr>
        </p:nvSpPr>
        <p:spPr>
          <a:prstGeom prst="rect">
            <a:avLst/>
          </a:prstGeom>
          <a:noFill/>
          <a:ln>
            <a:noFill/>
          </a:ln>
        </p:spPr>
        <p:txBody>
          <a:bodyPr spcFirstLastPara="1" vert="horz" wrap="square" lIns="68569" tIns="34275" rIns="68569" bIns="34275" numCol="1" anchor="t" anchorCtr="0" compatLnSpc="1">
            <a:prstTxWarp prst="textNoShape">
              <a:avLst/>
            </a:prstTxWarp>
            <a:noAutofit/>
          </a:bodyPr>
          <a:lstStyle/>
          <a:p>
            <a:pPr>
              <a:spcBef>
                <a:spcPts val="0"/>
              </a:spcBef>
              <a:spcAft>
                <a:spcPts val="0"/>
              </a:spcAft>
            </a:pPr>
            <a:r>
              <a:rPr lang="en-US"/>
              <a:t>이벤트 핸들링</a:t>
            </a:r>
            <a:endParaRPr/>
          </a:p>
        </p:txBody>
      </p:sp>
      <p:sp>
        <p:nvSpPr>
          <p:cNvPr id="150" name="Google Shape;150;p13"/>
          <p:cNvSpPr txBox="1">
            <a:spLocks noGrp="1"/>
          </p:cNvSpPr>
          <p:nvPr>
            <p:ph type="ftr" sz="quarter" idx="11"/>
          </p:nvPr>
        </p:nvSpPr>
        <p:spPr>
          <a:prstGeom prst="rect">
            <a:avLst/>
          </a:prstGeom>
          <a:noFill/>
          <a:ln>
            <a:noFill/>
          </a:ln>
        </p:spPr>
        <p:txBody>
          <a:bodyPr spcFirstLastPara="1" vert="horz" wrap="square" lIns="68569" tIns="34275" rIns="68569" bIns="34275" numCol="1" anchor="b" anchorCtr="0" compatLnSpc="1">
            <a:prstTxWarp prst="textNoShape">
              <a:avLst/>
            </a:prstTxWarp>
            <a:noAutofit/>
          </a:bodyPr>
          <a:lstStyle/>
          <a:p>
            <a:pPr>
              <a:spcBef>
                <a:spcPts val="0"/>
              </a:spcBef>
            </a:pPr>
            <a:endParaRPr/>
          </a:p>
        </p:txBody>
      </p:sp>
      <p:sp>
        <p:nvSpPr>
          <p:cNvPr id="149" name="Google Shape;149;p13"/>
          <p:cNvSpPr txBox="1">
            <a:spLocks noGrp="1"/>
          </p:cNvSpPr>
          <p:nvPr>
            <p:ph type="sldNum" idx="4294967295"/>
          </p:nvPr>
        </p:nvSpPr>
        <p:spPr>
          <a:xfrm>
            <a:off x="6604000" y="6419850"/>
            <a:ext cx="2540000" cy="3048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t" anchorCtr="0">
            <a:noAutofit/>
          </a:bodyPr>
          <a:lstStyle>
            <a:defPPr marR="0" lvl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defPPr>
            <a:lvl1pPr marL="0" marR="0" lvl="0" indent="0" algn="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Font typeface="Arial"/>
              <a:buNone/>
              <a:defRPr sz="1300" b="0" i="0" u="none" strike="noStrike" cap="none">
                <a:solidFill>
                  <a:schemeClr val="dk2"/>
                </a:solidFill>
                <a:latin typeface="Tahoma"/>
                <a:ea typeface="Tahoma"/>
                <a:cs typeface="Tahoma"/>
                <a:sym typeface="Tahoma"/>
              </a:defRPr>
            </a:lvl1pPr>
            <a:lvl2pPr marL="0" marR="0" lvl="1" indent="0" algn="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Font typeface="Arial"/>
              <a:buNone/>
              <a:defRPr sz="1300" b="0" i="0" u="none" strike="noStrike" cap="none">
                <a:solidFill>
                  <a:schemeClr val="dk2"/>
                </a:solidFill>
                <a:latin typeface="Tahoma"/>
                <a:ea typeface="Tahoma"/>
                <a:cs typeface="Tahoma"/>
                <a:sym typeface="Tahoma"/>
              </a:defRPr>
            </a:lvl2pPr>
            <a:lvl3pPr marL="0" marR="0" lvl="2" indent="0" algn="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Font typeface="Arial"/>
              <a:buNone/>
              <a:defRPr sz="1300" b="0" i="0" u="none" strike="noStrike" cap="none">
                <a:solidFill>
                  <a:schemeClr val="dk2"/>
                </a:solidFill>
                <a:latin typeface="Tahoma"/>
                <a:ea typeface="Tahoma"/>
                <a:cs typeface="Tahoma"/>
                <a:sym typeface="Tahoma"/>
              </a:defRPr>
            </a:lvl3pPr>
            <a:lvl4pPr marL="0" marR="0" lvl="3" indent="0" algn="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Font typeface="Arial"/>
              <a:buNone/>
              <a:defRPr sz="1300" b="0" i="0" u="none" strike="noStrike" cap="none">
                <a:solidFill>
                  <a:schemeClr val="dk2"/>
                </a:solidFill>
                <a:latin typeface="Tahoma"/>
                <a:ea typeface="Tahoma"/>
                <a:cs typeface="Tahoma"/>
                <a:sym typeface="Tahoma"/>
              </a:defRPr>
            </a:lvl4pPr>
            <a:lvl5pPr marL="0" marR="0" lvl="4" indent="0" algn="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Font typeface="Arial"/>
              <a:buNone/>
              <a:defRPr sz="1300" b="0" i="0" u="none" strike="noStrike" cap="none">
                <a:solidFill>
                  <a:schemeClr val="dk2"/>
                </a:solidFill>
                <a:latin typeface="Tahoma"/>
                <a:ea typeface="Tahoma"/>
                <a:cs typeface="Tahoma"/>
                <a:sym typeface="Tahoma"/>
              </a:defRPr>
            </a:lvl5pPr>
            <a:lvl6pPr marL="0" marR="0" lvl="5" indent="0" algn="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Font typeface="Arial"/>
              <a:buNone/>
              <a:defRPr sz="1300" b="0" i="0" u="none" strike="noStrike" cap="none">
                <a:solidFill>
                  <a:schemeClr val="dk2"/>
                </a:solidFill>
                <a:latin typeface="Tahoma"/>
                <a:ea typeface="Tahoma"/>
                <a:cs typeface="Tahoma"/>
                <a:sym typeface="Tahoma"/>
              </a:defRPr>
            </a:lvl6pPr>
            <a:lvl7pPr marL="0" marR="0" lvl="6" indent="0" algn="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Font typeface="Arial"/>
              <a:buNone/>
              <a:defRPr sz="1300" b="0" i="0" u="none" strike="noStrike" cap="none">
                <a:solidFill>
                  <a:schemeClr val="dk2"/>
                </a:solidFill>
                <a:latin typeface="Tahoma"/>
                <a:ea typeface="Tahoma"/>
                <a:cs typeface="Tahoma"/>
                <a:sym typeface="Tahoma"/>
              </a:defRPr>
            </a:lvl7pPr>
            <a:lvl8pPr marL="0" marR="0" lvl="7" indent="0" algn="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Font typeface="Arial"/>
              <a:buNone/>
              <a:defRPr sz="1300" b="0" i="0" u="none" strike="noStrike" cap="none">
                <a:solidFill>
                  <a:schemeClr val="dk2"/>
                </a:solidFill>
                <a:latin typeface="Tahoma"/>
                <a:ea typeface="Tahoma"/>
                <a:cs typeface="Tahoma"/>
                <a:sym typeface="Tahoma"/>
              </a:defRPr>
            </a:lvl8pPr>
            <a:lvl9pPr marL="0" marR="0" lvl="8" indent="0" algn="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Font typeface="Arial"/>
              <a:buNone/>
              <a:defRPr sz="1300" b="0" i="0" u="none" strike="noStrike" cap="none">
                <a:solidFill>
                  <a:schemeClr val="dk2"/>
                </a:solidFill>
                <a:latin typeface="Tahoma"/>
                <a:ea typeface="Tahoma"/>
                <a:cs typeface="Tahoma"/>
                <a:sym typeface="Tahoma"/>
              </a:defRPr>
            </a:lvl9pPr>
          </a:lstStyle>
          <a:p>
            <a:pPr algn="r"/>
            <a:fld id="{00000000-1234-1234-1234-123412341234}" type="slidenum">
              <a:rPr lang="en-US" smtClean="0"/>
              <a:pPr algn="r"/>
              <a:t>19</a:t>
            </a:fld>
            <a:endParaRPr/>
          </a:p>
        </p:txBody>
      </p:sp>
      <p:sp>
        <p:nvSpPr>
          <p:cNvPr id="151" name="Google Shape;151;p13"/>
          <p:cNvSpPr txBox="1"/>
          <p:nvPr/>
        </p:nvSpPr>
        <p:spPr>
          <a:xfrm>
            <a:off x="896938" y="1412776"/>
            <a:ext cx="5707062" cy="1054104"/>
          </a:xfrm>
          <a:prstGeom prst="rect">
            <a:avLst/>
          </a:prstGeom>
          <a:noFill/>
          <a:ln w="9525" cap="flat" cmpd="sng">
            <a:solidFill>
              <a:srgbClr val="000000"/>
            </a:solidFill>
            <a:prstDash val="solid"/>
            <a:round/>
            <a:headEnd type="none" w="sm" len="sm"/>
            <a:tailEnd type="none" w="sm" len="sm"/>
          </a:ln>
        </p:spPr>
        <p:txBody>
          <a:bodyPr spcFirstLastPara="1" wrap="square" lIns="68569" tIns="34275" rIns="68569" bIns="34275" anchor="t" anchorCtr="0">
            <a:spAutoFit/>
          </a:bodyPr>
          <a:lstStyle/>
          <a:p>
            <a:r>
              <a:rPr lang="en-US" sz="1600" dirty="0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const button = document.querySelector("#myButton");</a:t>
            </a:r>
            <a:endParaRPr sz="1600" dirty="0"/>
          </a:p>
          <a:p>
            <a:r>
              <a:rPr lang="en-US" sz="1600" dirty="0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button.addEventListener("click", function() {    </a:t>
            </a:r>
            <a:endParaRPr sz="1600" dirty="0"/>
          </a:p>
          <a:p>
            <a:r>
              <a:rPr lang="en-US" sz="1600" dirty="0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      alert("버튼이 클릭되었습니다!");</a:t>
            </a:r>
            <a:endParaRPr sz="1600" dirty="0"/>
          </a:p>
          <a:p>
            <a:r>
              <a:rPr lang="en-US" sz="1600" dirty="0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});</a:t>
            </a:r>
            <a:endParaRPr sz="1600" dirty="0">
              <a:solidFill>
                <a:schemeClr val="dk1"/>
              </a:solidFill>
              <a:latin typeface="Tahoma"/>
              <a:ea typeface="Tahoma"/>
              <a:cs typeface="Tahoma"/>
              <a:sym typeface="Tahoma"/>
            </a:endParaRPr>
          </a:p>
        </p:txBody>
      </p:sp>
      <p:graphicFrame>
        <p:nvGraphicFramePr>
          <p:cNvPr id="4" name="Google Shape;160;p14">
            <a:extLst>
              <a:ext uri="{FF2B5EF4-FFF2-40B4-BE49-F238E27FC236}">
                <a16:creationId xmlns:a16="http://schemas.microsoft.com/office/drawing/2014/main" id="{7A081F93-DE36-4010-FDA8-E5463FE8F58A}"/>
              </a:ext>
            </a:extLst>
          </p:cNvPr>
          <p:cNvGraphicFramePr/>
          <p:nvPr>
            <p:extLst>
              <p:ext uri="{D42A27DB-BD31-4B8C-83A1-F6EECF244321}">
                <p14:modId xmlns:p14="http://schemas.microsoft.com/office/powerpoint/2010/main" val="2632466915"/>
              </p:ext>
            </p:extLst>
          </p:nvPr>
        </p:nvGraphicFramePr>
        <p:xfrm>
          <a:off x="835416" y="5147144"/>
          <a:ext cx="5830106" cy="1135388"/>
        </p:xfrm>
        <a:graphic>
          <a:graphicData uri="http://schemas.openxmlformats.org/drawingml/2006/table">
            <a:tbl>
              <a:tblPr firstRow="1" bandRow="1">
                <a:noFill/>
              </a:tblPr>
              <a:tblGrid>
                <a:gridCol w="5830106">
                  <a:extLst>
                    <a:ext uri="{9D8B030D-6E8A-4147-A177-3AD203B41FA5}">
                      <a16:colId xmlns:a16="http://schemas.microsoft.com/office/drawing/2014/main" val="20000"/>
                    </a:ext>
                  </a:extLst>
                </a:gridCol>
              </a:tblGrid>
              <a:tr h="891548">
                <a:tc>
                  <a:txBody>
                    <a:bodyPr/>
                    <a:lstStyle/>
                    <a:p>
                      <a:pPr marL="0" marR="0" lvl="0" indent="0" algn="l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1400" b="0" u="none" strike="noStrike" cap="none" dirty="0"/>
                        <a:t>document.querySelector("#child").addEventListener("click", (event) =&gt; {    </a:t>
                      </a:r>
                      <a:endParaRPr sz="1400" dirty="0"/>
                    </a:p>
                    <a:p>
                      <a:pPr marL="0" marR="0" lvl="0" indent="0" algn="l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1400" b="0" u="none" strike="noStrike" cap="none" dirty="0"/>
                        <a:t>    event.stopPropagation(); // </a:t>
                      </a:r>
                      <a:r>
                        <a:rPr lang="en-US" sz="1400" b="0" u="none" strike="noStrike" cap="none" dirty="0" err="1"/>
                        <a:t>이벤트</a:t>
                      </a:r>
                      <a:r>
                        <a:rPr lang="en-US" sz="1400" b="0" u="none" strike="noStrike" cap="none" dirty="0"/>
                        <a:t> </a:t>
                      </a:r>
                      <a:r>
                        <a:rPr lang="en-US" sz="1400" b="0" u="none" strike="noStrike" cap="none" dirty="0" err="1"/>
                        <a:t>전파</a:t>
                      </a:r>
                      <a:r>
                        <a:rPr lang="en-US" sz="1400" b="0" u="none" strike="noStrike" cap="none" dirty="0"/>
                        <a:t> </a:t>
                      </a:r>
                      <a:r>
                        <a:rPr lang="en-US" sz="1400" b="0" u="none" strike="noStrike" cap="none" dirty="0" err="1"/>
                        <a:t>중단</a:t>
                      </a:r>
                      <a:r>
                        <a:rPr lang="en-US" sz="1400" b="0" u="none" strike="noStrike" cap="none" dirty="0"/>
                        <a:t>    </a:t>
                      </a:r>
                      <a:endParaRPr sz="1400" b="0" u="none" strike="noStrike" cap="none" dirty="0"/>
                    </a:p>
                    <a:p>
                      <a:pPr marL="0" marR="0" lvl="0" indent="0" algn="l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1400" b="0" u="none" strike="noStrike" cap="none" dirty="0"/>
                        <a:t>    console.log("Child clicked");</a:t>
                      </a:r>
                      <a:endParaRPr sz="1400" dirty="0"/>
                    </a:p>
                    <a:p>
                      <a:pPr marL="0" marR="0" lvl="0" indent="0" algn="l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1400" b="0" u="none" strike="noStrike" cap="none" dirty="0"/>
                        <a:t>});</a:t>
                      </a:r>
                      <a:endParaRPr sz="1400" b="0" u="none" strike="noStrike" cap="none" dirty="0"/>
                    </a:p>
                  </a:txBody>
                  <a:tcPr marL="68588" marR="68588" marT="34294" marB="34294"/>
                </a:tc>
                <a:extLst>
                  <a:ext uri="{0D108BD9-81ED-4DB2-BD59-A6C34878D82A}">
                    <a16:rowId xmlns:a16="http://schemas.microsoft.com/office/drawing/2014/main" val="10000"/>
                  </a:ext>
                </a:extLst>
              </a:tr>
            </a:tbl>
          </a:graphicData>
        </a:graphic>
      </p:graphicFrame>
    </p:spTree>
  </p:cSld>
  <p:clrMapOvr>
    <a:masterClrMapping/>
  </p:clrMapOvr>
</p:sld>
</file>

<file path=ppt/slides/slide2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Shape 16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65" name="Google Shape;165;p15"/>
          <p:cNvSpPr txBox="1">
            <a:spLocks noGrp="1"/>
          </p:cNvSpPr>
          <p:nvPr>
            <p:ph type="title"/>
          </p:nvPr>
        </p:nvSpPr>
        <p:spPr>
          <a:prstGeom prst="rect">
            <a:avLst/>
          </a:prstGeom>
          <a:noFill/>
          <a:ln>
            <a:noFill/>
          </a:ln>
        </p:spPr>
        <p:txBody>
          <a:bodyPr spcFirstLastPara="1" vert="horz" wrap="square" lIns="68569" tIns="34275" rIns="68569" bIns="34275" numCol="1" anchor="t" anchorCtr="0" compatLnSpc="1">
            <a:prstTxWarp prst="textNoShape">
              <a:avLst/>
            </a:prstTxWarp>
            <a:noAutofit/>
          </a:bodyPr>
          <a:lstStyle/>
          <a:p>
            <a:pPr>
              <a:spcBef>
                <a:spcPts val="0"/>
              </a:spcBef>
              <a:spcAft>
                <a:spcPts val="0"/>
              </a:spcAft>
            </a:pPr>
            <a:r>
              <a:rPr lang="en-US"/>
              <a:t>프로그램 만들기</a:t>
            </a:r>
            <a:endParaRPr/>
          </a:p>
        </p:txBody>
      </p:sp>
      <p:sp>
        <p:nvSpPr>
          <p:cNvPr id="2" name="내용 개체 틀 1">
            <a:extLst>
              <a:ext uri="{FF2B5EF4-FFF2-40B4-BE49-F238E27FC236}">
                <a16:creationId xmlns:a16="http://schemas.microsoft.com/office/drawing/2014/main" id="{EC950ED5-438A-251E-B92C-E4109972EE92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r>
              <a:rPr lang="ko-KR" altLang="en-US" dirty="0"/>
              <a:t>문제 </a:t>
            </a:r>
            <a:r>
              <a:rPr lang="en-US" altLang="ko-KR" dirty="0"/>
              <a:t>1 : </a:t>
            </a:r>
            <a:r>
              <a:rPr lang="ko-KR" altLang="en-US" dirty="0"/>
              <a:t>계산기 프로그램 만들기</a:t>
            </a:r>
          </a:p>
          <a:p>
            <a:pPr lvl="1"/>
            <a:r>
              <a:rPr lang="en-US" altLang="ko-KR" dirty="0"/>
              <a:t>HTML</a:t>
            </a:r>
            <a:r>
              <a:rPr lang="ko-KR" altLang="en-US" dirty="0"/>
              <a:t>로 버튼과 입력 필드 구성 후 계산 로직 구현해본다</a:t>
            </a:r>
            <a:r>
              <a:rPr lang="en-US" altLang="ko-KR" dirty="0"/>
              <a:t>.</a:t>
            </a:r>
          </a:p>
          <a:p>
            <a:pPr lvl="1"/>
            <a:r>
              <a:rPr lang="en-US" altLang="ko-KR" dirty="0"/>
              <a:t>operator </a:t>
            </a:r>
            <a:r>
              <a:rPr lang="ko-KR" altLang="en-US" dirty="0"/>
              <a:t>부분은 선택박스로 만들어서 사용해본다</a:t>
            </a:r>
            <a:r>
              <a:rPr lang="en-US" altLang="ko-KR" dirty="0"/>
              <a:t>.</a:t>
            </a:r>
          </a:p>
          <a:p>
            <a:r>
              <a:rPr lang="ko-KR" altLang="en-US" dirty="0"/>
              <a:t>실행결과</a:t>
            </a:r>
          </a:p>
          <a:p>
            <a:pPr lvl="1"/>
            <a:r>
              <a:rPr lang="ko-KR" altLang="en-US" dirty="0"/>
              <a:t>사용자 입력 </a:t>
            </a:r>
            <a:r>
              <a:rPr lang="en-US" altLang="ko-KR" dirty="0"/>
              <a:t>: num1 = 15, num2 = 10, operator = x</a:t>
            </a:r>
          </a:p>
          <a:p>
            <a:pPr lvl="1"/>
            <a:r>
              <a:rPr lang="ko-KR" altLang="en-US" dirty="0"/>
              <a:t>출력 </a:t>
            </a:r>
            <a:r>
              <a:rPr lang="en-US" altLang="ko-KR" dirty="0"/>
              <a:t>: Result : 150</a:t>
            </a:r>
          </a:p>
          <a:p>
            <a:endParaRPr lang="ko-KR" altLang="en-US" dirty="0"/>
          </a:p>
        </p:txBody>
      </p:sp>
      <p:sp>
        <p:nvSpPr>
          <p:cNvPr id="167" name="Google Shape;167;p15"/>
          <p:cNvSpPr txBox="1">
            <a:spLocks noGrp="1"/>
          </p:cNvSpPr>
          <p:nvPr>
            <p:ph type="sldNum" sz="quarter" idx="10"/>
          </p:nvPr>
        </p:nvSpPr>
        <p:spPr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t" anchorCtr="0">
            <a:noAutofit/>
          </a:bodyPr>
          <a:lstStyle>
            <a:defPPr marR="0" lvl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defPPr>
            <a:lvl1pPr marL="0" marR="0" lvl="0" indent="0" algn="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Font typeface="Arial"/>
              <a:buNone/>
              <a:defRPr sz="1300" b="0" i="0" u="none" strike="noStrike" cap="none">
                <a:solidFill>
                  <a:schemeClr val="dk2"/>
                </a:solidFill>
                <a:latin typeface="Tahoma"/>
                <a:ea typeface="Tahoma"/>
                <a:cs typeface="Tahoma"/>
                <a:sym typeface="Tahoma"/>
              </a:defRPr>
            </a:lvl1pPr>
            <a:lvl2pPr marL="0" marR="0" lvl="1" indent="0" algn="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Font typeface="Arial"/>
              <a:buNone/>
              <a:defRPr sz="1300" b="0" i="0" u="none" strike="noStrike" cap="none">
                <a:solidFill>
                  <a:schemeClr val="dk2"/>
                </a:solidFill>
                <a:latin typeface="Tahoma"/>
                <a:ea typeface="Tahoma"/>
                <a:cs typeface="Tahoma"/>
                <a:sym typeface="Tahoma"/>
              </a:defRPr>
            </a:lvl2pPr>
            <a:lvl3pPr marL="0" marR="0" lvl="2" indent="0" algn="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Font typeface="Arial"/>
              <a:buNone/>
              <a:defRPr sz="1300" b="0" i="0" u="none" strike="noStrike" cap="none">
                <a:solidFill>
                  <a:schemeClr val="dk2"/>
                </a:solidFill>
                <a:latin typeface="Tahoma"/>
                <a:ea typeface="Tahoma"/>
                <a:cs typeface="Tahoma"/>
                <a:sym typeface="Tahoma"/>
              </a:defRPr>
            </a:lvl3pPr>
            <a:lvl4pPr marL="0" marR="0" lvl="3" indent="0" algn="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Font typeface="Arial"/>
              <a:buNone/>
              <a:defRPr sz="1300" b="0" i="0" u="none" strike="noStrike" cap="none">
                <a:solidFill>
                  <a:schemeClr val="dk2"/>
                </a:solidFill>
                <a:latin typeface="Tahoma"/>
                <a:ea typeface="Tahoma"/>
                <a:cs typeface="Tahoma"/>
                <a:sym typeface="Tahoma"/>
              </a:defRPr>
            </a:lvl4pPr>
            <a:lvl5pPr marL="0" marR="0" lvl="4" indent="0" algn="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Font typeface="Arial"/>
              <a:buNone/>
              <a:defRPr sz="1300" b="0" i="0" u="none" strike="noStrike" cap="none">
                <a:solidFill>
                  <a:schemeClr val="dk2"/>
                </a:solidFill>
                <a:latin typeface="Tahoma"/>
                <a:ea typeface="Tahoma"/>
                <a:cs typeface="Tahoma"/>
                <a:sym typeface="Tahoma"/>
              </a:defRPr>
            </a:lvl5pPr>
            <a:lvl6pPr marL="0" marR="0" lvl="5" indent="0" algn="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Font typeface="Arial"/>
              <a:buNone/>
              <a:defRPr sz="1300" b="0" i="0" u="none" strike="noStrike" cap="none">
                <a:solidFill>
                  <a:schemeClr val="dk2"/>
                </a:solidFill>
                <a:latin typeface="Tahoma"/>
                <a:ea typeface="Tahoma"/>
                <a:cs typeface="Tahoma"/>
                <a:sym typeface="Tahoma"/>
              </a:defRPr>
            </a:lvl6pPr>
            <a:lvl7pPr marL="0" marR="0" lvl="6" indent="0" algn="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Font typeface="Arial"/>
              <a:buNone/>
              <a:defRPr sz="1300" b="0" i="0" u="none" strike="noStrike" cap="none">
                <a:solidFill>
                  <a:schemeClr val="dk2"/>
                </a:solidFill>
                <a:latin typeface="Tahoma"/>
                <a:ea typeface="Tahoma"/>
                <a:cs typeface="Tahoma"/>
                <a:sym typeface="Tahoma"/>
              </a:defRPr>
            </a:lvl7pPr>
            <a:lvl8pPr marL="0" marR="0" lvl="7" indent="0" algn="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Font typeface="Arial"/>
              <a:buNone/>
              <a:defRPr sz="1300" b="0" i="0" u="none" strike="noStrike" cap="none">
                <a:solidFill>
                  <a:schemeClr val="dk2"/>
                </a:solidFill>
                <a:latin typeface="Tahoma"/>
                <a:ea typeface="Tahoma"/>
                <a:cs typeface="Tahoma"/>
                <a:sym typeface="Tahoma"/>
              </a:defRPr>
            </a:lvl8pPr>
            <a:lvl9pPr marL="0" marR="0" lvl="8" indent="0" algn="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Font typeface="Arial"/>
              <a:buNone/>
              <a:defRPr sz="1300" b="0" i="0" u="none" strike="noStrike" cap="none">
                <a:solidFill>
                  <a:schemeClr val="dk2"/>
                </a:solidFill>
                <a:latin typeface="Tahoma"/>
                <a:ea typeface="Tahoma"/>
                <a:cs typeface="Tahoma"/>
                <a:sym typeface="Tahoma"/>
              </a:defRPr>
            </a:lvl9pPr>
          </a:lstStyle>
          <a:p>
            <a:pPr algn="r"/>
            <a:fld id="{00000000-1234-1234-1234-123412341234}" type="slidenum">
              <a:rPr lang="en-US" smtClean="0"/>
              <a:pPr algn="r"/>
              <a:t>20</a:t>
            </a:fld>
            <a:endParaRPr/>
          </a:p>
        </p:txBody>
      </p:sp>
      <p:sp>
        <p:nvSpPr>
          <p:cNvPr id="168" name="Google Shape;168;p15"/>
          <p:cNvSpPr txBox="1">
            <a:spLocks noGrp="1"/>
          </p:cNvSpPr>
          <p:nvPr>
            <p:ph type="ftr" sz="quarter" idx="11"/>
          </p:nvPr>
        </p:nvSpPr>
        <p:spPr>
          <a:prstGeom prst="rect">
            <a:avLst/>
          </a:prstGeom>
          <a:noFill/>
          <a:ln>
            <a:noFill/>
          </a:ln>
        </p:spPr>
        <p:txBody>
          <a:bodyPr spcFirstLastPara="1" vert="horz" wrap="square" lIns="68569" tIns="34275" rIns="68569" bIns="34275" numCol="1" anchor="b" anchorCtr="0" compatLnSpc="1">
            <a:prstTxWarp prst="textNoShape">
              <a:avLst/>
            </a:prstTxWarp>
            <a:noAutofit/>
          </a:bodyPr>
          <a:lstStyle/>
          <a:p>
            <a:pPr>
              <a:spcBef>
                <a:spcPts val="0"/>
              </a:spcBef>
            </a:pPr>
            <a:endParaRPr/>
          </a:p>
        </p:txBody>
      </p:sp>
    </p:spTree>
  </p:cSld>
  <p:clrMapOvr>
    <a:masterClrMapping/>
  </p:clrMapOvr>
</p:sld>
</file>

<file path=ppt/slides/slide2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Shape 17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73" name="Google Shape;173;p16"/>
          <p:cNvSpPr txBox="1">
            <a:spLocks noGrp="1"/>
          </p:cNvSpPr>
          <p:nvPr>
            <p:ph type="title"/>
          </p:nvPr>
        </p:nvSpPr>
        <p:spPr>
          <a:prstGeom prst="rect">
            <a:avLst/>
          </a:prstGeom>
          <a:noFill/>
          <a:ln>
            <a:noFill/>
          </a:ln>
        </p:spPr>
        <p:txBody>
          <a:bodyPr spcFirstLastPara="1" vert="horz" wrap="square" lIns="68569" tIns="34275" rIns="68569" bIns="34275" numCol="1" anchor="t" anchorCtr="0" compatLnSpc="1">
            <a:prstTxWarp prst="textNoShape">
              <a:avLst/>
            </a:prstTxWarp>
            <a:noAutofit/>
          </a:bodyPr>
          <a:lstStyle/>
          <a:p>
            <a:pPr>
              <a:spcBef>
                <a:spcPts val="0"/>
              </a:spcBef>
              <a:spcAft>
                <a:spcPts val="0"/>
              </a:spcAft>
            </a:pPr>
            <a:r>
              <a:rPr lang="en-US"/>
              <a:t>프로그램 만들기</a:t>
            </a:r>
            <a:endParaRPr/>
          </a:p>
        </p:txBody>
      </p:sp>
      <p:sp>
        <p:nvSpPr>
          <p:cNvPr id="2" name="내용 개체 틀 1">
            <a:extLst>
              <a:ext uri="{FF2B5EF4-FFF2-40B4-BE49-F238E27FC236}">
                <a16:creationId xmlns:a16="http://schemas.microsoft.com/office/drawing/2014/main" id="{9BD1052B-A25B-F65A-B9F5-4FC8D41B5C27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r>
              <a:rPr lang="ko-KR" altLang="en-US" dirty="0"/>
              <a:t>문제 </a:t>
            </a:r>
            <a:r>
              <a:rPr lang="en-US" altLang="ko-KR" dirty="0"/>
              <a:t>2 : TODO_LIST </a:t>
            </a:r>
            <a:r>
              <a:rPr lang="ko-KR" altLang="en-US" dirty="0"/>
              <a:t>만들기</a:t>
            </a:r>
          </a:p>
          <a:p>
            <a:pPr lvl="1"/>
            <a:r>
              <a:rPr lang="ko-KR" altLang="en-US" dirty="0"/>
              <a:t>사용자 입력을 받아 리스트에 추가 및 삭제 기능 구현해본다</a:t>
            </a:r>
            <a:r>
              <a:rPr lang="en-US" altLang="ko-KR" dirty="0"/>
              <a:t>.</a:t>
            </a:r>
          </a:p>
          <a:p>
            <a:r>
              <a:rPr lang="ko-KR" altLang="en-US" dirty="0"/>
              <a:t>실행 결과 </a:t>
            </a:r>
          </a:p>
          <a:p>
            <a:pPr lvl="1"/>
            <a:r>
              <a:rPr lang="ko-KR" altLang="en-US" dirty="0"/>
              <a:t>사용자 입력 </a:t>
            </a:r>
            <a:r>
              <a:rPr lang="en-US" altLang="ko-KR" dirty="0"/>
              <a:t>: "Study JavaScript"</a:t>
            </a:r>
          </a:p>
          <a:p>
            <a:pPr lvl="1"/>
            <a:r>
              <a:rPr lang="ko-KR" altLang="en-US" dirty="0"/>
              <a:t>리스트 추가 </a:t>
            </a:r>
            <a:r>
              <a:rPr lang="en-US" altLang="ko-KR" dirty="0"/>
              <a:t>: Study JavaScript </a:t>
            </a:r>
            <a:r>
              <a:rPr lang="ko-KR" altLang="en-US" dirty="0"/>
              <a:t>항목 생성이 생성된다</a:t>
            </a:r>
            <a:r>
              <a:rPr lang="en-US" altLang="ko-KR" dirty="0"/>
              <a:t>.</a:t>
            </a:r>
          </a:p>
          <a:p>
            <a:endParaRPr lang="ko-KR" altLang="en-US" dirty="0"/>
          </a:p>
        </p:txBody>
      </p:sp>
      <p:sp>
        <p:nvSpPr>
          <p:cNvPr id="175" name="Google Shape;175;p16"/>
          <p:cNvSpPr txBox="1">
            <a:spLocks noGrp="1"/>
          </p:cNvSpPr>
          <p:nvPr>
            <p:ph type="sldNum" sz="quarter" idx="10"/>
          </p:nvPr>
        </p:nvSpPr>
        <p:spPr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t" anchorCtr="0">
            <a:noAutofit/>
          </a:bodyPr>
          <a:lstStyle>
            <a:defPPr marR="0" lvl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defPPr>
            <a:lvl1pPr marL="0" marR="0" lvl="0" indent="0" algn="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Font typeface="Arial"/>
              <a:buNone/>
              <a:defRPr sz="1300" b="0" i="0" u="none" strike="noStrike" cap="none">
                <a:solidFill>
                  <a:schemeClr val="dk2"/>
                </a:solidFill>
                <a:latin typeface="Tahoma"/>
                <a:ea typeface="Tahoma"/>
                <a:cs typeface="Tahoma"/>
                <a:sym typeface="Tahoma"/>
              </a:defRPr>
            </a:lvl1pPr>
            <a:lvl2pPr marL="0" marR="0" lvl="1" indent="0" algn="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Font typeface="Arial"/>
              <a:buNone/>
              <a:defRPr sz="1300" b="0" i="0" u="none" strike="noStrike" cap="none">
                <a:solidFill>
                  <a:schemeClr val="dk2"/>
                </a:solidFill>
                <a:latin typeface="Tahoma"/>
                <a:ea typeface="Tahoma"/>
                <a:cs typeface="Tahoma"/>
                <a:sym typeface="Tahoma"/>
              </a:defRPr>
            </a:lvl2pPr>
            <a:lvl3pPr marL="0" marR="0" lvl="2" indent="0" algn="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Font typeface="Arial"/>
              <a:buNone/>
              <a:defRPr sz="1300" b="0" i="0" u="none" strike="noStrike" cap="none">
                <a:solidFill>
                  <a:schemeClr val="dk2"/>
                </a:solidFill>
                <a:latin typeface="Tahoma"/>
                <a:ea typeface="Tahoma"/>
                <a:cs typeface="Tahoma"/>
                <a:sym typeface="Tahoma"/>
              </a:defRPr>
            </a:lvl3pPr>
            <a:lvl4pPr marL="0" marR="0" lvl="3" indent="0" algn="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Font typeface="Arial"/>
              <a:buNone/>
              <a:defRPr sz="1300" b="0" i="0" u="none" strike="noStrike" cap="none">
                <a:solidFill>
                  <a:schemeClr val="dk2"/>
                </a:solidFill>
                <a:latin typeface="Tahoma"/>
                <a:ea typeface="Tahoma"/>
                <a:cs typeface="Tahoma"/>
                <a:sym typeface="Tahoma"/>
              </a:defRPr>
            </a:lvl4pPr>
            <a:lvl5pPr marL="0" marR="0" lvl="4" indent="0" algn="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Font typeface="Arial"/>
              <a:buNone/>
              <a:defRPr sz="1300" b="0" i="0" u="none" strike="noStrike" cap="none">
                <a:solidFill>
                  <a:schemeClr val="dk2"/>
                </a:solidFill>
                <a:latin typeface="Tahoma"/>
                <a:ea typeface="Tahoma"/>
                <a:cs typeface="Tahoma"/>
                <a:sym typeface="Tahoma"/>
              </a:defRPr>
            </a:lvl5pPr>
            <a:lvl6pPr marL="0" marR="0" lvl="5" indent="0" algn="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Font typeface="Arial"/>
              <a:buNone/>
              <a:defRPr sz="1300" b="0" i="0" u="none" strike="noStrike" cap="none">
                <a:solidFill>
                  <a:schemeClr val="dk2"/>
                </a:solidFill>
                <a:latin typeface="Tahoma"/>
                <a:ea typeface="Tahoma"/>
                <a:cs typeface="Tahoma"/>
                <a:sym typeface="Tahoma"/>
              </a:defRPr>
            </a:lvl6pPr>
            <a:lvl7pPr marL="0" marR="0" lvl="6" indent="0" algn="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Font typeface="Arial"/>
              <a:buNone/>
              <a:defRPr sz="1300" b="0" i="0" u="none" strike="noStrike" cap="none">
                <a:solidFill>
                  <a:schemeClr val="dk2"/>
                </a:solidFill>
                <a:latin typeface="Tahoma"/>
                <a:ea typeface="Tahoma"/>
                <a:cs typeface="Tahoma"/>
                <a:sym typeface="Tahoma"/>
              </a:defRPr>
            </a:lvl7pPr>
            <a:lvl8pPr marL="0" marR="0" lvl="7" indent="0" algn="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Font typeface="Arial"/>
              <a:buNone/>
              <a:defRPr sz="1300" b="0" i="0" u="none" strike="noStrike" cap="none">
                <a:solidFill>
                  <a:schemeClr val="dk2"/>
                </a:solidFill>
                <a:latin typeface="Tahoma"/>
                <a:ea typeface="Tahoma"/>
                <a:cs typeface="Tahoma"/>
                <a:sym typeface="Tahoma"/>
              </a:defRPr>
            </a:lvl8pPr>
            <a:lvl9pPr marL="0" marR="0" lvl="8" indent="0" algn="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Font typeface="Arial"/>
              <a:buNone/>
              <a:defRPr sz="1300" b="0" i="0" u="none" strike="noStrike" cap="none">
                <a:solidFill>
                  <a:schemeClr val="dk2"/>
                </a:solidFill>
                <a:latin typeface="Tahoma"/>
                <a:ea typeface="Tahoma"/>
                <a:cs typeface="Tahoma"/>
                <a:sym typeface="Tahoma"/>
              </a:defRPr>
            </a:lvl9pPr>
          </a:lstStyle>
          <a:p>
            <a:pPr algn="r"/>
            <a:fld id="{00000000-1234-1234-1234-123412341234}" type="slidenum">
              <a:rPr lang="en-US" smtClean="0"/>
              <a:pPr algn="r"/>
              <a:t>21</a:t>
            </a:fld>
            <a:endParaRPr/>
          </a:p>
        </p:txBody>
      </p:sp>
      <p:sp>
        <p:nvSpPr>
          <p:cNvPr id="176" name="Google Shape;176;p16"/>
          <p:cNvSpPr txBox="1">
            <a:spLocks noGrp="1"/>
          </p:cNvSpPr>
          <p:nvPr>
            <p:ph type="ftr" sz="quarter" idx="11"/>
          </p:nvPr>
        </p:nvSpPr>
        <p:spPr>
          <a:prstGeom prst="rect">
            <a:avLst/>
          </a:prstGeom>
          <a:noFill/>
          <a:ln>
            <a:noFill/>
          </a:ln>
        </p:spPr>
        <p:txBody>
          <a:bodyPr spcFirstLastPara="1" vert="horz" wrap="square" lIns="68569" tIns="34275" rIns="68569" bIns="34275" numCol="1" anchor="b" anchorCtr="0" compatLnSpc="1">
            <a:prstTxWarp prst="textNoShape">
              <a:avLst/>
            </a:prstTxWarp>
            <a:noAutofit/>
          </a:bodyPr>
          <a:lstStyle/>
          <a:p>
            <a:pPr>
              <a:spcBef>
                <a:spcPts val="0"/>
              </a:spcBef>
            </a:pPr>
            <a:endParaRPr/>
          </a:p>
        </p:txBody>
      </p:sp>
    </p:spTree>
  </p:cSld>
  <p:clrMapOvr>
    <a:masterClrMapping/>
  </p:clrMapOvr>
</p:sld>
</file>

<file path=ppt/slides/slide2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Shape 18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81" name="Google Shape;181;p17"/>
          <p:cNvSpPr txBox="1">
            <a:spLocks noGrp="1"/>
          </p:cNvSpPr>
          <p:nvPr>
            <p:ph type="title"/>
          </p:nvPr>
        </p:nvSpPr>
        <p:spPr>
          <a:prstGeom prst="rect">
            <a:avLst/>
          </a:prstGeom>
          <a:noFill/>
          <a:ln>
            <a:noFill/>
          </a:ln>
        </p:spPr>
        <p:txBody>
          <a:bodyPr spcFirstLastPara="1" vert="horz" wrap="square" lIns="68569" tIns="34275" rIns="68569" bIns="34275" numCol="1" anchor="t" anchorCtr="0" compatLnSpc="1">
            <a:prstTxWarp prst="textNoShape">
              <a:avLst/>
            </a:prstTxWarp>
            <a:noAutofit/>
          </a:bodyPr>
          <a:lstStyle/>
          <a:p>
            <a:pPr>
              <a:spcBef>
                <a:spcPts val="0"/>
              </a:spcBef>
              <a:spcAft>
                <a:spcPts val="0"/>
              </a:spcAft>
            </a:pPr>
            <a:r>
              <a:rPr lang="en-US"/>
              <a:t>프로그램 만들기</a:t>
            </a:r>
            <a:endParaRPr/>
          </a:p>
        </p:txBody>
      </p:sp>
      <p:sp>
        <p:nvSpPr>
          <p:cNvPr id="184" name="Google Shape;184;p17"/>
          <p:cNvSpPr txBox="1">
            <a:spLocks noGrp="1"/>
          </p:cNvSpPr>
          <p:nvPr>
            <p:ph type="ftr" sz="quarter" idx="11"/>
          </p:nvPr>
        </p:nvSpPr>
        <p:spPr>
          <a:prstGeom prst="rect">
            <a:avLst/>
          </a:prstGeom>
          <a:noFill/>
          <a:ln>
            <a:noFill/>
          </a:ln>
        </p:spPr>
        <p:txBody>
          <a:bodyPr spcFirstLastPara="1" vert="horz" wrap="square" lIns="68569" tIns="34275" rIns="68569" bIns="34275" numCol="1" anchor="b" anchorCtr="0" compatLnSpc="1">
            <a:prstTxWarp prst="textNoShape">
              <a:avLst/>
            </a:prstTxWarp>
            <a:noAutofit/>
          </a:bodyPr>
          <a:lstStyle/>
          <a:p>
            <a:pPr>
              <a:spcBef>
                <a:spcPts val="0"/>
              </a:spcBef>
            </a:pPr>
            <a:endParaRPr/>
          </a:p>
        </p:txBody>
      </p:sp>
      <p:sp>
        <p:nvSpPr>
          <p:cNvPr id="183" name="Google Shape;183;p17"/>
          <p:cNvSpPr txBox="1">
            <a:spLocks noGrp="1"/>
          </p:cNvSpPr>
          <p:nvPr>
            <p:ph type="sldNum" idx="4294967295"/>
          </p:nvPr>
        </p:nvSpPr>
        <p:spPr>
          <a:xfrm>
            <a:off x="6604000" y="6419850"/>
            <a:ext cx="2540000" cy="3048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t" anchorCtr="0">
            <a:noAutofit/>
          </a:bodyPr>
          <a:lstStyle>
            <a:defPPr marR="0" lvl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defPPr>
            <a:lvl1pPr marL="0" marR="0" lvl="0" indent="0" algn="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Font typeface="Arial"/>
              <a:buNone/>
              <a:defRPr sz="1300" b="0" i="0" u="none" strike="noStrike" cap="none">
                <a:solidFill>
                  <a:schemeClr val="dk2"/>
                </a:solidFill>
                <a:latin typeface="Tahoma"/>
                <a:ea typeface="Tahoma"/>
                <a:cs typeface="Tahoma"/>
                <a:sym typeface="Tahoma"/>
              </a:defRPr>
            </a:lvl1pPr>
            <a:lvl2pPr marL="0" marR="0" lvl="1" indent="0" algn="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Font typeface="Arial"/>
              <a:buNone/>
              <a:defRPr sz="1300" b="0" i="0" u="none" strike="noStrike" cap="none">
                <a:solidFill>
                  <a:schemeClr val="dk2"/>
                </a:solidFill>
                <a:latin typeface="Tahoma"/>
                <a:ea typeface="Tahoma"/>
                <a:cs typeface="Tahoma"/>
                <a:sym typeface="Tahoma"/>
              </a:defRPr>
            </a:lvl2pPr>
            <a:lvl3pPr marL="0" marR="0" lvl="2" indent="0" algn="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Font typeface="Arial"/>
              <a:buNone/>
              <a:defRPr sz="1300" b="0" i="0" u="none" strike="noStrike" cap="none">
                <a:solidFill>
                  <a:schemeClr val="dk2"/>
                </a:solidFill>
                <a:latin typeface="Tahoma"/>
                <a:ea typeface="Tahoma"/>
                <a:cs typeface="Tahoma"/>
                <a:sym typeface="Tahoma"/>
              </a:defRPr>
            </a:lvl3pPr>
            <a:lvl4pPr marL="0" marR="0" lvl="3" indent="0" algn="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Font typeface="Arial"/>
              <a:buNone/>
              <a:defRPr sz="1300" b="0" i="0" u="none" strike="noStrike" cap="none">
                <a:solidFill>
                  <a:schemeClr val="dk2"/>
                </a:solidFill>
                <a:latin typeface="Tahoma"/>
                <a:ea typeface="Tahoma"/>
                <a:cs typeface="Tahoma"/>
                <a:sym typeface="Tahoma"/>
              </a:defRPr>
            </a:lvl4pPr>
            <a:lvl5pPr marL="0" marR="0" lvl="4" indent="0" algn="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Font typeface="Arial"/>
              <a:buNone/>
              <a:defRPr sz="1300" b="0" i="0" u="none" strike="noStrike" cap="none">
                <a:solidFill>
                  <a:schemeClr val="dk2"/>
                </a:solidFill>
                <a:latin typeface="Tahoma"/>
                <a:ea typeface="Tahoma"/>
                <a:cs typeface="Tahoma"/>
                <a:sym typeface="Tahoma"/>
              </a:defRPr>
            </a:lvl5pPr>
            <a:lvl6pPr marL="0" marR="0" lvl="5" indent="0" algn="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Font typeface="Arial"/>
              <a:buNone/>
              <a:defRPr sz="1300" b="0" i="0" u="none" strike="noStrike" cap="none">
                <a:solidFill>
                  <a:schemeClr val="dk2"/>
                </a:solidFill>
                <a:latin typeface="Tahoma"/>
                <a:ea typeface="Tahoma"/>
                <a:cs typeface="Tahoma"/>
                <a:sym typeface="Tahoma"/>
              </a:defRPr>
            </a:lvl6pPr>
            <a:lvl7pPr marL="0" marR="0" lvl="6" indent="0" algn="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Font typeface="Arial"/>
              <a:buNone/>
              <a:defRPr sz="1300" b="0" i="0" u="none" strike="noStrike" cap="none">
                <a:solidFill>
                  <a:schemeClr val="dk2"/>
                </a:solidFill>
                <a:latin typeface="Tahoma"/>
                <a:ea typeface="Tahoma"/>
                <a:cs typeface="Tahoma"/>
                <a:sym typeface="Tahoma"/>
              </a:defRPr>
            </a:lvl7pPr>
            <a:lvl8pPr marL="0" marR="0" lvl="7" indent="0" algn="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Font typeface="Arial"/>
              <a:buNone/>
              <a:defRPr sz="1300" b="0" i="0" u="none" strike="noStrike" cap="none">
                <a:solidFill>
                  <a:schemeClr val="dk2"/>
                </a:solidFill>
                <a:latin typeface="Tahoma"/>
                <a:ea typeface="Tahoma"/>
                <a:cs typeface="Tahoma"/>
                <a:sym typeface="Tahoma"/>
              </a:defRPr>
            </a:lvl8pPr>
            <a:lvl9pPr marL="0" marR="0" lvl="8" indent="0" algn="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Font typeface="Arial"/>
              <a:buNone/>
              <a:defRPr sz="1300" b="0" i="0" u="none" strike="noStrike" cap="none">
                <a:solidFill>
                  <a:schemeClr val="dk2"/>
                </a:solidFill>
                <a:latin typeface="Tahoma"/>
                <a:ea typeface="Tahoma"/>
                <a:cs typeface="Tahoma"/>
                <a:sym typeface="Tahoma"/>
              </a:defRPr>
            </a:lvl9pPr>
          </a:lstStyle>
          <a:p>
            <a:pPr algn="r"/>
            <a:fld id="{00000000-1234-1234-1234-123412341234}" type="slidenum">
              <a:rPr lang="en-US" smtClean="0"/>
              <a:pPr algn="r"/>
              <a:t>22</a:t>
            </a:fld>
            <a:endParaRPr/>
          </a:p>
        </p:txBody>
      </p:sp>
      <p:sp>
        <p:nvSpPr>
          <p:cNvPr id="4" name="내용 개체 틀 3">
            <a:extLst>
              <a:ext uri="{FF2B5EF4-FFF2-40B4-BE49-F238E27FC236}">
                <a16:creationId xmlns:a16="http://schemas.microsoft.com/office/drawing/2014/main" id="{6D0310AA-BC3F-78B7-E8DD-822B80B7F3F8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r>
              <a:rPr lang="ko-KR" altLang="en-US" dirty="0"/>
              <a:t>문제 </a:t>
            </a:r>
            <a:r>
              <a:rPr lang="en-US" altLang="ko-KR" dirty="0"/>
              <a:t>3 : </a:t>
            </a:r>
            <a:r>
              <a:rPr lang="ko-KR" altLang="en-US" dirty="0"/>
              <a:t>시계 만들기</a:t>
            </a:r>
          </a:p>
          <a:p>
            <a:pPr lvl="1"/>
            <a:r>
              <a:rPr lang="ko-KR" altLang="en-US" dirty="0"/>
              <a:t>현재 시간을 실시간으로 업데이트하여 화면에 표시하는 프로그램을 만들어본다</a:t>
            </a:r>
            <a:r>
              <a:rPr lang="en-US" altLang="ko-KR" dirty="0"/>
              <a:t>.</a:t>
            </a:r>
          </a:p>
          <a:p>
            <a:r>
              <a:rPr lang="ko-KR" altLang="en-US" dirty="0"/>
              <a:t>실행 결과 </a:t>
            </a:r>
          </a:p>
          <a:p>
            <a:pPr lvl="1"/>
            <a:r>
              <a:rPr lang="ko-KR" altLang="en-US" dirty="0"/>
              <a:t>출력 </a:t>
            </a:r>
            <a:r>
              <a:rPr lang="en-US" altLang="ko-KR" dirty="0"/>
              <a:t>: </a:t>
            </a:r>
            <a:r>
              <a:rPr lang="ko-KR" altLang="en-US" dirty="0"/>
              <a:t>현재 시간</a:t>
            </a:r>
            <a:r>
              <a:rPr lang="en-US" altLang="ko-KR" dirty="0"/>
              <a:t>: 11:30:19</a:t>
            </a:r>
          </a:p>
          <a:p>
            <a:endParaRPr lang="ko-KR" altLang="en-US" dirty="0"/>
          </a:p>
        </p:txBody>
      </p:sp>
    </p:spTree>
  </p:cSld>
  <p:clrMapOvr>
    <a:masterClrMapping/>
  </p:clrMapOvr>
</p:sld>
</file>

<file path=ppt/slides/slide2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Shape 18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89" name="Google Shape;189;p18"/>
          <p:cNvSpPr txBox="1">
            <a:spLocks noGrp="1"/>
          </p:cNvSpPr>
          <p:nvPr>
            <p:ph type="title"/>
          </p:nvPr>
        </p:nvSpPr>
        <p:spPr>
          <a:prstGeom prst="rect">
            <a:avLst/>
          </a:prstGeom>
          <a:noFill/>
          <a:ln>
            <a:noFill/>
          </a:ln>
        </p:spPr>
        <p:txBody>
          <a:bodyPr spcFirstLastPara="1" vert="horz" wrap="square" lIns="68569" tIns="34275" rIns="68569" bIns="34275" numCol="1" anchor="t" anchorCtr="0" compatLnSpc="1">
            <a:prstTxWarp prst="textNoShape">
              <a:avLst/>
            </a:prstTxWarp>
            <a:noAutofit/>
          </a:bodyPr>
          <a:lstStyle/>
          <a:p>
            <a:pPr>
              <a:spcBef>
                <a:spcPts val="0"/>
              </a:spcBef>
              <a:spcAft>
                <a:spcPts val="0"/>
              </a:spcAft>
            </a:pPr>
            <a:r>
              <a:rPr lang="en-US"/>
              <a:t>프로그램 만들기</a:t>
            </a:r>
            <a:endParaRPr/>
          </a:p>
        </p:txBody>
      </p:sp>
      <p:sp>
        <p:nvSpPr>
          <p:cNvPr id="190" name="Google Shape;190;p18"/>
          <p:cNvSpPr txBox="1">
            <a:spLocks noGrp="1"/>
          </p:cNvSpPr>
          <p:nvPr>
            <p:ph idx="1"/>
          </p:nvPr>
        </p:nvSpPr>
        <p:spPr>
          <a:prstGeom prst="rect">
            <a:avLst/>
          </a:prstGeom>
          <a:noFill/>
          <a:ln>
            <a:noFill/>
          </a:ln>
        </p:spPr>
        <p:txBody>
          <a:bodyPr spcFirstLastPara="1" vert="horz" wrap="square" lIns="68569" tIns="34275" rIns="68569" bIns="34275" numCol="1" anchor="t" anchorCtr="0" compatLnSpc="1">
            <a:prstTxWarp prst="textNoShape">
              <a:avLst/>
            </a:prstTxWarp>
            <a:normAutofit/>
          </a:bodyPr>
          <a:lstStyle/>
          <a:p>
            <a:pPr marL="257175" indent="-257175">
              <a:spcBef>
                <a:spcPts val="0"/>
              </a:spcBef>
              <a:spcAft>
                <a:spcPts val="0"/>
              </a:spcAft>
              <a:buSzPts val="2200"/>
              <a:buChar char="■"/>
            </a:pPr>
            <a:r>
              <a:rPr lang="en-US"/>
              <a:t>문제 4 : 퀴즈 게임 만들기</a:t>
            </a:r>
            <a:endParaRPr/>
          </a:p>
          <a:p>
            <a:pPr marL="557213" lvl="1" indent="-214313">
              <a:spcBef>
                <a:spcPts val="300"/>
              </a:spcBef>
              <a:spcAft>
                <a:spcPts val="0"/>
              </a:spcAft>
              <a:buSzPts val="2000"/>
              <a:buChar char="⬥"/>
            </a:pPr>
            <a:r>
              <a:rPr lang="en-US"/>
              <a:t>퀴즈 질문 및 응답에 따라서 점수로 계산하도록 한다.</a:t>
            </a:r>
            <a:endParaRPr/>
          </a:p>
          <a:p>
            <a:pPr marL="257175" indent="-257175">
              <a:spcBef>
                <a:spcPts val="330"/>
              </a:spcBef>
              <a:spcAft>
                <a:spcPts val="0"/>
              </a:spcAft>
              <a:buSzPts val="2200"/>
              <a:buChar char="■"/>
            </a:pPr>
            <a:r>
              <a:rPr lang="en-US"/>
              <a:t>실행 결과 </a:t>
            </a:r>
            <a:endParaRPr/>
          </a:p>
          <a:p>
            <a:pPr marL="557213" lvl="1" indent="-214313">
              <a:spcBef>
                <a:spcPts val="300"/>
              </a:spcBef>
              <a:spcAft>
                <a:spcPts val="0"/>
              </a:spcAft>
              <a:buSzPts val="2000"/>
              <a:buChar char="⬥"/>
            </a:pPr>
            <a:r>
              <a:rPr lang="en-US"/>
              <a:t>?</a:t>
            </a:r>
            <a:endParaRPr/>
          </a:p>
        </p:txBody>
      </p:sp>
      <p:sp>
        <p:nvSpPr>
          <p:cNvPr id="192" name="Google Shape;192;p18"/>
          <p:cNvSpPr txBox="1">
            <a:spLocks noGrp="1"/>
          </p:cNvSpPr>
          <p:nvPr>
            <p:ph type="ftr" sz="quarter" idx="11"/>
          </p:nvPr>
        </p:nvSpPr>
        <p:spPr>
          <a:prstGeom prst="rect">
            <a:avLst/>
          </a:prstGeom>
          <a:noFill/>
          <a:ln>
            <a:noFill/>
          </a:ln>
        </p:spPr>
        <p:txBody>
          <a:bodyPr spcFirstLastPara="1" vert="horz" wrap="square" lIns="68569" tIns="34275" rIns="68569" bIns="34275" numCol="1" anchor="b" anchorCtr="0" compatLnSpc="1">
            <a:prstTxWarp prst="textNoShape">
              <a:avLst/>
            </a:prstTxWarp>
            <a:noAutofit/>
          </a:bodyPr>
          <a:lstStyle/>
          <a:p>
            <a:pPr>
              <a:spcBef>
                <a:spcPts val="0"/>
              </a:spcBef>
            </a:pPr>
            <a:endParaRPr/>
          </a:p>
        </p:txBody>
      </p:sp>
      <p:sp>
        <p:nvSpPr>
          <p:cNvPr id="191" name="Google Shape;191;p18"/>
          <p:cNvSpPr txBox="1">
            <a:spLocks noGrp="1"/>
          </p:cNvSpPr>
          <p:nvPr>
            <p:ph type="sldNum" idx="4294967295"/>
          </p:nvPr>
        </p:nvSpPr>
        <p:spPr>
          <a:xfrm>
            <a:off x="6604000" y="6419850"/>
            <a:ext cx="2540000" cy="3048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t" anchorCtr="0">
            <a:noAutofit/>
          </a:bodyPr>
          <a:lstStyle>
            <a:defPPr marR="0" lvl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defPPr>
            <a:lvl1pPr marL="0" marR="0" lvl="0" indent="0" algn="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Font typeface="Arial"/>
              <a:buNone/>
              <a:defRPr sz="1300" b="0" i="0" u="none" strike="noStrike" cap="none">
                <a:solidFill>
                  <a:schemeClr val="dk2"/>
                </a:solidFill>
                <a:latin typeface="Tahoma"/>
                <a:ea typeface="Tahoma"/>
                <a:cs typeface="Tahoma"/>
                <a:sym typeface="Tahoma"/>
              </a:defRPr>
            </a:lvl1pPr>
            <a:lvl2pPr marL="0" marR="0" lvl="1" indent="0" algn="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Font typeface="Arial"/>
              <a:buNone/>
              <a:defRPr sz="1300" b="0" i="0" u="none" strike="noStrike" cap="none">
                <a:solidFill>
                  <a:schemeClr val="dk2"/>
                </a:solidFill>
                <a:latin typeface="Tahoma"/>
                <a:ea typeface="Tahoma"/>
                <a:cs typeface="Tahoma"/>
                <a:sym typeface="Tahoma"/>
              </a:defRPr>
            </a:lvl2pPr>
            <a:lvl3pPr marL="0" marR="0" lvl="2" indent="0" algn="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Font typeface="Arial"/>
              <a:buNone/>
              <a:defRPr sz="1300" b="0" i="0" u="none" strike="noStrike" cap="none">
                <a:solidFill>
                  <a:schemeClr val="dk2"/>
                </a:solidFill>
                <a:latin typeface="Tahoma"/>
                <a:ea typeface="Tahoma"/>
                <a:cs typeface="Tahoma"/>
                <a:sym typeface="Tahoma"/>
              </a:defRPr>
            </a:lvl3pPr>
            <a:lvl4pPr marL="0" marR="0" lvl="3" indent="0" algn="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Font typeface="Arial"/>
              <a:buNone/>
              <a:defRPr sz="1300" b="0" i="0" u="none" strike="noStrike" cap="none">
                <a:solidFill>
                  <a:schemeClr val="dk2"/>
                </a:solidFill>
                <a:latin typeface="Tahoma"/>
                <a:ea typeface="Tahoma"/>
                <a:cs typeface="Tahoma"/>
                <a:sym typeface="Tahoma"/>
              </a:defRPr>
            </a:lvl4pPr>
            <a:lvl5pPr marL="0" marR="0" lvl="4" indent="0" algn="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Font typeface="Arial"/>
              <a:buNone/>
              <a:defRPr sz="1300" b="0" i="0" u="none" strike="noStrike" cap="none">
                <a:solidFill>
                  <a:schemeClr val="dk2"/>
                </a:solidFill>
                <a:latin typeface="Tahoma"/>
                <a:ea typeface="Tahoma"/>
                <a:cs typeface="Tahoma"/>
                <a:sym typeface="Tahoma"/>
              </a:defRPr>
            </a:lvl5pPr>
            <a:lvl6pPr marL="0" marR="0" lvl="5" indent="0" algn="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Font typeface="Arial"/>
              <a:buNone/>
              <a:defRPr sz="1300" b="0" i="0" u="none" strike="noStrike" cap="none">
                <a:solidFill>
                  <a:schemeClr val="dk2"/>
                </a:solidFill>
                <a:latin typeface="Tahoma"/>
                <a:ea typeface="Tahoma"/>
                <a:cs typeface="Tahoma"/>
                <a:sym typeface="Tahoma"/>
              </a:defRPr>
            </a:lvl6pPr>
            <a:lvl7pPr marL="0" marR="0" lvl="6" indent="0" algn="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Font typeface="Arial"/>
              <a:buNone/>
              <a:defRPr sz="1300" b="0" i="0" u="none" strike="noStrike" cap="none">
                <a:solidFill>
                  <a:schemeClr val="dk2"/>
                </a:solidFill>
                <a:latin typeface="Tahoma"/>
                <a:ea typeface="Tahoma"/>
                <a:cs typeface="Tahoma"/>
                <a:sym typeface="Tahoma"/>
              </a:defRPr>
            </a:lvl7pPr>
            <a:lvl8pPr marL="0" marR="0" lvl="7" indent="0" algn="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Font typeface="Arial"/>
              <a:buNone/>
              <a:defRPr sz="1300" b="0" i="0" u="none" strike="noStrike" cap="none">
                <a:solidFill>
                  <a:schemeClr val="dk2"/>
                </a:solidFill>
                <a:latin typeface="Tahoma"/>
                <a:ea typeface="Tahoma"/>
                <a:cs typeface="Tahoma"/>
                <a:sym typeface="Tahoma"/>
              </a:defRPr>
            </a:lvl8pPr>
            <a:lvl9pPr marL="0" marR="0" lvl="8" indent="0" algn="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Font typeface="Arial"/>
              <a:buNone/>
              <a:defRPr sz="1300" b="0" i="0" u="none" strike="noStrike" cap="none">
                <a:solidFill>
                  <a:schemeClr val="dk2"/>
                </a:solidFill>
                <a:latin typeface="Tahoma"/>
                <a:ea typeface="Tahoma"/>
                <a:cs typeface="Tahoma"/>
                <a:sym typeface="Tahoma"/>
              </a:defRPr>
            </a:lvl9pPr>
          </a:lstStyle>
          <a:p>
            <a:pPr algn="r"/>
            <a:fld id="{00000000-1234-1234-1234-123412341234}" type="slidenum">
              <a:rPr lang="en-US" smtClean="0"/>
              <a:pPr algn="r"/>
              <a:t>23</a:t>
            </a:fld>
            <a:endParaRPr/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가로-고려대마크-1">
  <a:themeElements>
    <a:clrScheme name="가로-고려대마크-1 7">
      <a:dk1>
        <a:srgbClr val="41280D"/>
      </a:dk1>
      <a:lt1>
        <a:srgbClr val="FFFFFF"/>
      </a:lt1>
      <a:dk2>
        <a:srgbClr val="336699"/>
      </a:dk2>
      <a:lt2>
        <a:srgbClr val="666633"/>
      </a:lt2>
      <a:accent1>
        <a:srgbClr val="FFCC66"/>
      </a:accent1>
      <a:accent2>
        <a:srgbClr val="993300"/>
      </a:accent2>
      <a:accent3>
        <a:srgbClr val="FFFFFF"/>
      </a:accent3>
      <a:accent4>
        <a:srgbClr val="362109"/>
      </a:accent4>
      <a:accent5>
        <a:srgbClr val="FFE2B8"/>
      </a:accent5>
      <a:accent6>
        <a:srgbClr val="8A2D00"/>
      </a:accent6>
      <a:hlink>
        <a:srgbClr val="008000"/>
      </a:hlink>
      <a:folHlink>
        <a:srgbClr val="969696"/>
      </a:folHlink>
    </a:clrScheme>
    <a:fontScheme name="가로-고려대마크-1">
      <a:majorFont>
        <a:latin typeface="Tahoma"/>
        <a:ea typeface="굴림"/>
        <a:cs typeface=""/>
      </a:majorFont>
      <a:minorFont>
        <a:latin typeface="Tahoma"/>
        <a:ea typeface="굴림"/>
        <a:cs typeface="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shade val="51000"/>
                <a:satMod val="130000"/>
              </a:schemeClr>
            </a:gs>
            <a:gs pos="80000">
              <a:schemeClr val="phClr">
                <a:shade val="93000"/>
                <a:satMod val="130000"/>
              </a:schemeClr>
            </a:gs>
            <a:gs pos="100000">
              <a:schemeClr val="phClr">
                <a:shade val="94000"/>
                <a:satMod val="135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 bwMode="auto">
        <a:xfrm>
          <a:off x="0" y="0"/>
          <a:ext cx="1" cy="1"/>
        </a:xfrm>
        <a:custGeom>
          <a:avLst/>
          <a:gdLst/>
          <a:ahLst/>
          <a:cxnLst/>
          <a:rect l="0" t="0" r="0" b="0"/>
          <a:pathLst/>
        </a:custGeom>
        <a:noFill/>
        <a:ln w="9525" cap="flat" cmpd="sng" algn="ctr">
          <a:noFill/>
          <a:prstDash val="solid"/>
          <a:round/>
          <a:headEnd type="none" w="med" len="med"/>
          <a:tailEnd type="none" w="med" len="med"/>
        </a:ln>
        <a:effectLst/>
      </a:spPr>
      <a:bodyPr vert="horz" wrap="square" lIns="91440" tIns="45720" rIns="91440" bIns="45720" numCol="1" anchor="t" anchorCtr="0" compatLnSpc="1">
        <a:prstTxWarp prst="textNoShape">
          <a:avLst/>
        </a:prstTxWarp>
        <a:spAutoFit/>
      </a:bodyPr>
      <a:lstStyle>
        <a:defPPr marL="0" marR="0" indent="0" algn="l" defTabSz="1149350" rtl="0" eaLnBrk="1" fontAlgn="base" latinLnBrk="1" hangingPunct="1">
          <a:lnSpc>
            <a:spcPct val="50000"/>
          </a:lnSpc>
          <a:spcBef>
            <a:spcPct val="50000"/>
          </a:spcBef>
          <a:spcAft>
            <a:spcPct val="0"/>
          </a:spcAft>
          <a:buClrTx/>
          <a:buSzTx/>
          <a:buFontTx/>
          <a:buNone/>
          <a:tabLst>
            <a:tab pos="574675" algn="l"/>
          </a:tabLst>
          <a:defRPr kumimoji="1" lang="en-US" sz="1000" b="0" i="0" u="none" strike="noStrike" cap="none" normalizeH="0" baseline="0" smtClean="0">
            <a:ln>
              <a:noFill/>
            </a:ln>
            <a:solidFill>
              <a:schemeClr val="tx1"/>
            </a:solidFill>
            <a:effectLst/>
            <a:latin typeface="Times New Roman" pitchFamily="18" charset="0"/>
            <a:ea typeface="굴림" pitchFamily="50" charset="-127"/>
          </a:defRPr>
        </a:defPPr>
      </a:lstStyle>
    </a:spDef>
    <a:lnDef>
      <a:spPr bwMode="auto">
        <a:xfrm>
          <a:off x="0" y="0"/>
          <a:ext cx="1" cy="1"/>
        </a:xfrm>
        <a:custGeom>
          <a:avLst/>
          <a:gdLst/>
          <a:ahLst/>
          <a:cxnLst/>
          <a:rect l="0" t="0" r="0" b="0"/>
          <a:pathLst/>
        </a:custGeom>
        <a:noFill/>
        <a:ln w="9525" cap="flat" cmpd="sng" algn="ctr">
          <a:noFill/>
          <a:prstDash val="solid"/>
          <a:round/>
          <a:headEnd type="none" w="med" len="med"/>
          <a:tailEnd type="none" w="med" len="med"/>
        </a:ln>
        <a:effectLst/>
      </a:spPr>
      <a:bodyPr vert="horz" wrap="square" lIns="91440" tIns="45720" rIns="91440" bIns="45720" numCol="1" anchor="t" anchorCtr="0" compatLnSpc="1">
        <a:prstTxWarp prst="textNoShape">
          <a:avLst/>
        </a:prstTxWarp>
        <a:spAutoFit/>
      </a:bodyPr>
      <a:lstStyle>
        <a:defPPr marL="0" marR="0" indent="0" algn="l" defTabSz="1149350" rtl="0" eaLnBrk="1" fontAlgn="base" latinLnBrk="1" hangingPunct="1">
          <a:lnSpc>
            <a:spcPct val="50000"/>
          </a:lnSpc>
          <a:spcBef>
            <a:spcPct val="50000"/>
          </a:spcBef>
          <a:spcAft>
            <a:spcPct val="0"/>
          </a:spcAft>
          <a:buClrTx/>
          <a:buSzTx/>
          <a:buFontTx/>
          <a:buNone/>
          <a:tabLst>
            <a:tab pos="574675" algn="l"/>
          </a:tabLst>
          <a:defRPr kumimoji="1" lang="en-US" sz="1000" b="0" i="0" u="none" strike="noStrike" cap="none" normalizeH="0" baseline="0" smtClean="0">
            <a:ln>
              <a:noFill/>
            </a:ln>
            <a:solidFill>
              <a:schemeClr val="tx1"/>
            </a:solidFill>
            <a:effectLst/>
            <a:latin typeface="Times New Roman" pitchFamily="18" charset="0"/>
            <a:ea typeface="굴림" pitchFamily="50" charset="-127"/>
          </a:defRPr>
        </a:defPPr>
      </a:lstStyle>
    </a:lnDef>
  </a:objectDefaults>
  <a:extraClrSchemeLst>
    <a:extraClrScheme>
      <a:clrScheme name="가로-고려대마크-1 1">
        <a:dk1>
          <a:srgbClr val="000000"/>
        </a:dk1>
        <a:lt1>
          <a:srgbClr val="FFFFCC"/>
        </a:lt1>
        <a:dk2>
          <a:srgbClr val="808000"/>
        </a:dk2>
        <a:lt2>
          <a:srgbClr val="666633"/>
        </a:lt2>
        <a:accent1>
          <a:srgbClr val="339933"/>
        </a:accent1>
        <a:accent2>
          <a:srgbClr val="800000"/>
        </a:accent2>
        <a:accent3>
          <a:srgbClr val="FFFFE2"/>
        </a:accent3>
        <a:accent4>
          <a:srgbClr val="000000"/>
        </a:accent4>
        <a:accent5>
          <a:srgbClr val="ADCAAD"/>
        </a:accent5>
        <a:accent6>
          <a:srgbClr val="730000"/>
        </a:accent6>
        <a:hlink>
          <a:srgbClr val="0033CC"/>
        </a:hlink>
        <a:folHlink>
          <a:srgbClr val="FFCC66"/>
        </a:folHlink>
      </a:clrScheme>
      <a:clrMap bg1="lt1" tx1="dk1" bg2="lt2" tx2="dk2" accent1="accent1" accent2="accent2" accent3="accent3" accent4="accent4" accent5="accent5" accent6="accent6" hlink="hlink" folHlink="folHlink"/>
    </a:extraClrScheme>
    <a:extraClrScheme>
      <a:clrScheme name="가로-고려대마크-1 2">
        <a:dk1>
          <a:srgbClr val="000000"/>
        </a:dk1>
        <a:lt1>
          <a:srgbClr val="FFFFFF"/>
        </a:lt1>
        <a:dk2>
          <a:srgbClr val="000000"/>
        </a:dk2>
        <a:lt2>
          <a:srgbClr val="333333"/>
        </a:lt2>
        <a:accent1>
          <a:srgbClr val="DDDDDD"/>
        </a:accent1>
        <a:accent2>
          <a:srgbClr val="808080"/>
        </a:accent2>
        <a:accent3>
          <a:srgbClr val="FFFFFF"/>
        </a:accent3>
        <a:accent4>
          <a:srgbClr val="000000"/>
        </a:accent4>
        <a:accent5>
          <a:srgbClr val="EBEBEB"/>
        </a:accent5>
        <a:accent6>
          <a:srgbClr val="737373"/>
        </a:accent6>
        <a:hlink>
          <a:srgbClr val="4D4D4D"/>
        </a:hlink>
        <a:folHlink>
          <a:srgbClr val="EAEAEA"/>
        </a:folHlink>
      </a:clrScheme>
      <a:clrMap bg1="lt1" tx1="dk1" bg2="lt2" tx2="dk2" accent1="accent1" accent2="accent2" accent3="accent3" accent4="accent4" accent5="accent5" accent6="accent6" hlink="hlink" folHlink="folHlink"/>
    </a:extraClrScheme>
    <a:extraClrScheme>
      <a:clrScheme name="가로-고려대마크-1 3">
        <a:dk1>
          <a:srgbClr val="000000"/>
        </a:dk1>
        <a:lt1>
          <a:srgbClr val="FFFFFF"/>
        </a:lt1>
        <a:dk2>
          <a:srgbClr val="000000"/>
        </a:dk2>
        <a:lt2>
          <a:srgbClr val="808080"/>
        </a:lt2>
        <a:accent1>
          <a:srgbClr val="FFCC66"/>
        </a:accent1>
        <a:accent2>
          <a:srgbClr val="0000FF"/>
        </a:accent2>
        <a:accent3>
          <a:srgbClr val="FFFFFF"/>
        </a:accent3>
        <a:accent4>
          <a:srgbClr val="000000"/>
        </a:accent4>
        <a:accent5>
          <a:srgbClr val="FFE2B8"/>
        </a:accent5>
        <a:accent6>
          <a:srgbClr val="0000E7"/>
        </a:accent6>
        <a:hlink>
          <a:srgbClr val="CC00CC"/>
        </a:hlink>
        <a:folHlink>
          <a:srgbClr val="C0C0C0"/>
        </a:folHlink>
      </a:clrScheme>
      <a:clrMap bg1="lt1" tx1="dk1" bg2="lt2" tx2="dk2" accent1="accent1" accent2="accent2" accent3="accent3" accent4="accent4" accent5="accent5" accent6="accent6" hlink="hlink" folHlink="folHlink"/>
    </a:extraClrScheme>
    <a:extraClrScheme>
      <a:clrScheme name="가로-고려대마크-1 4">
        <a:dk1>
          <a:srgbClr val="000000"/>
        </a:dk1>
        <a:lt1>
          <a:srgbClr val="FFFFFF"/>
        </a:lt1>
        <a:dk2>
          <a:srgbClr val="000000"/>
        </a:dk2>
        <a:lt2>
          <a:srgbClr val="808080"/>
        </a:lt2>
        <a:accent1>
          <a:srgbClr val="C0C0C0"/>
        </a:accent1>
        <a:accent2>
          <a:srgbClr val="0066FF"/>
        </a:accent2>
        <a:accent3>
          <a:srgbClr val="FFFFFF"/>
        </a:accent3>
        <a:accent4>
          <a:srgbClr val="000000"/>
        </a:accent4>
        <a:accent5>
          <a:srgbClr val="DCDCDC"/>
        </a:accent5>
        <a:accent6>
          <a:srgbClr val="005CE7"/>
        </a:accent6>
        <a:hlink>
          <a:srgbClr val="FF0000"/>
        </a:hlink>
        <a:folHlink>
          <a:srgbClr val="009900"/>
        </a:folHlink>
      </a:clrScheme>
      <a:clrMap bg1="lt1" tx1="dk1" bg2="lt2" tx2="dk2" accent1="accent1" accent2="accent2" accent3="accent3" accent4="accent4" accent5="accent5" accent6="accent6" hlink="hlink" folHlink="folHlink"/>
    </a:extraClrScheme>
    <a:extraClrScheme>
      <a:clrScheme name="가로-고려대마크-1 5">
        <a:dk1>
          <a:srgbClr val="000000"/>
        </a:dk1>
        <a:lt1>
          <a:srgbClr val="FFFFFF"/>
        </a:lt1>
        <a:dk2>
          <a:srgbClr val="000000"/>
        </a:dk2>
        <a:lt2>
          <a:srgbClr val="808080"/>
        </a:lt2>
        <a:accent1>
          <a:srgbClr val="3399FF"/>
        </a:accent1>
        <a:accent2>
          <a:srgbClr val="99FFCC"/>
        </a:accent2>
        <a:accent3>
          <a:srgbClr val="FFFFFF"/>
        </a:accent3>
        <a:accent4>
          <a:srgbClr val="000000"/>
        </a:accent4>
        <a:accent5>
          <a:srgbClr val="ADCAFF"/>
        </a:accent5>
        <a:accent6>
          <a:srgbClr val="8AE7B9"/>
        </a:accent6>
        <a:hlink>
          <a:srgbClr val="CC00CC"/>
        </a:hlink>
        <a:folHlink>
          <a:srgbClr val="B2B2B2"/>
        </a:folHlink>
      </a:clrScheme>
      <a:clrMap bg1="lt1" tx1="dk1" bg2="lt2" tx2="dk2" accent1="accent1" accent2="accent2" accent3="accent3" accent4="accent4" accent5="accent5" accent6="accent6" hlink="hlink" folHlink="folHlink"/>
    </a:extraClrScheme>
    <a:extraClrScheme>
      <a:clrScheme name="가로-고려대마크-1 6">
        <a:dk1>
          <a:srgbClr val="41280D"/>
        </a:dk1>
        <a:lt1>
          <a:srgbClr val="FFFFFF"/>
        </a:lt1>
        <a:dk2>
          <a:srgbClr val="B4783C"/>
        </a:dk2>
        <a:lt2>
          <a:srgbClr val="666633"/>
        </a:lt2>
        <a:accent1>
          <a:srgbClr val="4C7188"/>
        </a:accent1>
        <a:accent2>
          <a:srgbClr val="FF9900"/>
        </a:accent2>
        <a:accent3>
          <a:srgbClr val="FFFFFF"/>
        </a:accent3>
        <a:accent4>
          <a:srgbClr val="362109"/>
        </a:accent4>
        <a:accent5>
          <a:srgbClr val="B2BBC3"/>
        </a:accent5>
        <a:accent6>
          <a:srgbClr val="E78A00"/>
        </a:accent6>
        <a:hlink>
          <a:srgbClr val="0000CC"/>
        </a:hlink>
        <a:folHlink>
          <a:srgbClr val="969696"/>
        </a:folHlink>
      </a:clrScheme>
      <a:clrMap bg1="lt1" tx1="dk1" bg2="lt2" tx2="dk2" accent1="accent1" accent2="accent2" accent3="accent3" accent4="accent4" accent5="accent5" accent6="accent6" hlink="hlink" folHlink="folHlink"/>
    </a:extraClrScheme>
    <a:extraClrScheme>
      <a:clrScheme name="가로-고려대마크-1 7">
        <a:dk1>
          <a:srgbClr val="41280D"/>
        </a:dk1>
        <a:lt1>
          <a:srgbClr val="FFFFFF"/>
        </a:lt1>
        <a:dk2>
          <a:srgbClr val="336699"/>
        </a:dk2>
        <a:lt2>
          <a:srgbClr val="666633"/>
        </a:lt2>
        <a:accent1>
          <a:srgbClr val="FFCC66"/>
        </a:accent1>
        <a:accent2>
          <a:srgbClr val="993300"/>
        </a:accent2>
        <a:accent3>
          <a:srgbClr val="FFFFFF"/>
        </a:accent3>
        <a:accent4>
          <a:srgbClr val="362109"/>
        </a:accent4>
        <a:accent5>
          <a:srgbClr val="FFE2B8"/>
        </a:accent5>
        <a:accent6>
          <a:srgbClr val="8A2D00"/>
        </a:accent6>
        <a:hlink>
          <a:srgbClr val="008000"/>
        </a:hlink>
        <a:folHlink>
          <a:srgbClr val="969696"/>
        </a:folHlink>
      </a:clrScheme>
      <a:clrMap bg1="lt1" tx1="dk1" bg2="lt2" tx2="dk2" accent1="accent1" accent2="accent2" accent3="accent3" accent4="accent4" accent5="accent5" accent6="accent6" hlink="hlink" folHlink="folHlink"/>
    </a:extraClrScheme>
  </a:extraClrSchemeLst>
</a:theme>
</file>

<file path=ppt/theme/theme2.xml><?xml version="1.0" encoding="utf-8"?>
<a:theme xmlns:a="http://schemas.openxmlformats.org/drawingml/2006/main" name="Office 테마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5B9BD5"/>
      </a:accent1>
      <a:accent2>
        <a:srgbClr val="ED7D31"/>
      </a:accent2>
      <a:accent3>
        <a:srgbClr val="A5A5A5"/>
      </a:accent3>
      <a:accent4>
        <a:srgbClr val="FFC000"/>
      </a:accent4>
      <a:accent5>
        <a:srgbClr val="4472C4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맑은 고딕" panose="020F0302020204030204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맑은 고딕" panose="020F0502020204030204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ppt/theme/themeOverride1.xml><?xml version="1.0" encoding="utf-8"?>
<a:themeOverride xmlns:a="http://schemas.openxmlformats.org/drawingml/2006/main">
  <a:clrScheme name="가로-고려대마크-1 7">
    <a:dk1>
      <a:srgbClr val="41280D"/>
    </a:dk1>
    <a:lt1>
      <a:srgbClr val="FFFFFF"/>
    </a:lt1>
    <a:dk2>
      <a:srgbClr val="336699"/>
    </a:dk2>
    <a:lt2>
      <a:srgbClr val="666633"/>
    </a:lt2>
    <a:accent1>
      <a:srgbClr val="FFCC66"/>
    </a:accent1>
    <a:accent2>
      <a:srgbClr val="993300"/>
    </a:accent2>
    <a:accent3>
      <a:srgbClr val="FFFFFF"/>
    </a:accent3>
    <a:accent4>
      <a:srgbClr val="362109"/>
    </a:accent4>
    <a:accent5>
      <a:srgbClr val="FFE2B8"/>
    </a:accent5>
    <a:accent6>
      <a:srgbClr val="8A2D00"/>
    </a:accent6>
    <a:hlink>
      <a:srgbClr val="008000"/>
    </a:hlink>
    <a:folHlink>
      <a:srgbClr val="969696"/>
    </a:folHlink>
  </a:clrScheme>
</a:themeOverride>
</file>

<file path=docProps/app.xml><?xml version="1.0" encoding="utf-8"?>
<Properties xmlns="http://schemas.openxmlformats.org/officeDocument/2006/extended-properties" xmlns:vt="http://schemas.openxmlformats.org/officeDocument/2006/docPropsVTypes">
  <Template/>
  <TotalTime>5783</TotalTime>
  <Words>2079</Words>
  <Application>Microsoft Office PowerPoint</Application>
  <PresentationFormat>화면 슬라이드 쇼(4:3)</PresentationFormat>
  <Paragraphs>333</Paragraphs>
  <Slides>23</Slides>
  <Notes>16</Notes>
  <HiddenSlides>0</HiddenSlides>
  <MMClips>0</MMClips>
  <ScaleCrop>false</ScaleCrop>
  <HeadingPairs>
    <vt:vector size="6" baseType="variant">
      <vt:variant>
        <vt:lpstr>사용한 글꼴</vt:lpstr>
      </vt:variant>
      <vt:variant>
        <vt:i4>8</vt:i4>
      </vt:variant>
      <vt:variant>
        <vt:lpstr>테마</vt:lpstr>
      </vt:variant>
      <vt:variant>
        <vt:i4>1</vt:i4>
      </vt:variant>
      <vt:variant>
        <vt:lpstr>슬라이드 제목</vt:lpstr>
      </vt:variant>
      <vt:variant>
        <vt:i4>23</vt:i4>
      </vt:variant>
    </vt:vector>
  </HeadingPairs>
  <TitlesOfParts>
    <vt:vector size="32" baseType="lpstr">
      <vt:lpstr>Arial Unicode MS</vt:lpstr>
      <vt:lpstr>굴림</vt:lpstr>
      <vt:lpstr>맑은 고딕</vt:lpstr>
      <vt:lpstr>Arial</vt:lpstr>
      <vt:lpstr>Courier New</vt:lpstr>
      <vt:lpstr>Tahoma</vt:lpstr>
      <vt:lpstr>Times New Roman</vt:lpstr>
      <vt:lpstr>Wingdings</vt:lpstr>
      <vt:lpstr>가로-고려대마크-1</vt:lpstr>
      <vt:lpstr>웹 프로그래밍  part 5</vt:lpstr>
      <vt:lpstr>자바스크립트 ?</vt:lpstr>
      <vt:lpstr>주요 특징/역할</vt:lpstr>
      <vt:lpstr>자바스크립트 실습       예제1 </vt:lpstr>
      <vt:lpstr>자바스크립트 실습       예제2</vt:lpstr>
      <vt:lpstr>자바스크립트 기본문법(1)       변수선언</vt:lpstr>
      <vt:lpstr>자바스크립트 기본문법(2)      변수선언(계속)</vt:lpstr>
      <vt:lpstr>자바스크립트 실습       예제3</vt:lpstr>
      <vt:lpstr>자바스크립트 기본문법(3)      자료형(DataType)</vt:lpstr>
      <vt:lpstr>자바스크립트 기본문법(4)        형변환 </vt:lpstr>
      <vt:lpstr>자바스크립트 기본문법(5)       예제4</vt:lpstr>
      <vt:lpstr>자바스크립트 기본문법(6)       예제5</vt:lpstr>
      <vt:lpstr>자바스크립트 기본문법(6)       객체</vt:lpstr>
      <vt:lpstr>자바스크립트에서 제어문 사용하기(1)     조건문 – if-else/삼항 연산자</vt:lpstr>
      <vt:lpstr>자바스크립트에서 제어문 사용하기(2)      조건문(switch)</vt:lpstr>
      <vt:lpstr>자바스크립트에서 제어문 사용하기(3)      반복문(for/while)</vt:lpstr>
      <vt:lpstr>DOM 조작</vt:lpstr>
      <vt:lpstr>DOM 수정</vt:lpstr>
      <vt:lpstr>이벤트 핸들링</vt:lpstr>
      <vt:lpstr>프로그램 만들기</vt:lpstr>
      <vt:lpstr>프로그램 만들기</vt:lpstr>
      <vt:lpstr>프로그램 만들기</vt:lpstr>
      <vt:lpstr>프로그램 만들기</vt:lpstr>
    </vt:vector>
  </TitlesOfParts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정보기기 소프트웨어 설계(1학기)</dc:title>
  <dc:creator>조재한</dc:creator>
  <cp:lastModifiedBy>Jaehan Cho</cp:lastModifiedBy>
  <cp:revision>534</cp:revision>
  <dcterms:created xsi:type="dcterms:W3CDTF">2015-03-01T11:03:35Z</dcterms:created>
  <dcterms:modified xsi:type="dcterms:W3CDTF">2026-03-04T03:26:08Z</dcterms:modified>
</cp:coreProperties>
</file>