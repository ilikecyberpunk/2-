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emf" ContentType="image/x-emf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ppt/ink/ink1.xml" ContentType="application/inkml+xml"/>
  <Override PartName="/ppt/ink/ink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</Types>
</file>

<file path=_rels/.rels><?xml version="1.0" encoding="UTF-8"?>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core-properties" Target="docProps/core.xml"></Relationship><Relationship Id="rId3" Type="http://schemas.openxmlformats.org/officeDocument/2006/relationships/extended-properties" Target="docProps/app.xml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strictFirstAndLastChars="0" embedTrueTypeFonts="1" saveSubsetFonts="1" autoCompressPictures="0">
  <p:sldMasterIdLst>
    <p:sldMasterId id="2147483676" r:id="rId8"/>
  </p:sldMasterIdLst>
  <p:notesMasterIdLst>
    <p:notesMasterId r:id="rId10"/>
  </p:notesMasterIdLst>
  <p:sldIdLst>
    <p:sldId id="256" r:id="rId12"/>
    <p:sldId id="257" r:id="rId14"/>
    <p:sldId id="351" r:id="rId16"/>
    <p:sldId id="352" r:id="rId17"/>
    <p:sldId id="258" r:id="rId18"/>
    <p:sldId id="259" r:id="rId20"/>
    <p:sldId id="353" r:id="rId22"/>
    <p:sldId id="260" r:id="rId24"/>
    <p:sldId id="262" r:id="rId26"/>
    <p:sldId id="263" r:id="rId28"/>
    <p:sldId id="264" r:id="rId30"/>
    <p:sldId id="337" r:id="rId32"/>
    <p:sldId id="338" r:id="rId33"/>
    <p:sldId id="265" r:id="rId34"/>
    <p:sldId id="266" r:id="rId36"/>
    <p:sldId id="268" r:id="rId38"/>
    <p:sldId id="341" r:id="rId40"/>
    <p:sldId id="342" r:id="rId41"/>
    <p:sldId id="340" r:id="rId42"/>
    <p:sldId id="269" r:id="rId44"/>
    <p:sldId id="270" r:id="rId46"/>
    <p:sldId id="271" r:id="rId48"/>
    <p:sldId id="272" r:id="rId49"/>
    <p:sldId id="344" r:id="rId50"/>
    <p:sldId id="345" r:id="rId51"/>
    <p:sldId id="275" r:id="rId52"/>
    <p:sldId id="346" r:id="rId54"/>
    <p:sldId id="347" r:id="rId55"/>
    <p:sldId id="354" r:id="rId56"/>
    <p:sldId id="355" r:id="rId57"/>
    <p:sldId id="356" r:id="rId58"/>
    <p:sldId id="357" r:id="rId59"/>
    <p:sldId id="358" r:id="rId60"/>
    <p:sldId id="348" r:id="rId61"/>
    <p:sldId id="349" r:id="rId62"/>
    <p:sldId id="280" r:id="rId63"/>
    <p:sldId id="281" r:id="rId65"/>
    <p:sldId id="350" r:id="rId67"/>
    <p:sldId id="283" r:id="rId6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8" roundtripDataSignature="AMtx7mg6stsBUMNcrvHJ8+QWc17h/almOg=="/>
    </p:ext>
  </p:extLst>
  <p:embeddedFontLst>
    <p:embeddedFont>
      <p:font typeface="Tahoma" panose="020B0604030504040204" pitchFamily="34" charset="0">
        <p:regular r:id="rId1"/>
        <p:bold r:id="rId3"/>
      </p:font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  <p:clrMru>
    <a:srgbClr val="000000"/>
  </p:clrMru>
</p:presentationPr>
</file>

<file path=ppt/tableStyles.xml><?xml version="1.0" encoding="utf-8"?>
<a:tblStyleLst xmlns:a="http://schemas.openxmlformats.org/drawingml/2006/main" def="{6246F7F3-65B4-4687-8165-8F984BE82663}">
  <a:tblStyle styleId="{6246F7F3-65B4-4687-8165-8F984BE82663}" styleName="Table_0">
    <a:wholeTbl>
      <a:tcTxStyle b="off" i="off">
        <a:font>
          <a:latin typeface="Tahoma"/>
          <a:ea typeface="Tahoma"/>
          <a:cs typeface="Tahoma"/>
        </a:font>
        <a:schemeClr val="dk1"/>
      </a:tcTxStyle>
      <a:tcStyle>
        <a:tcBdr>
          <a:left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4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>
          <a:bottom>
            <a:ln w="254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B143AD15-18FB-48BD-BE4C-7BDFF432765B}" styleName="Table_1">
    <a:wholeTbl>
      <a:tcTxStyle b="off" i="off">
        <a:font>
          <a:latin typeface="Tahoma"/>
          <a:ea typeface="Tahoma"/>
          <a:cs typeface="Tahoma"/>
        </a:font>
        <a:schemeClr val="dk1"/>
      </a:tcTxStyle>
      <a:tcStyle>
        <a:tcBdr>
          <a:left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7E6"/>
          </a:solidFill>
        </a:fill>
      </a:tcStyle>
    </a:wholeTbl>
    <a:band1H>
      <a:tcTxStyle/>
      <a:tcStyle>
        <a:tcBdr/>
        <a:fill>
          <a:solidFill>
            <a:srgbClr val="CCCB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CCBCA"/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254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E7E7E6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/>
        <a:fill>
          <a:solidFill>
            <a:srgbClr val="E7E7E6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7CA5A40-DA6D-4249-89C2-B59CA690A544}" styleName="Table_2">
    <a:wholeTbl>
      <a:tcTxStyle b="off" i="off">
        <a:font>
          <a:latin typeface="Tahoma"/>
          <a:ea typeface="Tahoma"/>
          <a:cs typeface="Tahoma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6EA"/>
          </a:solidFill>
        </a:fill>
      </a:tcStyle>
    </a:wholeTbl>
    <a:band1H>
      <a:tcTxStyle/>
      <a:tcStyle>
        <a:tcBdr/>
        <a:fill>
          <a:solidFill>
            <a:srgbClr val="FFECD2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FFECD2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Tahoma"/>
          <a:ea typeface="Tahoma"/>
          <a:cs typeface="Tahoma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Tahoma"/>
          <a:ea typeface="Tahoma"/>
          <a:cs typeface="Tahoma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Tahoma"/>
          <a:ea typeface="Tahoma"/>
          <a:cs typeface="Tahoma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Tahoma"/>
          <a:ea typeface="Tahoma"/>
          <a:cs typeface="Tahoma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>
    <p:restoredLeft sz="15620"/>
    <p:restoredTop sz="94598" autoAdjust="0"/>
  </p:normalViewPr>
  <p:slideViewPr>
    <p:cSldViewPr snapToGrid="0" snapToObjects="1">
      <p:cViewPr varScale="1">
        <p:scale>
          <a:sx n="97" d="100"/>
          <a:sy n="97" d="100"/>
        </p:scale>
        <p:origin x="107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
<Relationships xmlns="http://schemas.openxmlformats.org/package/2006/relationships"><Relationship Id="rId1" Type="http://schemas.openxmlformats.org/officeDocument/2006/relationships/font" Target="fonts/font1.fntdata"></Relationship><Relationship Id="rId2" Type="http://schemas.openxmlformats.org/officeDocument/2006/relationships/tableStyles" Target="tableStyles.xml"></Relationship><Relationship Id="rId3" Type="http://schemas.openxmlformats.org/officeDocument/2006/relationships/font" Target="fonts/font2.fntdata"></Relationship><Relationship Id="rId4" Type="http://customschemas.google.com/relationships/presentationmetadata" Target="metadata"></Relationship><Relationship Id="rId8" Type="http://schemas.openxmlformats.org/officeDocument/2006/relationships/slideMaster" Target="slideMasters/slideMaster1.xml"></Relationship><Relationship Id="rId9" Type="http://schemas.openxmlformats.org/officeDocument/2006/relationships/theme" Target="theme/theme1.xml"></Relationship><Relationship Id="rId10" Type="http://schemas.openxmlformats.org/officeDocument/2006/relationships/notesMaster" Target="notesMasters/notesMaster1.xml"></Relationship><Relationship Id="rId12" Type="http://schemas.openxmlformats.org/officeDocument/2006/relationships/slide" Target="slides/slide1.xml"></Relationship><Relationship Id="rId14" Type="http://schemas.openxmlformats.org/officeDocument/2006/relationships/slide" Target="slides/slide2.xml"></Relationship><Relationship Id="rId16" Type="http://schemas.openxmlformats.org/officeDocument/2006/relationships/slide" Target="slides/slide3.xml"></Relationship><Relationship Id="rId17" Type="http://schemas.openxmlformats.org/officeDocument/2006/relationships/slide" Target="slides/slide4.xml"></Relationship><Relationship Id="rId18" Type="http://schemas.openxmlformats.org/officeDocument/2006/relationships/slide" Target="slides/slide5.xml"></Relationship><Relationship Id="rId20" Type="http://schemas.openxmlformats.org/officeDocument/2006/relationships/slide" Target="slides/slide6.xml"></Relationship><Relationship Id="rId22" Type="http://schemas.openxmlformats.org/officeDocument/2006/relationships/slide" Target="slides/slide7.xml"></Relationship><Relationship Id="rId24" Type="http://schemas.openxmlformats.org/officeDocument/2006/relationships/slide" Target="slides/slide8.xml"></Relationship><Relationship Id="rId26" Type="http://schemas.openxmlformats.org/officeDocument/2006/relationships/slide" Target="slides/slide9.xml"></Relationship><Relationship Id="rId28" Type="http://schemas.openxmlformats.org/officeDocument/2006/relationships/slide" Target="slides/slide10.xml"></Relationship><Relationship Id="rId30" Type="http://schemas.openxmlformats.org/officeDocument/2006/relationships/slide" Target="slides/slide11.xml"></Relationship><Relationship Id="rId32" Type="http://schemas.openxmlformats.org/officeDocument/2006/relationships/slide" Target="slides/slide12.xml"></Relationship><Relationship Id="rId33" Type="http://schemas.openxmlformats.org/officeDocument/2006/relationships/slide" Target="slides/slide13.xml"></Relationship><Relationship Id="rId34" Type="http://schemas.openxmlformats.org/officeDocument/2006/relationships/slide" Target="slides/slide14.xml"></Relationship><Relationship Id="rId36" Type="http://schemas.openxmlformats.org/officeDocument/2006/relationships/slide" Target="slides/slide15.xml"></Relationship><Relationship Id="rId38" Type="http://schemas.openxmlformats.org/officeDocument/2006/relationships/slide" Target="slides/slide16.xml"></Relationship><Relationship Id="rId40" Type="http://schemas.openxmlformats.org/officeDocument/2006/relationships/slide" Target="slides/slide17.xml"></Relationship><Relationship Id="rId41" Type="http://schemas.openxmlformats.org/officeDocument/2006/relationships/slide" Target="slides/slide18.xml"></Relationship><Relationship Id="rId42" Type="http://schemas.openxmlformats.org/officeDocument/2006/relationships/slide" Target="slides/slide19.xml"></Relationship><Relationship Id="rId44" Type="http://schemas.openxmlformats.org/officeDocument/2006/relationships/slide" Target="slides/slide20.xml"></Relationship><Relationship Id="rId46" Type="http://schemas.openxmlformats.org/officeDocument/2006/relationships/slide" Target="slides/slide21.xml"></Relationship><Relationship Id="rId48" Type="http://schemas.openxmlformats.org/officeDocument/2006/relationships/slide" Target="slides/slide22.xml"></Relationship><Relationship Id="rId49" Type="http://schemas.openxmlformats.org/officeDocument/2006/relationships/slide" Target="slides/slide23.xml"></Relationship><Relationship Id="rId50" Type="http://schemas.openxmlformats.org/officeDocument/2006/relationships/slide" Target="slides/slide24.xml"></Relationship><Relationship Id="rId51" Type="http://schemas.openxmlformats.org/officeDocument/2006/relationships/slide" Target="slides/slide25.xml"></Relationship><Relationship Id="rId52" Type="http://schemas.openxmlformats.org/officeDocument/2006/relationships/slide" Target="slides/slide26.xml"></Relationship><Relationship Id="rId54" Type="http://schemas.openxmlformats.org/officeDocument/2006/relationships/slide" Target="slides/slide27.xml"></Relationship><Relationship Id="rId55" Type="http://schemas.openxmlformats.org/officeDocument/2006/relationships/slide" Target="slides/slide28.xml"></Relationship><Relationship Id="rId56" Type="http://schemas.openxmlformats.org/officeDocument/2006/relationships/slide" Target="slides/slide29.xml"></Relationship><Relationship Id="rId57" Type="http://schemas.openxmlformats.org/officeDocument/2006/relationships/slide" Target="slides/slide30.xml"></Relationship><Relationship Id="rId58" Type="http://schemas.openxmlformats.org/officeDocument/2006/relationships/slide" Target="slides/slide31.xml"></Relationship><Relationship Id="rId59" Type="http://schemas.openxmlformats.org/officeDocument/2006/relationships/slide" Target="slides/slide32.xml"></Relationship><Relationship Id="rId60" Type="http://schemas.openxmlformats.org/officeDocument/2006/relationships/slide" Target="slides/slide33.xml"></Relationship><Relationship Id="rId61" Type="http://schemas.openxmlformats.org/officeDocument/2006/relationships/slide" Target="slides/slide34.xml"></Relationship><Relationship Id="rId62" Type="http://schemas.openxmlformats.org/officeDocument/2006/relationships/slide" Target="slides/slide35.xml"></Relationship><Relationship Id="rId63" Type="http://schemas.openxmlformats.org/officeDocument/2006/relationships/slide" Target="slides/slide36.xml"></Relationship><Relationship Id="rId65" Type="http://schemas.openxmlformats.org/officeDocument/2006/relationships/slide" Target="slides/slide37.xml"></Relationship><Relationship Id="rId67" Type="http://schemas.openxmlformats.org/officeDocument/2006/relationships/slide" Target="slides/slide38.xml"></Relationship><Relationship Id="rId68" Type="http://schemas.openxmlformats.org/officeDocument/2006/relationships/slide" Target="slides/slide39.xml"></Relationship><Relationship Id="rId72" Type="http://schemas.openxmlformats.org/officeDocument/2006/relationships/viewProps" Target="viewProps.xml"></Relationship><Relationship Id="rId73" Type="http://schemas.openxmlformats.org/officeDocument/2006/relationships/presProps" Target="presProps.xml"></Relationship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200 0,'0'22,"45"-22,-23 0,22 0,1 0,22 0,0 0,-45 0,45 0,0 0,-45 0,45 0,-45 0,-44 0,0 0,-45 0,44 0,-66 0,22 0,1 0,-24 22,-43 0,88 23,-22-23,1 0,66 23,0-23,0 1,0 21,0 1,44 22,-22-67,1 66,43-21,1 22,-22-67,22 22,44-22,1 0,-90 0,22 0,1 0,-23 0,-22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267 0,'0'22,"0"45,0-1,-67 46,22 22,23-23,-22-22,21-22,-21 0,44-45,-22 0,66-22,-22-66,1-1,21 44,1-43,-23 66,0-23,23 23,-1-44,1 21,-23-21,23 44,22 0,-23 0,-21 0,43 0,-43 0,21 0,-21 0,43 0,-21 0,-45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467 66,'-66'134,"-1"-112,22 23,-22 22,0-23,23-44,-23 0,67-22,-44-45,44 0,0 0,0 23,22 22,-22-1,22 23,0-66,1 66,-1 0,0 0,23 0,-1 0,-21 0,21 22,-22-22,-22 44,0 23,0 0,0 0,-44-23,22 23,-45 0,0 0,45-45,-1-22,-21 23,66-1,45-22,0 44,-23-44,23 0,-45 0,1-22,21 22,-44-44,45 21,-45 1,44-45,-21 45,-23 22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267 0,'0'66,"0"135,-22 66,-23 23,-22 89,0-45,1-66,66-46,0-66,0-44,0-45,0-45,0-111,0 89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579 311,'22'0,"-22"45,0 22,-22-23,-23 1,-44 22,45-23,-23 1,22-23,23-22,0 0,-45 0,44 0,-21 0,-23-44,67-68,-44 45,44 45,0 0,0 0,44-23,1 0,-23 45,22 0,-21-44,-1 44,0 0,1 0,-1 0,22 44,-21 1,21 22,-44 0,0-23,0 45,0-22,-22 0,0-45,-45 45,0-22,45-23,-23 23,23-23,-23 45,23-67,-22 0,44 44,0-66,44 22,1-44,-1 44,-22 0,45 22,0 0,0-22,-22 0,21 0,1 0,-22 22,-23-22,0 0,23-22,22-45,-23 23,1-45,0-23,-1 23,-22 0,23 0,22-90,44 23,45 23,-111 111,-45 44,-22 111,-23 23,-22 0,-44 90,-45 66,22 22,23-111,21 66,24 1,43-67,1-22,-23-157,45-22,0 1,-22-68,22 45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0 89,'44'0,"1"0,21 0,1 0,-22 0,22 0,0-23,-1 1,-21 22,0 0,-23-44,0 44,-44 0,-45 0,45 0,-1 22,-21-22,22 22,-23 0,45 1,-67 21,23 23,-23-22,44-1,1 23,-22 89,-1 22,23-22,22-67,0 23,0-45,22-67,0 0,-22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0 0,'66'0,"1"0,-22 0,-1 0,-21 0,21 0,1 0,22 0,-67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0 111,'22'0,"0"0,0 0,1 0,-1 0,45 0,22 0,22 0,-66 0,44 0,-44 0,44 0,0 0,-45 0,68 0,-45 0,0 0,-23 0,45 0,-44 0,44 0,-22 0,22-22,0 22,-67 0,68 0,-24-23,-21 23,-23 0,23 0,-23 0,67 0,-66 0,21 23,23-23,0 0,-23 0,-21 0,44 0,-45 0,45 0,0 0,22 0,-67 0,67 44,-44-44,22 0,-23 0,23 0,0 22,133-22,-110 0,66 0,66 23,90-23,-133 0,-46 0,-66 0,22 0,-22 0,22 0,1 0,-68 0,45 0,-23 0,1 0,22 0,0 0,-23 0,23 0,22 0,-22 0,-45 0,23 0,44 0,-22 0,44 0,-66 0,44 0,-67 0,67 0,-22 0,134 0,44 0,-178 22,111-22,-22 0,-67 0,0 0,23 0,-68 0,46 0,21 0,-89 0,157 0,-113 0,46 0,-45 0,66 0,-43 0,66 0,-45 0,23 0,-90 0,68 0,-45 0,-23 0,90-22,-45-1,-22 1,44 0,-66 22,44 0,-44 0,-23 0,134-45,-112 45,1-22,22 0,-45 22,0 0,1 0,-1-22,-44 22,-1 0,1 0,0 22,22-22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0 0,'44'0,"-22"0,23 22,22-22,0 0,-1 0,68 44,-89-44,88 45,-43-23,-24 0,1-22,67 45,67-45,-1 0,-22 22,-44 1,67-23,-112 22,223-22,-178 0,133 0,0 0,-155 0,88 0,-66 0,-67 0,156 0,44 0,-133 0,44 0,1 0,43 22,-66-22,-66 0,-46 0,45 0,-22 0,22 0,-22 0,0 0,134 0,-90 0,223 0,-66 0,-68 0,-88 0,21 0,-21 0,22-22,-23 0,23-1,646-110,-602 88,89 23,-44 22,-22 0,66 0,-44-22,-134 22,134 0,-111 0,66 0,156 0,-67 0,-111 0,23 0,88 0,-89 0,-22 0,-66 0,21 0,-22 0,-44 0,66 0,-44 0,22 0,-67 0,1 0,-1 0,-22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0 0,'0'0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0 0,'21'0,"0"0,0 0,0 0,0 0,0 0,1 0,-1 0,0 0,21 0,-21 0,22 0,-22 0,0 0,21 0,43 0,-21 0,-22 0,21 0,-41 0,20 0,-21 0,0 0,0 0,1 0,-1 0,63 0,1 0,-43 0,1 0,-22 0,0 21,0-21,0 0,1 0,62 0,-41 0,20 0,1 0,-43 0,106 0,-85 0,0 0,22 0,-1 0,-20 0,-1 0,0 0,-20 0,20 0,0 0,-21 0,1 0,20 0,0 0,64 0,-42 0,-22 0,64 0,-43 0,-20 0,-1 0,21 0,1 0,-22 0,-21 0,1 0,20 0,-21 0,0 0,-21-21,21 21,22 0,-1 0,-21 0,-21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0 126,'21'0,"0"0,0 0,21 0,1 0,41-21,-20 0,-43 21,21-21,43 21,-22-21,1 21,-22 0,43 0,-22 0,43 0,21 0,-84 0,20 0,1 0,-22-21,21 21,22 0,-43 0,85 0,-63 0,-22 0,1 0,84 0,-106 0,42 0,-42 0,22 0,41 0,-41-21,-1 21,22 0,-43 0,21 0,0 0,1 0,20 0,1 0,-22 0,0 0,64 0,-63 0,-1 0,21 0,1 0,-43 0,43 0,20 0,43 0,-21 0,0 0,-21 0,20 0,-41 0,42 0,-64 0,0 0,22 0,-22 0,-21 0,43 0,-1 0,43 0,-63 0,20 0,43 0,-43 0,1 0,-1 0,22 0,-21 0,-1 21,-42-21,0 0,43 0,-22 0,-21 0,43 0,-1 0,-41 0,83 0,-83 21,20-21,0 21,-21-21,22 0,-1 0,-21 0,0 0,-21 21,0-21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0 0,'21'0,"0"0,0 0,42 0,43 0,0 21,233 0,-128 0,65-21,337 63,-295-41,-1-22,22 42,338-42,-359 0,-43 0,0 0,22 0,-65 0,22 0,0 21,-21-21,169 0,-253 0,-44 0,1 0,85 0,-85 0,-1 0,-20 0,-43 0,22 0,84 0,-42 0,84 0,-147 0,20 0,43 0,0 0,190 0,-169 0,21 0,170 0,-191 0,0 0,21 0,0 0,0 0,-21 0,0 0,0 0,22 0,-1 0,-42 0,21-21,21-43,0 43,-42 21,0 0,-22 0,-63 0,43 0,-22-21,-42 21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0 63,'21'0,"0"0,0 0,21-21,22 0,-43 21,42 0,1 0,-22 0,191-21,-191 21,1 0,-1 0,43 0,126 0,-105 0,42 0,-42 0,148 0,-169 0,-22 0,43 0,-63 0,-1 0,0 0,22 0,20 0,-41 0,-1 0,0 0,-20 0,41 0,43 0,-43 0,-20 0,63 21,-64-21,0 0,43 0,21 21,42-21,-85 0,43 0,21 0,-21 0,-42 0,41 0,22 0,-84 0,20 0,22 0,-43 21,106-21,-63 0,-21 0,20 0,-20 0,-22 0,22 0,41 0,1 0,0 0,21 0,-21 0,0 0,-22 0,86 0,-107 0,1 0,42 0,-1 0,22 0,-63 0,42 0,-64 0,0 0,1 0,-1 0,22 0,-1 0,-21 0,22 0,42 21,-43-21,-20 0,-1 0,21 0,1 0,-22 0,43 0,127 0,-128 0,22 0,0 0,-21 0,-22 0,22 0,42 0,-85 0,22 0,-1 0,-21 0,22 0,21 0,-43 0,64 0,-64 0,64 0,0 0,-22 0,107 0,-85 0,0 0,-1 0,-83 0,-1 21,0-21,21 0,-21 0,1 0,-1 0,0 0,-21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1015 0,'-63'42,"-1"21,22 1,21-43,-43 64,22-43,-43 64,64-43,-85 64,64-63,0-1,-22 22,64-43,-21-21,-21 22,-22 63,43-64,-42 64,-1 0,43-85,0 21,-21-21,42 0,0-21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7042 2874,'0'-44,"-67"44,0 0,-67 0,-44 0,-45 0,-89-23,-22-43,0 43,-90-44,-44 67,22-111,23 44,89 23,44-23,45 0,133 45,-21-23,44 0,-1 1,24-23,-1 67,22-67,1 45,-46-23,24-22,-1 45,0 0,0-45,22 45,23-1,-22 1,-1-22,0 44,23 0,22-45,0 23,22-23,23-22,44-22,-22-45,89-44,45 44,-23 23,22 0,23 21,89 1,-22 22,0-66,-23 88,-44-22,67 45,22-23,-67 45,-22 0,0 0,44 23,0-1,-44 0,-22 23,66-23,1 45,21-45,-66 1,45 21,-1 1,1 22,44-1,-23-43,-21 44,-68-1,1 1,-45 45,-67-68,-22 1,-67-1,22-21,-22 21,0 1,0 44,0-22,0-23,0 23,0 22,-89-22,22 0,-44 22,44-22,-22 22,-67-22,22 22,45-44,-45-23,-22 0,45-22,-45 23,-23-23,-88 0,0 0,44 0,-67 44,-44-44,-1 0,1 0,0 0,-67 0,0 0,-45 0,67 0,22 23,45-23,90 0,-1 0,44 0,23 0,45 0,-45 0,45 0,44 0,22 0,1 0,21 0,1 0,-45 0,23 0,-1 0,23 0,-1 0,23-23,-22-44,22 23,0-23,0 0,22-44,23-45,44 44,-22 1,67-45,44 0,0 0,-22 22,23 23,-1-23,-22 45,44-23,-44 23,45 22,-67 45,22 0,67-23,-1 45,1 0,-44 0,88 0,0 0,-44 0,0 23,-22-23,-23 66,67-21,23 0,-46 21,90 46,-44-1,44 68,-45-23,-22 0,-44 0,0-23,-1 23,-22-44,-66 21,-45-43,44 43,-44-44,-45-22,1-22,-1 22,-22-23,-45 23,23-45,-45 23,-44 44,-45 23,-23-46,23 1,0-44,45-1,-134 45,22-45,0 0,-44 23,-23-1,-89-44,-67 0,68 0,-24 0,46 0,-23 0,0-66,23 43,-1-44,0 1,-66-1,-67 0,44 0,67-67,45 67,-23-22,68 45,43-23,68 0,0 22,66-21,-21-24,66 68,0-22,45 44,22-67,-22-45,22 23,0 22,0-44,22-23,67-22,45 0,22 22,66-44,46 22,66 45,-66 44,44 0,111-22,23-23,133 46,-289-1,89 45,66 22,23 0,-22 0,-67 0,-22 0,-1 22,1 89,44 1,-134 44,-22 0,23 22,-23 45,-44-23,21 23,-110-67,22 22,-45-22,-22-66,-23 43,-22-44,1 1,-23 21,-23 45,-88-22,-23-1,-133 68,-157 0,90-45,0-45,22-44,312-67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2585 0,'-23'0,"1"0,-23 22,-21 0,43 23,-44-1,-44 45,0 23,21-23,-43 89,-46 0,1 1,0-46,44 1,23 0,44-67,22 0,45-45,-44 45,44-45,-67 23,45 21,-23 1,45-22,-45 22,23-23,0 23,-23 0,45-45,-44 23,44-1,0-21,-23 44,-21-1,44-43,0 44,-45-45,1 22,44 1,-23 22,-21 0,-1 22,45-22,0-23,0 23,-22-22,22-1,-45 23,45 0,-22 0,0-23,22 46,-22-24,22-43,0 44,0-1,-45 1,45-44,0 43,0 1,-22 45,-23-1,23-22,22 23,0 21,-22 23,-1-44,1-45,0-45,0 67,22-22,0 0,0-23,0 1,0 22,0-45,0 45,22 0,-22-23,0 23,0-22,0-23,0 45,0-45,0 45,0 0,0-22,0 21,0 1,0-44,0 66,0-22,0 22,0 0,22 45,0-23,-22 23,0-23,0 23,0 0,0-1,0 1,0-23,0 23,0 0,0-23,45 1,-23-23,0 45,-22-90,23 23,-23 22,0-22,44-22,-21 21,-23 1,44 0,-22-45,-22 45,23 0,-1 22,23 23,-23 21,0 23,0-89,1 67,44-45,-23 67,-22 0,23-22,0 22,-1-23,-22-88,-22 0,23 44,21-22,-21-23,21 23,-22 0,23-23,-23-21,23 44,-23-1,23-43,-23 44,23-67,-23 22,22 0,-44 23,23 22,21-45,23 45,0 0,-67-23,22 45,1 0,21 1,1-46,-1 23,1-22,-1 21,1-21,-45-23,22 23,23 22,-1-23,1 45,22-44,0 22,-23 0,-44-45,45 23,-45-1,22-44,-22 22,22-22,-22 23,23-23,-1 0,-22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0 111,'22'0,"0"0,0 0,23 0,22 0,-45 0,45 0,-45 0,0 0,45 0,-44 0,21 0,1 0,-23 0,0 0,1 0,21 0,23 22,0-22,-45 0,0 0,23 0,-45 22,45-22,21 0,-21 23,-23-23,23 0,22 44,-23-44,23 23,-45-23,23 44,0-44,-1 22,1-22,-1 23,1-23,22 22,0 0,-1-22,-21 0,22 0,0 0,-23 0,23 23,0-23,-22 0,21 0,1 0,-44 0,-1 0,22 0,23 0,-22 0,-23 0,23 0,22 0,-1 0,-21 0,0 0,-23 0,0 0,45-23,-45 23,1 0,-1-44,22 44,-21-23,-1 1,23 22,21 0,-43-22,-1 22,0 0,23 0,-1 0,-21 0,21-45,1 45,22-22,-23 22,23-45,-22 45,-1-22,1 22,-1-22,1 22,22 0,-67-22,67-1,0 1,-23 22,1 0,-1 0,1-22,-23 22,23 0,-1 0,-21 0,21 0,23 0,-45 0,23 0,-1 0,1-22,22 22,0 0,-23 0,1 0,-1 0,-21 0,21 0,1 0,-23 0,23 0,-23 0,23 0,21 22,-21-22,22 0,-23 0,1 0,-23 0,23 0,-1 0,-21 0,-1 0,0 0,1 0,-23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0 0,'42'0,"21"0,-42 0,1 0,-1 0,0 0,42 21,1 42,21 1,-43-43,-21 21,64 0,-22 1,-20-43,-22 0,0 21,0-21,-21 21,-21-42,21 0,-42 0,42-1,0 1,0 0,0 0,0 0,0 0,0-22,0 22,0-21,0 42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380 0,'0'21,"22"21,20 21,0 22,64 148,-85-170,0-20,22-22,-64-21,-1 0,-20 0,21 0,-21 0,-43 0,43 0,-22 0,43 0,0 0,-43 0,43 0,-42 0,-1 0,22 0,21 0,0 0,21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317 105,'-21'0,"0"21,-22 22,22-22,-21 0,42 0,-21-21,-1 21,-20 22,0-43,21 0,0 21,21-63,0-1,21 22,0-21,21-43,-21 64,22-21,-43 21,0 42,-22 21,22-21,0 21,-21-42,21 43,0-1,-21 0,0-20,63-22,-21 0,22 0,20 0,-42 0,22 0,-22 0,0 0,21 0,-20 0,-22 21,21-21,-21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0 0,'21'0,"0"0,0 0,0 0,0 0,0 0,1 0,-1 0,0 0,21 0,-42 21,43-21,-22 0,42 0,-42 0,-21 21,22-21,-1 0,0 0,0 0,0 0,0 0,1 0,-1 0,21 0,0 0,-20 0,20 0,0 0,1 0,-22 0,0 0,21 0,22 0,-43 0,0 0,64 0,-64 0,21 0,1 0,20 0,-42 0,22 0,-22 0,21 0,-21 0,22 0,-22 0,21 0,-21 0,22 0,-1 0,21 0,-41 0,20 0,21 0,-41-21,41 0,43 21,-64 0,22 0,-22 0,0 0,22 0,-43 0,21 0,-20 0,-1 0,21 0,-21 0,43 0,-43 0,21 0,-21 0,85 21,-85-21,22 0,-22 0,21 0,-21 0,43 0,-43 0,21 0,43 0,-43 0,43 0,-43 0,1 0,-1 0,0 0,22 0,-43 0,21 0,22 42,-22-42,-21 0,43 0,-1 0,-20 0,-22 0,42 0,-20 0,-1 0,0 0,-20 0,41 0,-21 0,1 0,-1 0,-21 0,22 0,-1 0,-21 0,21 0,43 0,-43 0,-20 0,20 0,-21 0,0 0,22 0,-1 0,-21 0,21 0,1 0,-22 0,0 0,85 0,-64 0,-21 0,22 0,-22 0,21 0,1 0,20 0,-21 0,22 0,-1 0,-20 0,20 0,1 0,-22 21,0-21,1 0,20 0,22 0,-22 0,1 0,-22 0,1 0,-22 0,42 0,43 0,-64 0,22 0,-22 0,43 0,21 0,-64 0,0 0,43 0,-43 0,22 0,-1 0,86 0,-86 0,-21 0,22 0,-22 0,1 0,20 0,-42 0,43 0,-22 0,0 0,1 0,20 0,43 0,-42 0,-43 0,42 0,22 0,63 0,-84 0,-1 0,-21 0,22 0,21 0,-22 0,-42 0,106 0,-84 0,20 0,1 0,-1 0,1 0,-22 0,0 0,22 0,-1 0,43 0,-21 0,-22 0,-20 0,20 0,43 0,-64 0,1 0,41 0,-63 0,22 0,-1 0,-21 0,106 0,-84 0,84 0,-106 0,42 0,-42 0,64 0,106 0,-86 0,1 0,-21 0,84 0,-126 0,-1 0,21 0,-41 0,20 0,-21 0,43 0,-1 0,-42 0,43 0,-43 0,0 0,-21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2094 0,'-22'22,"0"-22,-45 44,45-44,-23 45,-111-23,45 0,44-22,22 45,23-23,-45 23,45-45,-45 44,45-21,-1-1,-21 0,21 23,-21-23,44 23,-45-45,23 22,0 0,22 23,-45-45,23 67,-45-23,0 23,23 0,21 0,-44-45,45 0,-22 45,-1-22,23-1,-23 1,1 22,-1-23,23 1,-1 22,-43-67,43 67,1-67,0 44,-1 1,1-23,-22 23,21 22,1-23,-23 23,45-22,-44 21,44-43,-22 21,-1 23,23-22,-22 22,22-1,0-43,0 66,0-22,-44 0,44-23,0 23,0 0,0-23,0-21,0 21,0 1,22-23,-22 23,22-23,-22 23,22 21,23-21,-23 0,23-1,-23 23,23-22,-1-1,-22-22,1 1,-1 44,23-23,-23 1,0-23,0 23,23-1,-23-44,1 22,-1 23,22-23,23 23,-44-45,43 44,-21-21,-23 21,45-44,-45 45,1-23,21 23,-21-45,21 44,-22-44,23 67,0-67,-1 45,-22-45,1 44,21-44,-21 0,-23 45,22-45,-22 22,0 0,22 1,0-23,-22 44,0-44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0 66,'22'0,"22"0,1 0,-23 0,0 0,1 0,-1 0,0 0,1 0,43 0,1 0,-22 0,-1 0,1 0,0 0,-1 0,23 0,0 0,-23 0,23 0,0-22,0 22,-22-44,-1 44,23 0,-22 0,-1 0,1 0,-23 0,0 0,1 0,43 0,-43 0,21 0,1 0,-1 0,-21 0,44 0,-45 0,0 0,0 0,23 0,-23 0,1 0,-1 0,22 0,23 0,22 0,-44 0,22 0,-45 0,23 0,22 0,-45 0,0 0,23 0,-23 0,0 0,45 0,-22 0,22 0,-45 0,0 0,45 0,-22 0,-1 0,-22 0,1 0,44 0,-45 0,45 0,-45 0,23 0,21 0,-43 0,-1 0,0 0,45 0,0 0,-45 0,23 0,22 0,-23 0,-44 44,67-44,-45 22,1-22,44 0,-45 0,0 0,0 0,23 0,0 0,-23 0,0 0,0 0,1 0,21 0,1 0,-23 0,23 0,-1 0,23 0,-45 0,1 0,21 23,23-23,-45 0,45 22,-44-22,-1 0,45 0,-45 0,0 0,-22 44,23-44,-1 0,22 0,-21 0,21-22,23 22,0-22,-22 22,21 0,1 0,-44 0,43 0,1 0,-44 0,-1 0,0 0,-22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802 0,'-67'0,"22"44,45-22,-44-22,-1 45,-22-1,23-21,44-1,-67 0,67 1,-67 21,0 1,23-23,21 23,-66-1,22-22,45 23,-22-23,44 1,0-1,44-22,23 0,-23 44,23-44,-22 0,22 23,0-23,22 0,22 0,1 0,-1 0,0 0,-44 0,-44 0,-1 0,0 0,-66 0,-1-67,23 67,22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423 200,'-45'-22,"45"-1,-44 23,44-22,-23 22,-21-44,-1 44,23 0,-23 0,-21 0,43-45,1 45,-22 0,66 22,0-22,0 45,45-23,0 45,-67-45,67 23,-67-1,67-21,-45 21,0 23,-22-22,45 22,-23-45,23 22,-1 23,1 0,-23 0,0-22,-22 21,0 1,23-44,-23-1,0 0,22 0,0-22,-22 23,0-1,0 0,45-22,-45-22,0-23,0 23,0-45,0-22,0-22,0 66,0-22,0 0,0 23,22-23,23 22,-45 23,44 0,-21 22,-1-22,0-23,23 23,-23 22,0-23,1 23,-23-22,22 0,-22-45,0 45,0-1,44-21,-44-1,0 23,0 0,23 0,-68 22,1 0,21 0,-21 0,-1 0,1 0,-23 22,44 22,-21-44,-1 45,23-23,0-22,-1 0,1 0,0 0,-23 22,45 1,-67 21,23 1,-1-1,-22 23,23-44,-1-1,23-22,-23 44,45-21,-44-1,44-22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148 0,'42'42,"-21"-42,21 63,-42-20,0-1,22 21,-1-20,-21 41,21 22,21 21,-42 21,43-42,-43 42,63 1,-63-1,21-21,0 21,-21-21,0 21,0 0,0-42,0 42,0-63,0 21,0 21,22-43,-22 22,0 21,0-21,0 42,0-21,0-21,0 21,0 0,0 21,0-21,-22-21,-20-21,42-22,0 1,0-22,-42 22,42-22,-21 21,-22-20,22 20,21-20,-42 20,21 1,-1-22,22 0,-42 1,21 20,-21-21,20 22,22-43,-21 0,21 0,-21 22,-21-22,42 0,0 0,0 22,-42-1,42-21,0-21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1756 296,'-21'0,"-42"21,20 21,1-21,-22 22,43-22,0 0,-21 21,-43 1,22-1,-43 0,-21 22,0 21,21-43,0 0,0 22,43-22,-1-21,1 22,20-22,-20 21,-1-21,1 43,-1-43,64 0,-63 0,42 0,0 1,84-22,-21 0,22 0,42 21,42-21,64 0,20 0,-20 0,-21 0,-43 0,-42 0,-1 0,-41 0,-22 0,1 0,20 0,-21 0,-20 0,-1 0,0 0,-63 0,-1 0,-20-21,-1-43,1 1,20 63,-41-64,-43-42,-43 0,22 1,21 20,-42-21,0-42,-22 42,43-21,-21 42,105 22,43 0,-42 63,63 42,0 64,0-1,0 65,0 20,84-42,-42 43,22-1,21 64,63 43,0-86,-21 22,-21-63,-22-43,-41-85,-43-21,0 21,21-42,21 0,1 0,-22 0,21-63,-21 21,0-107,22-20,-22-64,42-42,-41-42,62-22,1 21,-22 1,-41 105,20 149,-42 42,0 21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0 359,'169'-42,"-106"42,1-21,20 21,-41-43,20 43,22 0,42 0,63-21,1-42,63 20,-42-20,42 42,21-21,42 42,-42 0,43 0,-43 0,21 0,-84 21,-21 21,-22-21,21 21,-41-20,-22 20,21 0,0 22,21 42,-63-43,0 64,-43-21,43-43,-42 1,-1 63,-20-21,20 21,-42 21,22 0,20 0,-42 0,0 43,-21-43,0 21,0-20,0-44,0 86,-21-22,-42 64,-1 21,-42-42,22-22,-22-20,-21-22,-42 21,-1 0,-20 1,-1-43,1 42,20-63,43 0,-42 42,42-21,-63 42,20-21,1 22,21-22,-85-21,42 21,-41 0,41-84,64-1,21-20,43 20,42-63,-1 21,1 0,-21 22,42-43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2072 267,'0'156,"-45"111,-21 1,-113 244,-21 23,44-223,-23-44,23-23,0 0,23-89,-23 67,44-90,45-21,-22 22,22-1,1-44,21 23,-22-23,45-44,0 44,-1-22,1-1,0-21,22-23,0 23,-22-45,22 22,0 0,0-44,22-22,0-23,23-67,44-156,0 112,0-23,0-66,67 0,0-45,0 0,134-223,-134 178,44 45,-44 0,-44 22,-1 45,-22 89,1 23,-90 66,44 22,-44 1,45 44,-23-67,0 67,-22-22,23 22,-23 22,-23 22,1 1,-45 178,45-67,-45 67,-22 22,-156 401,89-312,67-22,-23 0,-22 0,45-44,-22-1,22-44,0 44,-1-66,1-23,67-66,-23-23,-21 22,66-88,0-1,-23 0,23-44,23-45,88-223,67-133,-22 178,-44 0,200-268,-156 246,-45-45,45 0,0-67,0 22,-44 23,-1 66,-22 68,-44 66,-23 45,0 67,1-1,-23 1,0 0,-23 44,1 23,-156 267,-112 334,89-223,23-21,-22-24,21 24,23-90,0 0,23-67,43-45,-21-44,44-67,0-22,67-67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66 111,'67'-22,"22"-1,45-21,-67 44,44-22,1 44,-68-22,1 44,-1-44,1 23,-23 21,1 1,-1 22,0-45,-22 22,0 23,0-44,0 43,-22-21,-23 0,1-1,-1 23,-22-22,0-1,1 1,21-23,0-22,1 0,22 22,-1-22,1 0,0 0,-1 0,23-22,23 0,-1 22,0 0,1 0,-1 0,0 0,23 0,-1 0,-21 0,21 0,1 22,-45 0,44 1,-21-23,-1 22,0 0,0 0,-22 1,23-1,-23 23,0-23,0 0,0 0,-23 23,1-23,0 1,-45 21,-44 23,66-22,0-23,1 22,-23-44,22 23,1-1,-1 0,1 1,21-1,-21-22,22 0,-1 0,1 22,0-22,0 0,22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1292 0,'-45'22,"-21"134,-68 89,67-134,-89 134,89-133,0-23,0 0,-44 112,89-179,-23 67,-22 23,45-68,-23-22,45 23,-22 22,0-23,-23-21,23 21,0 1,-1-23,1 23,0-1,0 1,-1-45,23 22,0 23,-22-45,0 0,22 22,-22 0,22-22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0 0,'0'44,"0"45,0 45,0 245,0-201,0-22,0-45,0-44,0 22,0-66,0-1,0 0,0 1,0-1,0-22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0 0,'0'44,"0"1,0 111,0-67,0-45,0 45,0 1,0-46,0 23,0 0,0-23,0 1,0 0,0-23,0 0,0 0,0 1,0-1,0 0,0-22</inkml:trace>
</inkml:ink>
</file>

<file path=ppt/notesMasters/_rels/notesMaster1.xml.rels><?xml version="1.0" encoding="UTF-8"?>
<Relationships xmlns="http://schemas.openxmlformats.org/package/2006/relationships"><Relationship Id="rId1" Type="http://schemas.openxmlformats.org/officeDocument/2006/relationships/theme" Target="../theme/theme2.xml"></Relationship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.xml"></Relationship></Relationships>
</file>

<file path=ppt/notesSlides/_rels/notesSlide2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2.xml"></Relationship></Relationships>
</file>

<file path=ppt/notesSlides/_rels/notesSlide5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5.xml"></Relationship></Relationships>
</file>

<file path=ppt/notesSlides/_rels/notesSlide6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6.xml"></Relationship></Relationships>
</file>

<file path=ppt/notesSlides/_rels/notesSlide7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7.xml"></Relationship></Relationships>
</file>

<file path=ppt/notesSlides/_rels/notesSlide8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8.xml"></Relationship></Relationships>
</file>

<file path=ppt/notesSlides/_rels/notesSlide9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9.xml"></Relationship></Relationships>
</file>

<file path=ppt/notesSlides/_rels/notesSlide10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0.xml"></Relationship></Relationships>
</file>

<file path=ppt/notesSlides/_rels/notesSlide11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1.xml"></Relationship></Relationships>
</file>

<file path=ppt/notesSlides/_rels/notesSlide14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4.xml"></Relationship></Relationships>
</file>

<file path=ppt/notesSlides/_rels/notesSlide15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5.xml"></Relationship></Relationships>
</file>

<file path=ppt/notesSlides/_rels/notesSlide16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6.xml"></Relationship></Relationships>
</file>

<file path=ppt/notesSlides/_rels/notesSlide19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9.xml"></Relationship></Relationships>
</file>

<file path=ppt/notesSlides/_rels/notesSlide20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20.xml"></Relationship></Relationships>
</file>

<file path=ppt/notesSlides/_rels/notesSlide21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21.xml"></Relationship></Relationships>
</file>

<file path=ppt/notesSlides/_rels/notesSlide22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22.xml"></Relationship></Relationships>
</file>

<file path=ppt/notesSlides/_rels/notesSlide23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23.xml"></Relationship></Relationships>
</file>

<file path=ppt/notesSlides/_rels/notesSlide26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26.xml"></Relationship></Relationships>
</file>

<file path=ppt/notesSlides/_rels/notesSlide36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36.xml"></Relationship></Relationships>
</file>

<file path=ppt/notesSlides/_rels/notesSlide37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37.xml"></Relationship></Relationships>
</file>

<file path=ppt/notesSlides/_rels/notesSlide39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39.xml"></Relationship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>
          <a:extLst>
            <a:ext uri="{FF2B5EF4-FFF2-40B4-BE49-F238E27FC236}">
              <a16:creationId xmlns:a16="http://schemas.microsoft.com/office/drawing/2014/main" id="{9422C0D5-09EE-E21C-04FE-E891E2E2F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:notes">
            <a:extLst>
              <a:ext uri="{FF2B5EF4-FFF2-40B4-BE49-F238E27FC236}">
                <a16:creationId xmlns:a16="http://schemas.microsoft.com/office/drawing/2014/main" id="{70DEF9D7-1E9B-B5E1-CBD9-B521D9AC83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4:notes">
            <a:extLst>
              <a:ext uri="{FF2B5EF4-FFF2-40B4-BE49-F238E27FC236}">
                <a16:creationId xmlns:a16="http://schemas.microsoft.com/office/drawing/2014/main" id="{BA78891B-5572-7188-C64B-F96EFD8E26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158016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>
          <a:extLst>
            <a:ext uri="{FF2B5EF4-FFF2-40B4-BE49-F238E27FC236}">
              <a16:creationId xmlns:a16="http://schemas.microsoft.com/office/drawing/2014/main" id="{22DC66EE-695B-E3F7-F19B-B5DE0B9EF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3:notes">
            <a:extLst>
              <a:ext uri="{FF2B5EF4-FFF2-40B4-BE49-F238E27FC236}">
                <a16:creationId xmlns:a16="http://schemas.microsoft.com/office/drawing/2014/main" id="{48A8AD7A-5C8C-5C6D-6ECB-5B5128A27A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3:notes">
            <a:extLst>
              <a:ext uri="{FF2B5EF4-FFF2-40B4-BE49-F238E27FC236}">
                <a16:creationId xmlns:a16="http://schemas.microsoft.com/office/drawing/2014/main" id="{9A002382-548A-C2A6-E796-9683390F0B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8502511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0"/>
          <p:cNvSpPr txBox="1">
            <a:spLocks noGrp="1"/>
          </p:cNvSpPr>
          <p:nvPr>
            <p:ph type="ctrTitle"/>
          </p:nvPr>
        </p:nvSpPr>
        <p:spPr>
          <a:xfrm>
            <a:off x="1524000" y="1676400"/>
            <a:ext cx="93472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0"/>
          <p:cNvSpPr txBox="1">
            <a:spLocks noGrp="1"/>
          </p:cNvSpPr>
          <p:nvPr>
            <p:ph type="subTitle" idx="1"/>
          </p:nvPr>
        </p:nvSpPr>
        <p:spPr>
          <a:xfrm>
            <a:off x="1016000" y="4343400"/>
            <a:ext cx="102616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Noto Sans Symbols"/>
              <a:buNone/>
              <a:defRPr sz="2000" b="1"/>
            </a:lvl1pPr>
            <a:lvl2pPr lvl="1" algn="l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SzPts val="1800"/>
              <a:buChar char="⬥"/>
              <a:defRPr/>
            </a:lvl2pPr>
            <a:lvl3pPr lvl="2" algn="l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SzPts val="1620"/>
              <a:buChar char="–"/>
              <a:defRPr/>
            </a:lvl3pPr>
            <a:lvl4pPr lvl="3" algn="l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SzPts val="1800"/>
              <a:buChar char="⬥"/>
              <a:defRPr/>
            </a:lvl4pPr>
            <a:lvl5pPr lvl="4" algn="l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SzPts val="1800"/>
              <a:buChar char="⬥"/>
              <a:defRPr/>
            </a:lvl5pPr>
            <a:lvl6pPr lvl="5" algn="l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SzPts val="1800"/>
              <a:buChar char="⬥"/>
              <a:defRPr/>
            </a:lvl6pPr>
            <a:lvl7pPr lvl="6" algn="l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SzPts val="1800"/>
              <a:buChar char="⬥"/>
              <a:defRPr/>
            </a:lvl7pPr>
            <a:lvl8pPr lvl="7" algn="l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SzPts val="1800"/>
              <a:buChar char="⬥"/>
              <a:defRPr/>
            </a:lvl8pPr>
            <a:lvl9pPr lvl="8" algn="l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SzPts val="1800"/>
              <a:buChar char="⬥"/>
              <a:defRPr/>
            </a:lvl9pPr>
          </a:lstStyle>
          <a:p>
            <a:endParaRPr/>
          </a:p>
        </p:txBody>
      </p:sp>
      <p:grpSp>
        <p:nvGrpSpPr>
          <p:cNvPr id="19" name="Google Shape;19;p30"/>
          <p:cNvGrpSpPr/>
          <p:nvPr/>
        </p:nvGrpSpPr>
        <p:grpSpPr>
          <a:xfrm rot="10800000" flipH="1">
            <a:off x="8164" y="1383031"/>
            <a:ext cx="12192000" cy="45719"/>
            <a:chOff x="0" y="426"/>
            <a:chExt cx="5760" cy="367"/>
          </a:xfrm>
        </p:grpSpPr>
        <p:sp>
          <p:nvSpPr>
            <p:cNvPr id="20" name="Google Shape;20;p30"/>
            <p:cNvSpPr/>
            <p:nvPr/>
          </p:nvSpPr>
          <p:spPr>
            <a:xfrm>
              <a:off x="0" y="426"/>
              <a:ext cx="1645" cy="364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1" name="Google Shape;21;p30"/>
            <p:cNvSpPr/>
            <p:nvPr/>
          </p:nvSpPr>
          <p:spPr>
            <a:xfrm>
              <a:off x="1638" y="429"/>
              <a:ext cx="4122" cy="364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1"/>
          <p:cNvSpPr txBox="1">
            <a:spLocks noGrp="1"/>
          </p:cNvSpPr>
          <p:nvPr>
            <p:ph type="title"/>
          </p:nvPr>
        </p:nvSpPr>
        <p:spPr>
          <a:xfrm>
            <a:off x="590551" y="146050"/>
            <a:ext cx="103632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1"/>
          <p:cNvSpPr txBox="1">
            <a:spLocks noGrp="1"/>
          </p:cNvSpPr>
          <p:nvPr>
            <p:ph type="body" idx="1"/>
          </p:nvPr>
        </p:nvSpPr>
        <p:spPr>
          <a:xfrm>
            <a:off x="592667" y="1152526"/>
            <a:ext cx="10363200" cy="501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1pPr>
            <a:lvl2pPr marL="914400" lvl="1" indent="-342900" algn="l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SzPts val="1800"/>
              <a:buChar char="⬥"/>
              <a:defRPr/>
            </a:lvl2pPr>
            <a:lvl3pPr marL="1371600" lvl="2" indent="-331469" algn="l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42900" algn="l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SzPts val="1800"/>
              <a:buChar char="⬥"/>
              <a:defRPr/>
            </a:lvl4pPr>
            <a:lvl5pPr marL="2286000" lvl="4" indent="-342900" algn="l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SzPts val="1800"/>
              <a:buChar char="⬥"/>
              <a:defRPr/>
            </a:lvl5pPr>
            <a:lvl6pPr marL="2743200" lvl="5" indent="-342900" algn="l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SzPts val="1800"/>
              <a:buChar char="⬥"/>
              <a:defRPr/>
            </a:lvl6pPr>
            <a:lvl7pPr marL="3200400" lvl="6" indent="-342900" algn="l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SzPts val="1800"/>
              <a:buChar char="⬥"/>
              <a:defRPr/>
            </a:lvl7pPr>
            <a:lvl8pPr marL="3657600" lvl="7" indent="-342900" algn="l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SzPts val="1800"/>
              <a:buChar char="⬥"/>
              <a:defRPr/>
            </a:lvl8pPr>
            <a:lvl9pPr marL="4114800" lvl="8" indent="-342900" algn="l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SzPts val="1800"/>
              <a:buChar char="⬥"/>
              <a:defRPr/>
            </a:lvl9pPr>
          </a:lstStyle>
          <a:p>
            <a:endParaRPr/>
          </a:p>
        </p:txBody>
      </p:sp>
      <p:sp>
        <p:nvSpPr>
          <p:cNvPr id="25" name="Google Shape;25;p31"/>
          <p:cNvSpPr txBox="1">
            <a:spLocks noGrp="1"/>
          </p:cNvSpPr>
          <p:nvPr>
            <p:ph type="sldNum" idx="12"/>
          </p:nvPr>
        </p:nvSpPr>
        <p:spPr>
          <a:xfrm>
            <a:off x="9482667" y="641985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buNone/>
              <a:defRPr sz="13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buNone/>
              <a:defRPr sz="13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buNone/>
              <a:defRPr sz="13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buNone/>
              <a:defRPr sz="13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buNone/>
              <a:defRPr sz="13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buNone/>
              <a:defRPr sz="13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buNone/>
              <a:defRPr sz="13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buNone/>
              <a:defRPr sz="13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buNone/>
              <a:defRPr sz="13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31"/>
          <p:cNvSpPr txBox="1">
            <a:spLocks noGrp="1"/>
          </p:cNvSpPr>
          <p:nvPr>
            <p:ph type="ftr" idx="11"/>
          </p:nvPr>
        </p:nvSpPr>
        <p:spPr>
          <a:xfrm>
            <a:off x="1195918" y="6392863"/>
            <a:ext cx="4146549" cy="349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차트" type="chart">
  <p:cSld name="CHAR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2"/>
          <p:cNvSpPr txBox="1">
            <a:spLocks noGrp="1"/>
          </p:cNvSpPr>
          <p:nvPr>
            <p:ph type="title"/>
          </p:nvPr>
        </p:nvSpPr>
        <p:spPr>
          <a:xfrm>
            <a:off x="590551" y="146050"/>
            <a:ext cx="103632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2"/>
          <p:cNvSpPr>
            <a:spLocks noGrp="1"/>
          </p:cNvSpPr>
          <p:nvPr>
            <p:ph type="chart" idx="2"/>
          </p:nvPr>
        </p:nvSpPr>
        <p:spPr>
          <a:xfrm>
            <a:off x="592667" y="1152526"/>
            <a:ext cx="10363200" cy="501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2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2200"/>
              <a:buFont typeface="Noto Sans Symbols"/>
              <a:buChar char="■"/>
              <a:defRPr sz="2200" b="0" i="0" u="none" strike="noStrike" cap="none">
                <a:solidFill>
                  <a:srgbClr val="40458C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⬥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Times New Roman"/>
              <a:buChar char="–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⬥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⬥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⬥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⬥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⬥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⬥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30" name="Google Shape;30;p32"/>
          <p:cNvSpPr txBox="1">
            <a:spLocks noGrp="1"/>
          </p:cNvSpPr>
          <p:nvPr>
            <p:ph type="sldNum" idx="12"/>
          </p:nvPr>
        </p:nvSpPr>
        <p:spPr>
          <a:xfrm>
            <a:off x="9482667" y="641985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buNone/>
              <a:defRPr sz="13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buNone/>
              <a:defRPr sz="13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buNone/>
              <a:defRPr sz="13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buNone/>
              <a:defRPr sz="13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buNone/>
              <a:defRPr sz="13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buNone/>
              <a:defRPr sz="13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buNone/>
              <a:defRPr sz="13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buNone/>
              <a:defRPr sz="13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buNone/>
              <a:defRPr sz="13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" name="Google Shape;31;p32"/>
          <p:cNvSpPr txBox="1">
            <a:spLocks noGrp="1"/>
          </p:cNvSpPr>
          <p:nvPr>
            <p:ph type="ftr" idx="11"/>
          </p:nvPr>
        </p:nvSpPr>
        <p:spPr>
          <a:xfrm>
            <a:off x="1195918" y="6392863"/>
            <a:ext cx="4146549" cy="349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9"/>
          <p:cNvSpPr txBox="1">
            <a:spLocks noGrp="1"/>
          </p:cNvSpPr>
          <p:nvPr>
            <p:ph type="sldNum" idx="12"/>
          </p:nvPr>
        </p:nvSpPr>
        <p:spPr>
          <a:xfrm>
            <a:off x="9482667" y="641985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" name="Google Shape;7;p29"/>
          <p:cNvSpPr txBox="1">
            <a:spLocks noGrp="1"/>
          </p:cNvSpPr>
          <p:nvPr>
            <p:ph type="body" idx="1"/>
          </p:nvPr>
        </p:nvSpPr>
        <p:spPr>
          <a:xfrm>
            <a:off x="592667" y="1152526"/>
            <a:ext cx="10363200" cy="501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68300" algn="l" rtl="0">
              <a:lnSpc>
                <a:spcPct val="12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2200"/>
              <a:buFont typeface="Noto Sans Symbols"/>
              <a:buChar char="■"/>
              <a:defRPr sz="2200" b="0" i="0" u="none" strike="noStrike" cap="none">
                <a:solidFill>
                  <a:srgbClr val="40458C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35560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⬥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1371600" marR="0" lvl="2" indent="-34290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Times New Roman"/>
              <a:buChar char="–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1828800" marR="0" lvl="3" indent="-35560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⬥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2286000" marR="0" lvl="4" indent="-35560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⬥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2743200" marR="0" lvl="5" indent="-35560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⬥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3200400" marR="0" lvl="6" indent="-35560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⬥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3657600" marR="0" lvl="7" indent="-35560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⬥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4114800" marR="0" lvl="8" indent="-35560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⬥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8" name="Google Shape;8;p29"/>
          <p:cNvSpPr txBox="1">
            <a:spLocks noGrp="1"/>
          </p:cNvSpPr>
          <p:nvPr>
            <p:ph type="ftr" idx="11"/>
          </p:nvPr>
        </p:nvSpPr>
        <p:spPr>
          <a:xfrm>
            <a:off x="1195918" y="6392863"/>
            <a:ext cx="4146549" cy="349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40458C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grpSp>
        <p:nvGrpSpPr>
          <p:cNvPr id="9" name="Google Shape;9;p29"/>
          <p:cNvGrpSpPr/>
          <p:nvPr/>
        </p:nvGrpSpPr>
        <p:grpSpPr>
          <a:xfrm rot="10800000" flipH="1">
            <a:off x="8164" y="999307"/>
            <a:ext cx="12192000" cy="45719"/>
            <a:chOff x="0" y="426"/>
            <a:chExt cx="5760" cy="367"/>
          </a:xfrm>
        </p:grpSpPr>
        <p:sp>
          <p:nvSpPr>
            <p:cNvPr id="10" name="Google Shape;10;p29"/>
            <p:cNvSpPr/>
            <p:nvPr/>
          </p:nvSpPr>
          <p:spPr>
            <a:xfrm>
              <a:off x="0" y="426"/>
              <a:ext cx="1645" cy="364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1" name="Google Shape;11;p29"/>
            <p:cNvSpPr/>
            <p:nvPr/>
          </p:nvSpPr>
          <p:spPr>
            <a:xfrm>
              <a:off x="1638" y="429"/>
              <a:ext cx="4122" cy="364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12" name="Google Shape;12;p29"/>
          <p:cNvSpPr txBox="1">
            <a:spLocks noGrp="1"/>
          </p:cNvSpPr>
          <p:nvPr>
            <p:ph type="title"/>
          </p:nvPr>
        </p:nvSpPr>
        <p:spPr>
          <a:xfrm>
            <a:off x="590551" y="146050"/>
            <a:ext cx="103632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grpSp>
        <p:nvGrpSpPr>
          <p:cNvPr id="13" name="Google Shape;13;p29"/>
          <p:cNvGrpSpPr/>
          <p:nvPr/>
        </p:nvGrpSpPr>
        <p:grpSpPr>
          <a:xfrm rot="10800000" flipH="1">
            <a:off x="5444" y="6254388"/>
            <a:ext cx="12192000" cy="45719"/>
            <a:chOff x="0" y="426"/>
            <a:chExt cx="5760" cy="367"/>
          </a:xfrm>
        </p:grpSpPr>
        <p:sp>
          <p:nvSpPr>
            <p:cNvPr id="14" name="Google Shape;14;p29"/>
            <p:cNvSpPr/>
            <p:nvPr/>
          </p:nvSpPr>
          <p:spPr>
            <a:xfrm>
              <a:off x="0" y="426"/>
              <a:ext cx="1645" cy="364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5" name="Google Shape;15;p29"/>
            <p:cNvSpPr/>
            <p:nvPr/>
          </p:nvSpPr>
          <p:spPr>
            <a:xfrm>
              <a:off x="1638" y="429"/>
              <a:ext cx="4122" cy="364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
<Relationships xmlns="http://schemas.openxmlformats.org/package/2006/relationships"><Relationship Id="rId2" Type="http://schemas.openxmlformats.org/officeDocument/2006/relationships/notesSlide" Target="../notesSlides/notesSlide1.xml"></Relationship><Relationship Id="rId3" Type="http://schemas.openxmlformats.org/officeDocument/2006/relationships/customXml" Target="../ink/ink1.xml"></Relationship><Relationship Id="rId4" Type="http://schemas.openxmlformats.org/officeDocument/2006/relationships/image" Target="../media/fImage215636841.emf"></Relationship><Relationship Id="rId5" Type="http://schemas.openxmlformats.org/officeDocument/2006/relationships/customXml" Target="../ink/ink2.xml"></Relationship><Relationship Id="rId6" Type="http://schemas.openxmlformats.org/officeDocument/2006/relationships/image" Target="../media/fImage17163698467.emf"></Relationship><Relationship Id="rId7" Type="http://schemas.openxmlformats.org/officeDocument/2006/relationships/customXml" Target="../ink/ink3.xml"></Relationship><Relationship Id="rId8" Type="http://schemas.openxmlformats.org/officeDocument/2006/relationships/image" Target="../media/fImage23563706334.emf"></Relationship><Relationship Id="rId9" Type="http://schemas.openxmlformats.org/officeDocument/2006/relationships/customXml" Target="../ink/ink4.xml"></Relationship><Relationship Id="rId10" Type="http://schemas.openxmlformats.org/officeDocument/2006/relationships/image" Target="../media/fImage9563716500.emf"></Relationship><Relationship Id="rId11" Type="http://schemas.openxmlformats.org/officeDocument/2006/relationships/customXml" Target="../ink/ink5.xml"></Relationship><Relationship Id="rId12" Type="http://schemas.openxmlformats.org/officeDocument/2006/relationships/image" Target="../media/fImage39963729169.emf"></Relationship><Relationship Id="rId13" Type="http://schemas.openxmlformats.org/officeDocument/2006/relationships/customXml" Target="../ink/ink6.xml"></Relationship><Relationship Id="rId14" Type="http://schemas.openxmlformats.org/officeDocument/2006/relationships/image" Target="../media/fImage17563735724.emf"></Relationship><Relationship Id="rId15" Type="http://schemas.openxmlformats.org/officeDocument/2006/relationships/customXml" Target="../ink/ink7.xml"></Relationship><Relationship Id="rId16" Type="http://schemas.openxmlformats.org/officeDocument/2006/relationships/image" Target="../media/fImage7563741478.emf"></Relationship><Relationship Id="rId17" Type="http://schemas.openxmlformats.org/officeDocument/2006/relationships/slideLayout" Target="../slideLayouts/slideLayout1.xml"></Relationship></Relationships>
</file>

<file path=ppt/slides/_rels/slide2.xml.rels><?xml version="1.0" encoding="UTF-8"?>
<Relationships xmlns="http://schemas.openxmlformats.org/package/2006/relationships"><Relationship Id="rId2" Type="http://schemas.openxmlformats.org/officeDocument/2006/relationships/notesSlide" Target="../notesSlides/notesSlide2.xml"></Relationship><Relationship Id="rId3" Type="http://schemas.openxmlformats.org/officeDocument/2006/relationships/customXml" Target="../ink/ink8.xml"></Relationship><Relationship Id="rId4" Type="http://schemas.openxmlformats.org/officeDocument/2006/relationships/image" Target="../media/fImage551633041.emf"></Relationship><Relationship Id="rId5" Type="http://schemas.openxmlformats.org/officeDocument/2006/relationships/slideLayout" Target="../slideLayouts/slideLayout2.xml"></Relationship></Relationships>
</file>

<file path=ppt/slides/_rels/slide3.xml.rels><?xml version="1.0" encoding="UTF-8"?>
<Relationships xmlns="http://schemas.openxmlformats.org/package/2006/relationships"><Relationship Id="rId1" Type="http://schemas.openxmlformats.org/officeDocument/2006/relationships/customXml" Target="../ink/ink9.xml"></Relationship><Relationship Id="rId2" Type="http://schemas.openxmlformats.org/officeDocument/2006/relationships/image" Target="../media/fImage36363338467.emf"></Relationship><Relationship Id="rId3" Type="http://schemas.openxmlformats.org/officeDocument/2006/relationships/slideLayout" Target="../slideLayouts/slideLayout2.xml"></Relationship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?>
<Relationships xmlns="http://schemas.openxmlformats.org/package/2006/relationships"><Relationship Id="rId2" Type="http://schemas.openxmlformats.org/officeDocument/2006/relationships/notesSlide" Target="../notesSlides/notesSlide5.xml"></Relationship><Relationship Id="rId3" Type="http://schemas.openxmlformats.org/officeDocument/2006/relationships/slideLayout" Target="../slideLayouts/slideLayout2.xml"></Relationship></Relationships>
</file>

<file path=ppt/slides/_rels/slide6.xml.rels><?xml version="1.0" encoding="UTF-8"?>
<Relationships xmlns="http://schemas.openxmlformats.org/package/2006/relationships"><Relationship Id="rId2" Type="http://schemas.openxmlformats.org/officeDocument/2006/relationships/notesSlide" Target="../notesSlides/notesSlide6.xml"></Relationship><Relationship Id="rId3" Type="http://schemas.openxmlformats.org/officeDocument/2006/relationships/slideLayout" Target="../slideLayouts/slideLayout2.xml"></Relationship></Relationships>
</file>

<file path=ppt/slides/_rels/slide7.xml.rels><?xml version="1.0" encoding="UTF-8"?>
<Relationships xmlns="http://schemas.openxmlformats.org/package/2006/relationships"><Relationship Id="rId2" Type="http://schemas.openxmlformats.org/officeDocument/2006/relationships/notesSlide" Target="../notesSlides/notesSlide7.xml"></Relationship><Relationship Id="rId15" Type="http://schemas.openxmlformats.org/officeDocument/2006/relationships/customXml" Target="../ink/ink10.xml"></Relationship><Relationship Id="rId16" Type="http://schemas.openxmlformats.org/officeDocument/2006/relationships/image" Target="../media/fImage444999358.emf"></Relationship><Relationship Id="rId17" Type="http://schemas.openxmlformats.org/officeDocument/2006/relationships/customXml" Target="../ink/ink11.xml"></Relationship><Relationship Id="rId18" Type="http://schemas.openxmlformats.org/officeDocument/2006/relationships/image" Target="../media/fImage34361006962.emf"></Relationship><Relationship Id="rId19" Type="http://schemas.openxmlformats.org/officeDocument/2006/relationships/customXml" Target="../ink/ink12.xml"></Relationship><Relationship Id="rId20" Type="http://schemas.openxmlformats.org/officeDocument/2006/relationships/image" Target="../media/fImage42361064464.emf"></Relationship><Relationship Id="rId21" Type="http://schemas.openxmlformats.org/officeDocument/2006/relationships/customXml" Target="../ink/ink13.xml"></Relationship><Relationship Id="rId22" Type="http://schemas.openxmlformats.org/officeDocument/2006/relationships/image" Target="../media/fImage29561075705.emf"></Relationship><Relationship Id="rId23" Type="http://schemas.openxmlformats.org/officeDocument/2006/relationships/customXml" Target="../ink/ink14.xml"></Relationship><Relationship Id="rId24" Type="http://schemas.openxmlformats.org/officeDocument/2006/relationships/image" Target="../media/fImage53161088145.emf"></Relationship><Relationship Id="rId25" Type="http://schemas.openxmlformats.org/officeDocument/2006/relationships/customXml" Target="../ink/ink15.xml"></Relationship><Relationship Id="rId26" Type="http://schemas.openxmlformats.org/officeDocument/2006/relationships/image" Target="../media/fImage13561093281.emf"></Relationship><Relationship Id="rId27" Type="http://schemas.openxmlformats.org/officeDocument/2006/relationships/customXml" Target="../ink/ink16.xml"></Relationship><Relationship Id="rId28" Type="http://schemas.openxmlformats.org/officeDocument/2006/relationships/image" Target="../media/fImage111163566827.emf"></Relationship><Relationship Id="rId29" Type="http://schemas.openxmlformats.org/officeDocument/2006/relationships/customXml" Target="../ink/ink17.xml"></Relationship><Relationship Id="rId30" Type="http://schemas.openxmlformats.org/officeDocument/2006/relationships/image" Target="../media/fImage75963579961.emf"></Relationship><Relationship Id="rId31" Type="http://schemas.openxmlformats.org/officeDocument/2006/relationships/customXml" Target="../ink/ink18.xml"></Relationship><Relationship Id="rId32" Type="http://schemas.openxmlformats.org/officeDocument/2006/relationships/image" Target="../media/fImage5636358491.emf"></Relationship><Relationship Id="rId33" Type="http://schemas.openxmlformats.org/officeDocument/2006/relationships/slideLayout" Target="../slideLayouts/slideLayout2.xml"></Relationship></Relationships>
</file>

<file path=ppt/slides/_rels/slide8.xml.rels><?xml version="1.0" encoding="UTF-8"?>
<Relationships xmlns="http://schemas.openxmlformats.org/package/2006/relationships"><Relationship Id="rId2" Type="http://schemas.openxmlformats.org/officeDocument/2006/relationships/notesSlide" Target="../notesSlides/notesSlide8.xml"></Relationship><Relationship Id="rId11" Type="http://schemas.openxmlformats.org/officeDocument/2006/relationships/customXml" Target="../ink/ink19.xml"></Relationship><Relationship Id="rId12" Type="http://schemas.openxmlformats.org/officeDocument/2006/relationships/image" Target="../media/fImage16361182995.emf"></Relationship><Relationship Id="rId13" Type="http://schemas.openxmlformats.org/officeDocument/2006/relationships/customXml" Target="../ink/ink20.xml"></Relationship><Relationship Id="rId14" Type="http://schemas.openxmlformats.org/officeDocument/2006/relationships/image" Target="../media/fImage14361191942.emf"></Relationship><Relationship Id="rId15" Type="http://schemas.openxmlformats.org/officeDocument/2006/relationships/customXml" Target="../ink/ink21.xml"></Relationship><Relationship Id="rId16" Type="http://schemas.openxmlformats.org/officeDocument/2006/relationships/image" Target="../media/fImage20761204827.emf"></Relationship><Relationship Id="rId17" Type="http://schemas.openxmlformats.org/officeDocument/2006/relationships/customXml" Target="../ink/ink22.xml"></Relationship><Relationship Id="rId18" Type="http://schemas.openxmlformats.org/officeDocument/2006/relationships/image" Target="../media/fImage99161215436.emf"></Relationship><Relationship Id="rId19" Type="http://schemas.openxmlformats.org/officeDocument/2006/relationships/customXml" Target="../ink/ink23.xml"></Relationship><Relationship Id="rId20" Type="http://schemas.openxmlformats.org/officeDocument/2006/relationships/image" Target="../media/fImage51163592391.emf"></Relationship><Relationship Id="rId21" Type="http://schemas.openxmlformats.org/officeDocument/2006/relationships/customXml" Target="../ink/ink24.xml"></Relationship><Relationship Id="rId22" Type="http://schemas.openxmlformats.org/officeDocument/2006/relationships/image" Target="../media/fImage56763614604.emf"></Relationship><Relationship Id="rId23" Type="http://schemas.openxmlformats.org/officeDocument/2006/relationships/slideLayout" Target="../slideLayouts/slideLayout2.xml"></Relationship></Relationships>
</file>

<file path=ppt/slides/_rels/slide9.xml.rels><?xml version="1.0" encoding="UTF-8"?>
<Relationships xmlns="http://schemas.openxmlformats.org/package/2006/relationships"><Relationship Id="rId2" Type="http://schemas.openxmlformats.org/officeDocument/2006/relationships/notesSlide" Target="../notesSlides/notesSlide9.xml"></Relationship><Relationship Id="rId3" Type="http://schemas.openxmlformats.org/officeDocument/2006/relationships/slideLayout" Target="../slideLayouts/slideLayout2.xml"></Relationship></Relationships>
</file>

<file path=ppt/slides/_rels/slide10.xml.rels><?xml version="1.0" encoding="UTF-8"?>
<Relationships xmlns="http://schemas.openxmlformats.org/package/2006/relationships"><Relationship Id="rId2" Type="http://schemas.openxmlformats.org/officeDocument/2006/relationships/notesSlide" Target="../notesSlides/notesSlide10.xml"></Relationship><Relationship Id="rId3" Type="http://schemas.openxmlformats.org/officeDocument/2006/relationships/customXml" Target="../ink/ink25.xml"></Relationship><Relationship Id="rId4" Type="http://schemas.openxmlformats.org/officeDocument/2006/relationships/image" Target="../media/fImage19963623902.emf"></Relationship><Relationship Id="rId5" Type="http://schemas.openxmlformats.org/officeDocument/2006/relationships/customXml" Target="../ink/ink26.xml"></Relationship><Relationship Id="rId6" Type="http://schemas.openxmlformats.org/officeDocument/2006/relationships/image" Target="../media/fImage4476363153.emf"></Relationship><Relationship Id="rId7" Type="http://schemas.openxmlformats.org/officeDocument/2006/relationships/slideLayout" Target="../slideLayouts/slideLayout2.xml"></Relationship></Relationships>
</file>

<file path=ppt/slides/_rels/slide11.xml.rels><?xml version="1.0" encoding="UTF-8"?>
<Relationships xmlns="http://schemas.openxmlformats.org/package/2006/relationships"><Relationship Id="rId2" Type="http://schemas.openxmlformats.org/officeDocument/2006/relationships/notesSlide" Target="../notesSlides/notesSlide11.xml"></Relationship><Relationship Id="rId3" Type="http://schemas.openxmlformats.org/officeDocument/2006/relationships/slideLayout" Target="../slideLayouts/slideLayout2.xml"></Relationship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14.xml.rels><?xml version="1.0" encoding="UTF-8"?>
<Relationships xmlns="http://schemas.openxmlformats.org/package/2006/relationships"><Relationship Id="rId2" Type="http://schemas.openxmlformats.org/officeDocument/2006/relationships/notesSlide" Target="../notesSlides/notesSlide14.xml"></Relationship><Relationship Id="rId3" Type="http://schemas.openxmlformats.org/officeDocument/2006/relationships/slideLayout" Target="../slideLayouts/slideLayout2.xml"></Relationship></Relationships>
</file>

<file path=ppt/slides/_rels/slide15.xml.rels><?xml version="1.0" encoding="UTF-8"?>
<Relationships xmlns="http://schemas.openxmlformats.org/package/2006/relationships"><Relationship Id="rId2" Type="http://schemas.openxmlformats.org/officeDocument/2006/relationships/notesSlide" Target="../notesSlides/notesSlide15.xml"></Relationship><Relationship Id="rId1" Type="http://schemas.openxmlformats.org/officeDocument/2006/relationships/slideLayout" Target="../slideLayouts/slideLayout2.xml"></Relationship></Relationships>
</file>

<file path=ppt/slides/_rels/slide16.xml.rels><?xml version="1.0" encoding="UTF-8"?>
<Relationships xmlns="http://schemas.openxmlformats.org/package/2006/relationships"><Relationship Id="rId2" Type="http://schemas.openxmlformats.org/officeDocument/2006/relationships/notesSlide" Target="../notesSlides/notesSlide16.xml"></Relationship><Relationship Id="rId1" Type="http://schemas.openxmlformats.org/officeDocument/2006/relationships/slideLayout" Target="../slideLayouts/slideLayout2.xml"></Relationship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?>
<Relationships xmlns="http://schemas.openxmlformats.org/package/2006/relationships"><Relationship Id="rId2" Type="http://schemas.openxmlformats.org/officeDocument/2006/relationships/notesSlide" Target="../notesSlides/notesSlide19.xml"></Relationship><Relationship Id="rId1" Type="http://schemas.openxmlformats.org/officeDocument/2006/relationships/slideLayout" Target="../slideLayouts/slideLayout2.xml"></Relationship></Relationships>
</file>

<file path=ppt/slides/_rels/slide20.xml.rels><?xml version="1.0" encoding="UTF-8"?>
<Relationships xmlns="http://schemas.openxmlformats.org/package/2006/relationships"><Relationship Id="rId2" Type="http://schemas.openxmlformats.org/officeDocument/2006/relationships/notesSlide" Target="../notesSlides/notesSlide20.xml"></Relationship><Relationship Id="rId3" Type="http://schemas.openxmlformats.org/officeDocument/2006/relationships/slideLayout" Target="../slideLayouts/slideLayout2.xml"></Relationship></Relationships>
</file>

<file path=ppt/slides/_rels/slide21.xml.rels><?xml version="1.0" encoding="UTF-8"?>
<Relationships xmlns="http://schemas.openxmlformats.org/package/2006/relationships"><Relationship Id="rId2" Type="http://schemas.openxmlformats.org/officeDocument/2006/relationships/notesSlide" Target="../notesSlides/notesSlide21.xml"></Relationship><Relationship Id="rId1" Type="http://schemas.openxmlformats.org/officeDocument/2006/relationships/slideLayout" Target="../slideLayouts/slideLayout2.xml"></Relationship></Relationships>
</file>

<file path=ppt/slides/_rels/slide22.xml.rels><?xml version="1.0" encoding="UTF-8"?>
<Relationships xmlns="http://schemas.openxmlformats.org/package/2006/relationships"><Relationship Id="rId2" Type="http://schemas.openxmlformats.org/officeDocument/2006/relationships/notesSlide" Target="../notesSlides/notesSlide22.xml"></Relationship><Relationship Id="rId9" Type="http://schemas.openxmlformats.org/officeDocument/2006/relationships/customXml" Target="../ink/ink27.xml"></Relationship><Relationship Id="rId10" Type="http://schemas.openxmlformats.org/officeDocument/2006/relationships/image" Target="../media/fImage303625741.emf"></Relationship><Relationship Id="rId11" Type="http://schemas.openxmlformats.org/officeDocument/2006/relationships/customXml" Target="../ink/ink28.xml"></Relationship><Relationship Id="rId12" Type="http://schemas.openxmlformats.org/officeDocument/2006/relationships/image" Target="../media/fImage44762588467.emf"></Relationship><Relationship Id="rId13" Type="http://schemas.openxmlformats.org/officeDocument/2006/relationships/customXml" Target="../ink/ink29.xml"></Relationship><Relationship Id="rId14" Type="http://schemas.openxmlformats.org/officeDocument/2006/relationships/image" Target="../media/fImage35162596334.emf"></Relationship><Relationship Id="rId15" Type="http://schemas.openxmlformats.org/officeDocument/2006/relationships/slideLayout" Target="../slideLayouts/slideLayout2.xml"></Relationship></Relationships>
</file>

<file path=ppt/slides/_rels/slide23.xml.rels><?xml version="1.0" encoding="UTF-8"?>
<Relationships xmlns="http://schemas.openxmlformats.org/package/2006/relationships"><Relationship Id="rId2" Type="http://schemas.openxmlformats.org/officeDocument/2006/relationships/notesSlide" Target="../notesSlides/notesSlide23.xml"></Relationship><Relationship Id="rId3" Type="http://schemas.openxmlformats.org/officeDocument/2006/relationships/customXml" Target="../ink/ink30.xml"></Relationship><Relationship Id="rId4" Type="http://schemas.openxmlformats.org/officeDocument/2006/relationships/image" Target="../media/fImage50363836500.emf"></Relationship><Relationship Id="rId5" Type="http://schemas.openxmlformats.org/officeDocument/2006/relationships/customXml" Target="../ink/ink31.xml"></Relationship><Relationship Id="rId6" Type="http://schemas.openxmlformats.org/officeDocument/2006/relationships/image" Target="../media/fImage35163849169.emf"></Relationship><Relationship Id="rId7" Type="http://schemas.openxmlformats.org/officeDocument/2006/relationships/customXml" Target="../ink/ink32.xml"></Relationship><Relationship Id="rId8" Type="http://schemas.openxmlformats.org/officeDocument/2006/relationships/image" Target="../media/fImage16763855724.emf"></Relationship><Relationship Id="rId9" Type="http://schemas.openxmlformats.org/officeDocument/2006/relationships/customXml" Target="../ink/ink33.xml"></Relationship><Relationship Id="rId10" Type="http://schemas.openxmlformats.org/officeDocument/2006/relationships/image" Target="../media/fImage9963861478.emf"></Relationship><Relationship Id="rId11" Type="http://schemas.openxmlformats.org/officeDocument/2006/relationships/customXml" Target="../ink/ink34.xml"></Relationship><Relationship Id="rId12" Type="http://schemas.openxmlformats.org/officeDocument/2006/relationships/image" Target="../media/fImage11963879358.emf"></Relationship><Relationship Id="rId13" Type="http://schemas.openxmlformats.org/officeDocument/2006/relationships/slideLayout" Target="../slideLayouts/slideLayout2.xml"></Relationship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?>
<Relationships xmlns="http://schemas.openxmlformats.org/package/2006/relationships"><Relationship Id="rId2" Type="http://schemas.openxmlformats.org/officeDocument/2006/relationships/notesSlide" Target="../notesSlides/notesSlide26.xml"></Relationship><Relationship Id="rId1" Type="http://schemas.openxmlformats.org/officeDocument/2006/relationships/slideLayout" Target="../slideLayouts/slideLayout2.xml"></Relationship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?>
<Relationships xmlns="http://schemas.openxmlformats.org/package/2006/relationships"><Relationship Id="rId2" Type="http://schemas.openxmlformats.org/officeDocument/2006/relationships/notesSlide" Target="../notesSlides/notesSlide36.xml"></Relationship><Relationship Id="rId1" Type="http://schemas.openxmlformats.org/officeDocument/2006/relationships/slideLayout" Target="../slideLayouts/slideLayout2.xml"></Relationship></Relationships>
</file>

<file path=ppt/slides/_rels/slide37.xml.rels><?xml version="1.0" encoding="UTF-8"?>
<Relationships xmlns="http://schemas.openxmlformats.org/package/2006/relationships"><Relationship Id="rId2" Type="http://schemas.openxmlformats.org/officeDocument/2006/relationships/notesSlide" Target="../notesSlides/notesSlide37.xml"></Relationship><Relationship Id="rId1" Type="http://schemas.openxmlformats.org/officeDocument/2006/relationships/slideLayout" Target="../slideLayouts/slideLayout2.xml"></Relationship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?>
<Relationships xmlns="http://schemas.openxmlformats.org/package/2006/relationships"><Relationship Id="rId3" Type="http://schemas.openxmlformats.org/officeDocument/2006/relationships/image" Target="../media/image3.png"></Relationship><Relationship Id="rId2" Type="http://schemas.openxmlformats.org/officeDocument/2006/relationships/notesSlide" Target="../notesSlides/notesSlide39.xml"></Relationship><Relationship Id="rId1" Type="http://schemas.openxmlformats.org/officeDocument/2006/relationships/slideLayout" Target="../slideLayouts/slideLayout2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"/>
          <p:cNvSpPr txBox="1">
            <a:spLocks noGrp="1"/>
          </p:cNvSpPr>
          <p:nvPr>
            <p:ph type="ctrTitle"/>
          </p:nvPr>
        </p:nvSpPr>
        <p:spPr>
          <a:xfrm>
            <a:off x="1524000" y="1676400"/>
            <a:ext cx="93472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웹 프로그래밍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part 2</a:t>
            </a:r>
            <a:endParaRPr dirty="0"/>
          </a:p>
        </p:txBody>
      </p:sp>
      <p:sp>
        <p:nvSpPr>
          <p:cNvPr id="37" name="Google Shape;37;p1"/>
          <p:cNvSpPr txBox="1">
            <a:spLocks noGrp="1"/>
          </p:cNvSpPr>
          <p:nvPr>
            <p:ph type="subTitle" idx="1"/>
          </p:nvPr>
        </p:nvSpPr>
        <p:spPr>
          <a:xfrm>
            <a:off x="1016000" y="4343400"/>
            <a:ext cx="102616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rPr lang="en-US" dirty="0"/>
              <a:t> </a:t>
            </a:r>
            <a:endParaRPr dirty="0"/>
          </a:p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rPr lang="ko-KR" altLang="en-US" dirty="0"/>
              <a:t> </a:t>
            </a:r>
          </a:p>
          <a:p>
            <a:pPr marL="0" lvl="0" indent="0" algn="ctr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rPr lang="ko-KR" altLang="en-US" dirty="0"/>
              <a:t>금오공과대학교 </a:t>
            </a:r>
          </a:p>
          <a:p>
            <a:pPr marL="0" lvl="0" indent="0" algn="ctr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rPr lang="ko-KR" altLang="en-US" dirty="0"/>
              <a:t>조재한 </a:t>
            </a:r>
          </a:p>
          <a:p>
            <a:pPr marL="0" lvl="0" indent="0" algn="ctr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rPr lang="en-US" dirty="0"/>
              <a:t> </a:t>
            </a:r>
            <a:endParaRPr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8" name="잉크 15"/>
              <p14:cNvContentPartPr/>
              <p14:nvPr/>
            </p14:nvContentPartPr>
            <p14:xfrm>
              <a:off x="1620520" y="3128645"/>
              <a:ext cx="272415" cy="216535"/>
            </p14:xfrm>
          </p:contentPart>
        </mc:Choice>
        <mc:Fallback>
          <p:pic>
            <p:nvPicPr>
              <p:cNvPr id="38" name="잉크 15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20520" y="3128645"/>
                <a:ext cx="272415" cy="2165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9" name="잉크 16"/>
              <p14:cNvContentPartPr/>
              <p14:nvPr/>
            </p14:nvContentPartPr>
            <p14:xfrm>
              <a:off x="1957070" y="3064510"/>
              <a:ext cx="297180" cy="280670"/>
            </p14:xfrm>
          </p:contentPart>
        </mc:Choice>
        <mc:Fallback>
          <p:pic>
            <p:nvPicPr>
              <p:cNvPr id="39" name="잉크 16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957070" y="3064510"/>
                <a:ext cx="297180" cy="2806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0" name="잉크 17"/>
              <p14:cNvContentPartPr/>
              <p14:nvPr/>
            </p14:nvContentPartPr>
            <p14:xfrm>
              <a:off x="2245995" y="3192780"/>
              <a:ext cx="176530" cy="224790"/>
            </p14:xfrm>
          </p:contentPart>
        </mc:Choice>
        <mc:Fallback>
          <p:pic>
            <p:nvPicPr>
              <p:cNvPr id="40" name="잉크 17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245995" y="3192780"/>
                <a:ext cx="176530" cy="22479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41" name="잉크 18"/>
              <p14:cNvContentPartPr/>
              <p14:nvPr/>
            </p14:nvContentPartPr>
            <p14:xfrm>
              <a:off x="2510790" y="3088640"/>
              <a:ext cx="96520" cy="858520"/>
            </p14:xfrm>
          </p:contentPart>
        </mc:Choice>
        <mc:Fallback>
          <p:pic>
            <p:nvPicPr>
              <p:cNvPr id="41" name="잉크 18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510790" y="3088640"/>
                <a:ext cx="96520" cy="85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42" name="잉크 19"/>
              <p14:cNvContentPartPr/>
              <p14:nvPr/>
            </p14:nvContentPartPr>
            <p14:xfrm>
              <a:off x="3000375" y="3112770"/>
              <a:ext cx="488950" cy="962660"/>
            </p14:xfrm>
          </p:contentPart>
        </mc:Choice>
        <mc:Fallback>
          <p:pic>
            <p:nvPicPr>
              <p:cNvPr id="42" name="잉크 19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000375" y="3112770"/>
                <a:ext cx="488950" cy="9626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43" name="잉크 20"/>
              <p14:cNvContentPartPr/>
              <p14:nvPr/>
            </p14:nvContentPartPr>
            <p14:xfrm>
              <a:off x="2863850" y="3578225"/>
              <a:ext cx="216535" cy="400685"/>
            </p14:xfrm>
          </p:contentPart>
        </mc:Choice>
        <mc:Fallback>
          <p:pic>
            <p:nvPicPr>
              <p:cNvPr id="43" name="잉크 20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863850" y="3578225"/>
                <a:ext cx="216535" cy="4006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44" name="잉크 21"/>
              <p14:cNvContentPartPr/>
              <p14:nvPr/>
            </p14:nvContentPartPr>
            <p14:xfrm>
              <a:off x="3024505" y="3762375"/>
              <a:ext cx="144145" cy="0"/>
            </p14:xfrm>
          </p:contentPart>
        </mc:Choice>
        <mc:Fallback>
          <p:pic>
            <p:nvPicPr>
              <p:cNvPr id="44" name="잉크 21"/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024505" y="3762375"/>
                <a:ext cx="144145" cy="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"/>
          <p:cNvSpPr txBox="1">
            <a:spLocks noGrp="1"/>
          </p:cNvSpPr>
          <p:nvPr>
            <p:ph type="title"/>
          </p:nvPr>
        </p:nvSpPr>
        <p:spPr>
          <a:xfrm>
            <a:off x="590550" y="146050"/>
            <a:ext cx="103632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 정의</a:t>
            </a:r>
            <a:endParaRPr/>
          </a:p>
        </p:txBody>
      </p:sp>
      <p:sp>
        <p:nvSpPr>
          <p:cNvPr id="43" name="Google Shape;43;p2"/>
          <p:cNvSpPr txBox="1">
            <a:spLocks noGrp="1"/>
          </p:cNvSpPr>
          <p:nvPr>
            <p:ph type="body" idx="1"/>
          </p:nvPr>
        </p:nvSpPr>
        <p:spPr>
          <a:xfrm>
            <a:off x="592455" y="1152525"/>
            <a:ext cx="10363200" cy="501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342900" lvl="0" indent="-3429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b="1" dirty="0"/>
              <a:t>HTML</a:t>
            </a:r>
            <a:endParaRPr b="1" dirty="0"/>
          </a:p>
          <a:p>
            <a:pPr marL="742950" lvl="1" indent="-285750" algn="l" rtl="0">
              <a:lnSpc>
                <a:spcPct val="160000"/>
              </a:lnSpc>
              <a:spcBef>
                <a:spcPts val="400"/>
              </a:spcBef>
              <a:spcAft>
                <a:spcPts val="0"/>
              </a:spcAft>
              <a:buSzPts val="2000"/>
              <a:buChar char="⬥"/>
            </a:pPr>
            <a:r>
              <a:rPr lang="en-US" b="1" dirty="0" err="1"/>
              <a:t>HTML</a:t>
            </a:r>
            <a:r>
              <a:rPr lang="en-US" dirty="0" err="1"/>
              <a:t>은</a:t>
            </a:r>
            <a:r>
              <a:rPr lang="en-US" dirty="0"/>
              <a:t> </a:t>
            </a:r>
            <a:r>
              <a:rPr lang="en-US" b="1" dirty="0"/>
              <a:t>(Hyper Text Markup Language) </a:t>
            </a:r>
            <a:r>
              <a:rPr lang="en-US" dirty="0"/>
              <a:t>의 </a:t>
            </a:r>
            <a:r>
              <a:rPr lang="en-US" dirty="0" err="1"/>
              <a:t>약자이다</a:t>
            </a:r>
            <a:r>
              <a:rPr lang="en-US" dirty="0"/>
              <a:t>.</a:t>
            </a:r>
            <a:endParaRPr dirty="0"/>
          </a:p>
          <a:p>
            <a:pPr marL="742950" lvl="1" indent="-285750" algn="l" rtl="0">
              <a:lnSpc>
                <a:spcPct val="160000"/>
              </a:lnSpc>
              <a:spcBef>
                <a:spcPts val="400"/>
              </a:spcBef>
              <a:spcAft>
                <a:spcPts val="0"/>
              </a:spcAft>
              <a:buSzPts val="2000"/>
              <a:buChar char="⬥"/>
            </a:pPr>
            <a:r>
              <a:rPr lang="en-US" dirty="0"/>
              <a:t>웹 </a:t>
            </a:r>
            <a:r>
              <a:rPr lang="en-US" dirty="0" err="1"/>
              <a:t>페이지를</a:t>
            </a:r>
            <a:r>
              <a:rPr lang="en-US" dirty="0"/>
              <a:t> </a:t>
            </a:r>
            <a:r>
              <a:rPr lang="en-US" dirty="0" err="1"/>
              <a:t>만들기</a:t>
            </a:r>
            <a:r>
              <a:rPr lang="en-US" dirty="0"/>
              <a:t> </a:t>
            </a:r>
            <a:r>
              <a:rPr lang="en-US" dirty="0" err="1"/>
              <a:t>위한</a:t>
            </a:r>
            <a:r>
              <a:rPr lang="en-US" dirty="0"/>
              <a:t> </a:t>
            </a:r>
            <a:r>
              <a:rPr lang="en-US" dirty="0" err="1"/>
              <a:t>언어로</a:t>
            </a:r>
            <a:r>
              <a:rPr lang="en-US" dirty="0"/>
              <a:t> 웹 </a:t>
            </a:r>
            <a:r>
              <a:rPr lang="en-US" dirty="0" err="1"/>
              <a:t>브라우저</a:t>
            </a:r>
            <a:r>
              <a:rPr lang="en-US" dirty="0"/>
              <a:t> </a:t>
            </a:r>
            <a:r>
              <a:rPr lang="en-US" dirty="0" err="1"/>
              <a:t>위에서</a:t>
            </a:r>
            <a:r>
              <a:rPr lang="en-US" dirty="0"/>
              <a:t> </a:t>
            </a:r>
            <a:r>
              <a:rPr lang="en-US" dirty="0" err="1"/>
              <a:t>동작하는</a:t>
            </a:r>
            <a:r>
              <a:rPr lang="en-US" dirty="0"/>
              <a:t> </a:t>
            </a:r>
            <a:r>
              <a:rPr lang="en-US" dirty="0" err="1"/>
              <a:t>언어이다</a:t>
            </a:r>
            <a:r>
              <a:rPr lang="en-US" dirty="0"/>
              <a:t>.</a:t>
            </a:r>
            <a:endParaRPr dirty="0"/>
          </a:p>
          <a:p>
            <a:pPr marL="1143000" lvl="2" indent="-228600" algn="l" rtl="0">
              <a:lnSpc>
                <a:spcPct val="160000"/>
              </a:lnSpc>
              <a:spcBef>
                <a:spcPts val="400"/>
              </a:spcBef>
              <a:spcAft>
                <a:spcPts val="0"/>
              </a:spcAft>
              <a:buSzPts val="1800"/>
              <a:buChar char="–"/>
            </a:pPr>
            <a:r>
              <a:rPr lang="en-US" dirty="0" err="1"/>
              <a:t>건축물의</a:t>
            </a:r>
            <a:r>
              <a:rPr lang="en-US" dirty="0"/>
              <a:t> </a:t>
            </a:r>
            <a:r>
              <a:rPr lang="en-US" dirty="0" err="1"/>
              <a:t>설계도와</a:t>
            </a:r>
            <a:r>
              <a:rPr lang="en-US" dirty="0"/>
              <a:t> </a:t>
            </a:r>
            <a:r>
              <a:rPr lang="en-US" dirty="0" err="1"/>
              <a:t>같은</a:t>
            </a:r>
            <a:r>
              <a:rPr lang="en-US" dirty="0"/>
              <a:t> </a:t>
            </a:r>
            <a:r>
              <a:rPr lang="en-US" dirty="0" err="1"/>
              <a:t>역할을</a:t>
            </a:r>
            <a:r>
              <a:rPr lang="en-US" dirty="0"/>
              <a:t> </a:t>
            </a:r>
            <a:r>
              <a:rPr lang="en-US" dirty="0" err="1"/>
              <a:t>한다</a:t>
            </a:r>
            <a:r>
              <a:rPr lang="en-US" dirty="0"/>
              <a:t>.</a:t>
            </a:r>
            <a:endParaRPr dirty="0"/>
          </a:p>
          <a:p>
            <a:pPr marL="1143000" lvl="2" indent="-228600" algn="l" rtl="0">
              <a:lnSpc>
                <a:spcPct val="160000"/>
              </a:lnSpc>
              <a:spcBef>
                <a:spcPts val="400"/>
              </a:spcBef>
              <a:spcAft>
                <a:spcPts val="0"/>
              </a:spcAft>
              <a:buSzPts val="1800"/>
              <a:buChar char="–"/>
            </a:pPr>
            <a:r>
              <a:rPr lang="en-US" dirty="0" err="1"/>
              <a:t>텍스트</a:t>
            </a:r>
            <a:r>
              <a:rPr lang="en-US" dirty="0"/>
              <a:t>, 이미지, </a:t>
            </a:r>
            <a:r>
              <a:rPr lang="en-US" dirty="0" err="1"/>
              <a:t>링크</a:t>
            </a:r>
            <a:r>
              <a:rPr lang="en-US" dirty="0"/>
              <a:t>, </a:t>
            </a:r>
            <a:r>
              <a:rPr lang="en-US" dirty="0" err="1"/>
              <a:t>동영상</a:t>
            </a:r>
            <a:r>
              <a:rPr lang="en-US" dirty="0"/>
              <a:t> 등 </a:t>
            </a:r>
            <a:r>
              <a:rPr lang="en-US" dirty="0" err="1"/>
              <a:t>다양한</a:t>
            </a:r>
            <a:r>
              <a:rPr lang="en-US" dirty="0"/>
              <a:t> 콘덴츠를 </a:t>
            </a:r>
            <a:r>
              <a:rPr lang="en-US" dirty="0" err="1"/>
              <a:t>배치하고</a:t>
            </a:r>
            <a:r>
              <a:rPr lang="en-US" dirty="0"/>
              <a:t> </a:t>
            </a:r>
            <a:r>
              <a:rPr lang="en-US" dirty="0" err="1"/>
              <a:t>정의한다</a:t>
            </a:r>
            <a:r>
              <a:rPr lang="en-US" dirty="0"/>
              <a:t>.</a:t>
            </a:r>
            <a:endParaRPr dirty="0"/>
          </a:p>
          <a:p>
            <a:pPr marL="742950" lvl="1" indent="-285750" algn="l" rtl="0">
              <a:lnSpc>
                <a:spcPct val="160000"/>
              </a:lnSpc>
              <a:spcBef>
                <a:spcPts val="400"/>
              </a:spcBef>
              <a:spcAft>
                <a:spcPts val="0"/>
              </a:spcAft>
              <a:buSzPts val="2000"/>
              <a:buChar char="⬥"/>
            </a:pPr>
            <a:r>
              <a:rPr lang="en-US" u="sng" dirty="0"/>
              <a:t>웹 </a:t>
            </a:r>
            <a:r>
              <a:rPr lang="en-US" u="sng" dirty="0" err="1"/>
              <a:t>페이지의</a:t>
            </a:r>
            <a:r>
              <a:rPr lang="en-US" u="sng" dirty="0"/>
              <a:t> </a:t>
            </a:r>
            <a:r>
              <a:rPr lang="en-US" u="sng" dirty="0" err="1"/>
              <a:t>내용을</a:t>
            </a:r>
            <a:r>
              <a:rPr lang="en-US" u="sng" dirty="0"/>
              <a:t> </a:t>
            </a:r>
            <a:r>
              <a:rPr lang="en-US" u="sng" dirty="0" err="1"/>
              <a:t>구조화</a:t>
            </a:r>
            <a:r>
              <a:rPr lang="en-US" u="sng" dirty="0"/>
              <a:t> </a:t>
            </a:r>
            <a:r>
              <a:rPr lang="en-US" dirty="0" err="1"/>
              <a:t>하며</a:t>
            </a:r>
            <a:r>
              <a:rPr lang="en-US" dirty="0"/>
              <a:t>, </a:t>
            </a:r>
            <a:r>
              <a:rPr lang="en-US" b="1" dirty="0" err="1"/>
              <a:t>브라우저</a:t>
            </a:r>
            <a:r>
              <a:rPr lang="en-US" dirty="0" err="1"/>
              <a:t>가</a:t>
            </a:r>
            <a:r>
              <a:rPr lang="en-US" dirty="0"/>
              <a:t> </a:t>
            </a:r>
            <a:r>
              <a:rPr lang="en-US" dirty="0" err="1"/>
              <a:t>이를</a:t>
            </a:r>
            <a:r>
              <a:rPr lang="en-US" dirty="0"/>
              <a:t> </a:t>
            </a:r>
            <a:r>
              <a:rPr lang="en-US" dirty="0" err="1"/>
              <a:t>해석하여</a:t>
            </a:r>
            <a:r>
              <a:rPr lang="en-US" dirty="0"/>
              <a:t> </a:t>
            </a:r>
            <a:r>
              <a:rPr lang="en-US" dirty="0" err="1"/>
              <a:t>사용자가</a:t>
            </a:r>
            <a:r>
              <a:rPr lang="en-US" dirty="0"/>
              <a:t> 볼 수 </a:t>
            </a:r>
            <a:r>
              <a:rPr lang="en-US" dirty="0" err="1"/>
              <a:t>있는</a:t>
            </a:r>
            <a:r>
              <a:rPr lang="en-US" dirty="0"/>
              <a:t> </a:t>
            </a:r>
            <a:r>
              <a:rPr lang="en-US" dirty="0" err="1"/>
              <a:t>형태로</a:t>
            </a:r>
            <a:r>
              <a:rPr lang="en-US" dirty="0"/>
              <a:t> </a:t>
            </a:r>
            <a:r>
              <a:rPr lang="en-US" dirty="0" err="1"/>
              <a:t>렌더링한다</a:t>
            </a:r>
            <a:r>
              <a:rPr lang="en-US" dirty="0"/>
              <a:t>.</a:t>
            </a:r>
            <a:endParaRPr dirty="0"/>
          </a:p>
          <a:p>
            <a:pPr marL="1143000" lvl="2" indent="-228600" algn="l" rtl="0">
              <a:lnSpc>
                <a:spcPct val="160000"/>
              </a:lnSpc>
              <a:spcBef>
                <a:spcPts val="400"/>
              </a:spcBef>
              <a:spcAft>
                <a:spcPts val="0"/>
              </a:spcAft>
              <a:buSzPts val="1800"/>
              <a:buChar char="–"/>
            </a:pPr>
            <a:r>
              <a:rPr lang="en-US" b="1" dirty="0"/>
              <a:t>웹 </a:t>
            </a:r>
            <a:r>
              <a:rPr lang="en-US" b="1" dirty="0" err="1"/>
              <a:t>브라우저</a:t>
            </a:r>
            <a:r>
              <a:rPr lang="en-US" dirty="0" err="1"/>
              <a:t>란</a:t>
            </a:r>
            <a:r>
              <a:rPr lang="en-US" dirty="0"/>
              <a:t> </a:t>
            </a:r>
            <a:r>
              <a:rPr lang="en-US" dirty="0" err="1"/>
              <a:t>무엇인가</a:t>
            </a:r>
            <a:r>
              <a:rPr lang="en-US" dirty="0"/>
              <a:t>?</a:t>
            </a:r>
            <a:endParaRPr dirty="0"/>
          </a:p>
          <a:p>
            <a:pPr marL="1600200" lvl="3" indent="-228600" algn="l" rtl="0">
              <a:lnSpc>
                <a:spcPct val="160000"/>
              </a:lnSpc>
              <a:spcBef>
                <a:spcPts val="400"/>
              </a:spcBef>
              <a:spcAft>
                <a:spcPts val="0"/>
              </a:spcAft>
              <a:buSzPts val="2000"/>
              <a:buChar char="⬥"/>
            </a:pPr>
            <a:r>
              <a:rPr lang="en-US" dirty="0" err="1"/>
              <a:t>인터넷</a:t>
            </a:r>
            <a:r>
              <a:rPr lang="en-US" dirty="0"/>
              <a:t> </a:t>
            </a:r>
            <a:r>
              <a:rPr lang="en-US" dirty="0" err="1"/>
              <a:t>망에서</a:t>
            </a:r>
            <a:r>
              <a:rPr lang="en-US" dirty="0"/>
              <a:t> </a:t>
            </a:r>
            <a:r>
              <a:rPr lang="en-US" dirty="0" err="1"/>
              <a:t>정보를</a:t>
            </a:r>
            <a:r>
              <a:rPr lang="en-US" dirty="0"/>
              <a:t> </a:t>
            </a:r>
            <a:r>
              <a:rPr lang="en-US" dirty="0" err="1"/>
              <a:t>검색하는데</a:t>
            </a:r>
            <a:r>
              <a:rPr lang="en-US" dirty="0"/>
              <a:t> </a:t>
            </a:r>
            <a:r>
              <a:rPr lang="en-US" dirty="0" err="1"/>
              <a:t>사용되는</a:t>
            </a:r>
            <a:r>
              <a:rPr lang="en-US" dirty="0"/>
              <a:t> </a:t>
            </a:r>
            <a:r>
              <a:rPr lang="en-US" dirty="0" err="1"/>
              <a:t>응용</a:t>
            </a:r>
            <a:r>
              <a:rPr lang="en-US" dirty="0"/>
              <a:t> </a:t>
            </a:r>
            <a:r>
              <a:rPr lang="en-US" dirty="0" err="1"/>
              <a:t>프로그램</a:t>
            </a:r>
            <a:endParaRPr dirty="0"/>
          </a:p>
          <a:p>
            <a:pPr marL="1600200" lvl="3" indent="-228600" algn="l" rtl="0">
              <a:lnSpc>
                <a:spcPct val="160000"/>
              </a:lnSpc>
              <a:spcBef>
                <a:spcPts val="400"/>
              </a:spcBef>
              <a:spcAft>
                <a:spcPts val="0"/>
              </a:spcAft>
              <a:buSzPts val="2000"/>
              <a:buChar char="⬥"/>
            </a:pPr>
            <a:r>
              <a:rPr lang="en-US" b="1" dirty="0"/>
              <a:t>Edge, Google Chrome, Firefox, Safari </a:t>
            </a:r>
            <a:endParaRPr dirty="0"/>
          </a:p>
          <a:p>
            <a:pPr marL="742950" lvl="1" indent="-285750" algn="l" rtl="0">
              <a:lnSpc>
                <a:spcPct val="160000"/>
              </a:lnSpc>
              <a:spcBef>
                <a:spcPts val="400"/>
              </a:spcBef>
              <a:spcAft>
                <a:spcPts val="0"/>
              </a:spcAft>
              <a:buSzPts val="2000"/>
              <a:buChar char="⬥"/>
            </a:pPr>
            <a:r>
              <a:rPr lang="en-US" dirty="0" err="1"/>
              <a:t>HTML은</a:t>
            </a:r>
            <a:r>
              <a:rPr lang="en-US" dirty="0"/>
              <a:t> </a:t>
            </a:r>
            <a:r>
              <a:rPr lang="en-US" b="1" u="sng" dirty="0" err="1"/>
              <a:t>Tag</a:t>
            </a:r>
            <a:r>
              <a:rPr lang="en-US" dirty="0" err="1"/>
              <a:t>를</a:t>
            </a:r>
            <a:r>
              <a:rPr lang="en-US" dirty="0"/>
              <a:t> </a:t>
            </a:r>
            <a:r>
              <a:rPr lang="en-US" dirty="0" err="1"/>
              <a:t>통해</a:t>
            </a:r>
            <a:r>
              <a:rPr lang="en-US" dirty="0"/>
              <a:t> </a:t>
            </a:r>
            <a:r>
              <a:rPr lang="en-US" dirty="0" err="1"/>
              <a:t>만들어진다</a:t>
            </a:r>
            <a:r>
              <a:rPr lang="en-US" dirty="0"/>
              <a:t>.</a:t>
            </a:r>
            <a:endParaRPr dirty="0"/>
          </a:p>
          <a:p>
            <a:pPr marL="1143000" lvl="2" indent="-228600" algn="l" rtl="0">
              <a:lnSpc>
                <a:spcPct val="160000"/>
              </a:lnSpc>
              <a:spcBef>
                <a:spcPts val="400"/>
              </a:spcBef>
              <a:spcAft>
                <a:spcPts val="0"/>
              </a:spcAft>
              <a:buSzPts val="1800"/>
              <a:buChar char="–"/>
            </a:pPr>
            <a:r>
              <a:rPr lang="en-US" dirty="0"/>
              <a:t>Tag 는 </a:t>
            </a:r>
            <a:r>
              <a:rPr lang="en-US" dirty="0" err="1"/>
              <a:t>정보를</a:t>
            </a:r>
            <a:r>
              <a:rPr lang="en-US" dirty="0"/>
              <a:t> </a:t>
            </a:r>
            <a:r>
              <a:rPr lang="en-US" dirty="0" err="1"/>
              <a:t>정의하는</a:t>
            </a:r>
            <a:r>
              <a:rPr lang="en-US" dirty="0"/>
              <a:t> </a:t>
            </a:r>
            <a:r>
              <a:rPr lang="en-US" dirty="0" err="1"/>
              <a:t>형식이다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44" name="Google Shape;44;p2"/>
          <p:cNvSpPr txBox="1">
            <a:spLocks noGrp="1"/>
          </p:cNvSpPr>
          <p:nvPr>
            <p:ph type="sldNum" idx="12"/>
          </p:nvPr>
        </p:nvSpPr>
        <p:spPr>
          <a:xfrm>
            <a:off x="9482455" y="641985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45" name="Google Shape;45;p2"/>
          <p:cNvSpPr txBox="1">
            <a:spLocks noGrp="1"/>
          </p:cNvSpPr>
          <p:nvPr>
            <p:ph type="ftr" idx="11"/>
          </p:nvPr>
        </p:nvSpPr>
        <p:spPr>
          <a:xfrm>
            <a:off x="1195705" y="6393180"/>
            <a:ext cx="4146550" cy="349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텍스트 상자 1"/>
          <p:cNvSpPr txBox="1">
            <a:spLocks/>
          </p:cNvSpPr>
          <p:nvPr/>
        </p:nvSpPr>
        <p:spPr>
          <a:xfrm rot="0">
            <a:off x="2454910" y="328930"/>
            <a:ext cx="9387205" cy="647065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sz="1800">
                <a:latin typeface="맑은 고딕" charset="0"/>
                <a:ea typeface="맑은 고딕" charset="0"/>
              </a:rPr>
              <a:t>네이티브 앱 -&gt; 각각의 플랫폼에 맞게 적용됨 -&gt; 퍼포먼스 위주</a:t>
            </a:r>
            <a:endParaRPr lang="ko-KR" altLang="en-US" sz="1800">
              <a:latin typeface="맑은 고딕" charset="0"/>
              <a:ea typeface="맑은 고딕" charset="0"/>
            </a:endParaRPr>
          </a:p>
          <a:p>
            <a:pPr marL="0" indent="0" algn="l" hangingPunct="1"/>
            <a:r>
              <a:rPr sz="1800">
                <a:latin typeface="맑은 고딕" charset="0"/>
                <a:ea typeface="맑은 고딕" charset="0"/>
              </a:rPr>
              <a:t>하이브리드 앱 -&gt; 크로스 플랫폼 형태로 적용됨 -&gt; 실행 가능 위주, 편리함을 추구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7" name="잉크 2"/>
              <p14:cNvContentPartPr/>
              <p14:nvPr/>
            </p14:nvContentPartPr>
            <p14:xfrm>
              <a:off x="1355725" y="5664200"/>
              <a:ext cx="3441700" cy="71755"/>
            </p14:xfrm>
          </p:contentPart>
        </mc:Choice>
        <mc:Fallback>
          <p:pic>
            <p:nvPicPr>
              <p:cNvPr id="47" name="잉크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55725" y="5664200"/>
                <a:ext cx="3441700" cy="71755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21AFAF-2F02-7319-86F2-83576C58A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146050"/>
            <a:ext cx="10363835" cy="762635"/>
          </a:xfrm>
        </p:spPr>
        <p:txBody>
          <a:bodyPr/>
          <a:lstStyle/>
          <a:p>
            <a:r>
              <a:rPr lang="en-US" altLang="ko-KR" dirty="0"/>
              <a:t>HTML </a:t>
            </a:r>
            <a:r>
              <a:rPr lang="ko-KR" altLang="en-US" dirty="0"/>
              <a:t>역사</a:t>
            </a:r>
            <a:r>
              <a:rPr lang="en-US" altLang="ko-KR" dirty="0"/>
              <a:t>(1)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6A35E62-51B0-7F9B-EC0E-873D04CDF3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2455" y="1152525"/>
            <a:ext cx="10363200" cy="1246505"/>
          </a:xfrm>
        </p:spPr>
        <p:txBody>
          <a:bodyPr>
            <a:normAutofit fontScale="92500" lnSpcReduction="20000"/>
          </a:bodyPr>
          <a:lstStyle/>
          <a:p>
            <a:r>
              <a:rPr lang="en-US" altLang="ko-KR" dirty="0"/>
              <a:t>HTML</a:t>
            </a:r>
            <a:r>
              <a:rPr lang="ko-KR" altLang="en-US" dirty="0"/>
              <a:t>은 </a:t>
            </a:r>
            <a:r>
              <a:rPr lang="en-US" altLang="ko-KR" dirty="0"/>
              <a:t>1986</a:t>
            </a:r>
            <a:r>
              <a:rPr lang="ko-KR" altLang="en-US" dirty="0"/>
              <a:t>년 </a:t>
            </a:r>
            <a:r>
              <a:rPr lang="en-US" altLang="ko-KR" dirty="0"/>
              <a:t>SGML</a:t>
            </a:r>
            <a:r>
              <a:rPr lang="ko-KR" altLang="en-US" dirty="0"/>
              <a:t>에서 시작하였다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 이후 </a:t>
            </a:r>
            <a:r>
              <a:rPr lang="en-US" altLang="ko-KR" dirty="0"/>
              <a:t>HTML 1.0 </a:t>
            </a:r>
            <a:r>
              <a:rPr lang="ko-KR" altLang="en-US" dirty="0"/>
              <a:t>에서 현재는 </a:t>
            </a:r>
            <a:r>
              <a:rPr lang="en-US" altLang="ko-KR" dirty="0"/>
              <a:t>HTML5</a:t>
            </a:r>
            <a:r>
              <a:rPr lang="ko-KR" altLang="en-US" dirty="0"/>
              <a:t>로 발전하였다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정적인 문서에서 동적인 웹 개발을 위한 표준으로 진화하고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4464E65-DC21-5880-A4F0-7BF9EA45BE7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482455" y="6419850"/>
            <a:ext cx="2540635" cy="30543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74D9A80C-3EA3-D179-2AC2-6DB3A043A40C}"/>
              </a:ext>
            </a:extLst>
          </p:cNvPr>
          <p:cNvGrpSpPr/>
          <p:nvPr/>
        </p:nvGrpSpPr>
        <p:grpSpPr>
          <a:xfrm>
            <a:off x="2454275" y="2547620"/>
            <a:ext cx="6635115" cy="3519805"/>
            <a:chOff x="2454275" y="2547620"/>
            <a:chExt cx="6635115" cy="3519805"/>
          </a:xfrm>
        </p:grpSpPr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5A942E33-805D-0DAD-6EF8-69976C1671F8}"/>
                </a:ext>
              </a:extLst>
            </p:cNvPr>
            <p:cNvSpPr/>
            <p:nvPr/>
          </p:nvSpPr>
          <p:spPr>
            <a:xfrm>
              <a:off x="2454275" y="2547620"/>
              <a:ext cx="781050" cy="78105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b="1" dirty="0">
                  <a:solidFill>
                    <a:schemeClr val="tx1"/>
                  </a:solidFill>
                </a:rPr>
                <a:t>SGML</a:t>
              </a:r>
            </a:p>
            <a:p>
              <a:pPr algn="ctr"/>
              <a:r>
                <a:rPr lang="en-US" altLang="ko-KR" sz="900" b="1" dirty="0">
                  <a:solidFill>
                    <a:schemeClr val="tx1"/>
                  </a:solidFill>
                </a:rPr>
                <a:t>(1986)</a:t>
              </a:r>
              <a:endParaRPr lang="ko-KR" altLang="en-US" sz="900" b="1" dirty="0">
                <a:solidFill>
                  <a:schemeClr val="tx1"/>
                </a:solidFill>
              </a:endParaRPr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BA821A2A-1F53-CF3D-4DBA-A01ECDE5F6A3}"/>
                </a:ext>
              </a:extLst>
            </p:cNvPr>
            <p:cNvSpPr/>
            <p:nvPr/>
          </p:nvSpPr>
          <p:spPr>
            <a:xfrm>
              <a:off x="2454275" y="3519170"/>
              <a:ext cx="781050" cy="78105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b="1" dirty="0">
                  <a:solidFill>
                    <a:schemeClr val="tx1"/>
                  </a:solidFill>
                </a:rPr>
                <a:t>HTML 1.0</a:t>
              </a:r>
            </a:p>
            <a:p>
              <a:pPr algn="ctr"/>
              <a:r>
                <a:rPr lang="en-US" altLang="ko-KR" sz="900" b="1" dirty="0">
                  <a:solidFill>
                    <a:schemeClr val="tx1"/>
                  </a:solidFill>
                </a:rPr>
                <a:t>(1993)</a:t>
              </a:r>
              <a:endParaRPr lang="ko-KR" altLang="en-US" sz="900" b="1" dirty="0">
                <a:solidFill>
                  <a:schemeClr val="tx1"/>
                </a:solidFill>
              </a:endParaRPr>
            </a:p>
          </p:txBody>
        </p:sp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8028D54C-89BA-CED1-B6C8-F0707E3AFAD5}"/>
                </a:ext>
              </a:extLst>
            </p:cNvPr>
            <p:cNvSpPr/>
            <p:nvPr/>
          </p:nvSpPr>
          <p:spPr>
            <a:xfrm>
              <a:off x="3483610" y="3519170"/>
              <a:ext cx="781050" cy="78105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b="1" dirty="0">
                  <a:solidFill>
                    <a:schemeClr val="tx1"/>
                  </a:solidFill>
                </a:rPr>
                <a:t>HTML 2.0</a:t>
              </a:r>
            </a:p>
            <a:p>
              <a:pPr algn="ctr"/>
              <a:r>
                <a:rPr lang="en-US" altLang="ko-KR" sz="900" b="1" dirty="0">
                  <a:solidFill>
                    <a:schemeClr val="tx1"/>
                  </a:solidFill>
                </a:rPr>
                <a:t>(1995)</a:t>
              </a:r>
              <a:endParaRPr lang="ko-KR" altLang="en-US" sz="900" b="1" dirty="0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58A3FB06-AF31-8778-0267-0C2E29FF9C77}"/>
                </a:ext>
              </a:extLst>
            </p:cNvPr>
            <p:cNvSpPr/>
            <p:nvPr/>
          </p:nvSpPr>
          <p:spPr>
            <a:xfrm>
              <a:off x="4542155" y="3511550"/>
              <a:ext cx="781050" cy="78105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b="1" dirty="0">
                  <a:solidFill>
                    <a:schemeClr val="tx1"/>
                  </a:solidFill>
                </a:rPr>
                <a:t>HTML 3.2</a:t>
              </a:r>
            </a:p>
            <a:p>
              <a:pPr algn="ctr"/>
              <a:r>
                <a:rPr lang="en-US" altLang="ko-KR" sz="900" b="1" dirty="0">
                  <a:solidFill>
                    <a:schemeClr val="tx1"/>
                  </a:solidFill>
                </a:rPr>
                <a:t>(1997)</a:t>
              </a:r>
              <a:endParaRPr lang="ko-KR" altLang="en-US" sz="900" b="1" dirty="0">
                <a:solidFill>
                  <a:schemeClr val="tx1"/>
                </a:solidFill>
              </a:endParaRPr>
            </a:p>
          </p:txBody>
        </p:sp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B8B96650-9E1A-A273-DA04-CD8D9B6D5541}"/>
                </a:ext>
              </a:extLst>
            </p:cNvPr>
            <p:cNvSpPr/>
            <p:nvPr/>
          </p:nvSpPr>
          <p:spPr>
            <a:xfrm>
              <a:off x="5711825" y="4187825"/>
              <a:ext cx="781050" cy="78105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b="1" dirty="0">
                  <a:solidFill>
                    <a:schemeClr val="tx1"/>
                  </a:solidFill>
                </a:rPr>
                <a:t>HTML 4.01</a:t>
              </a:r>
            </a:p>
            <a:p>
              <a:pPr algn="ctr"/>
              <a:r>
                <a:rPr lang="en-US" altLang="ko-KR" sz="900" b="1" dirty="0">
                  <a:solidFill>
                    <a:schemeClr val="tx1"/>
                  </a:solidFill>
                </a:rPr>
                <a:t>(1999)</a:t>
              </a:r>
              <a:endParaRPr lang="ko-KR" altLang="en-US" sz="900" b="1" dirty="0">
                <a:solidFill>
                  <a:schemeClr val="tx1"/>
                </a:solidFill>
              </a:endParaRPr>
            </a:p>
          </p:txBody>
        </p:sp>
        <p:cxnSp>
          <p:nvCxnSpPr>
            <p:cNvPr id="34" name="직선 화살표 연결선 33">
              <a:extLst>
                <a:ext uri="{FF2B5EF4-FFF2-40B4-BE49-F238E27FC236}">
                  <a16:creationId xmlns:a16="http://schemas.microsoft.com/office/drawing/2014/main" id="{E7A8E4D6-EBEB-893F-52E2-0176BE03754A}"/>
                </a:ext>
              </a:extLst>
            </p:cNvPr>
            <p:cNvCxnSpPr>
              <a:stCxn id="29" idx="4"/>
              <a:endCxn id="30" idx="0"/>
            </p:cNvCxnSpPr>
            <p:nvPr/>
          </p:nvCxnSpPr>
          <p:spPr>
            <a:xfrm>
              <a:off x="2844800" y="3328670"/>
              <a:ext cx="0" cy="19050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화살표 연결선 34">
              <a:extLst>
                <a:ext uri="{FF2B5EF4-FFF2-40B4-BE49-F238E27FC236}">
                  <a16:creationId xmlns:a16="http://schemas.microsoft.com/office/drawing/2014/main" id="{8E489C4E-F875-3BFC-C519-C458369763E4}"/>
                </a:ext>
              </a:extLst>
            </p:cNvPr>
            <p:cNvCxnSpPr>
              <a:stCxn id="30" idx="6"/>
              <a:endCxn id="31" idx="2"/>
            </p:cNvCxnSpPr>
            <p:nvPr/>
          </p:nvCxnSpPr>
          <p:spPr>
            <a:xfrm flipV="1">
              <a:off x="3235325" y="3909060"/>
              <a:ext cx="248920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화살표 연결선 35">
              <a:extLst>
                <a:ext uri="{FF2B5EF4-FFF2-40B4-BE49-F238E27FC236}">
                  <a16:creationId xmlns:a16="http://schemas.microsoft.com/office/drawing/2014/main" id="{A8316E36-54F7-F59F-1353-5F0557A6FCE4}"/>
                </a:ext>
              </a:extLst>
            </p:cNvPr>
            <p:cNvCxnSpPr>
              <a:stCxn id="31" idx="6"/>
              <a:endCxn id="32" idx="2"/>
            </p:cNvCxnSpPr>
            <p:nvPr/>
          </p:nvCxnSpPr>
          <p:spPr>
            <a:xfrm flipV="1">
              <a:off x="4264660" y="3902075"/>
              <a:ext cx="277495" cy="6985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직선 화살표 연결선 36">
              <a:extLst>
                <a:ext uri="{FF2B5EF4-FFF2-40B4-BE49-F238E27FC236}">
                  <a16:creationId xmlns:a16="http://schemas.microsoft.com/office/drawing/2014/main" id="{D8F9C2CD-BE91-9801-31C9-D53FAE7D6B4C}"/>
                </a:ext>
              </a:extLst>
            </p:cNvPr>
            <p:cNvCxnSpPr/>
            <p:nvPr/>
          </p:nvCxnSpPr>
          <p:spPr>
            <a:xfrm>
              <a:off x="5278120" y="4097655"/>
              <a:ext cx="494030" cy="276225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F986C525-5634-DD67-B9D8-DF1F97BBF1DD}"/>
                </a:ext>
              </a:extLst>
            </p:cNvPr>
            <p:cNvSpPr/>
            <p:nvPr/>
          </p:nvSpPr>
          <p:spPr>
            <a:xfrm>
              <a:off x="6993255" y="2859405"/>
              <a:ext cx="781050" cy="78105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b="1" dirty="0">
                  <a:solidFill>
                    <a:schemeClr val="tx1"/>
                  </a:solidFill>
                </a:rPr>
                <a:t>XHTML 1.0</a:t>
              </a:r>
            </a:p>
            <a:p>
              <a:pPr algn="ctr"/>
              <a:r>
                <a:rPr lang="en-US" altLang="ko-KR" sz="900" b="1" dirty="0">
                  <a:solidFill>
                    <a:schemeClr val="tx1"/>
                  </a:solidFill>
                </a:rPr>
                <a:t>(2000)</a:t>
              </a:r>
              <a:endParaRPr lang="ko-KR" altLang="en-US" sz="900" b="1" dirty="0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8AA9B43E-323C-3874-81B0-22325E21A4F1}"/>
                </a:ext>
              </a:extLst>
            </p:cNvPr>
            <p:cNvSpPr/>
            <p:nvPr/>
          </p:nvSpPr>
          <p:spPr>
            <a:xfrm>
              <a:off x="8308975" y="2845435"/>
              <a:ext cx="781050" cy="78105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b="1" dirty="0">
                  <a:solidFill>
                    <a:schemeClr val="tx1"/>
                  </a:solidFill>
                </a:rPr>
                <a:t>XHTML 1.1</a:t>
              </a:r>
            </a:p>
            <a:p>
              <a:pPr algn="ctr"/>
              <a:r>
                <a:rPr lang="en-US" altLang="ko-KR" sz="900" b="1" dirty="0">
                  <a:solidFill>
                    <a:schemeClr val="tx1"/>
                  </a:solidFill>
                </a:rPr>
                <a:t>(2001)</a:t>
              </a:r>
              <a:endParaRPr lang="ko-KR" altLang="en-US" sz="900" b="1" dirty="0">
                <a:solidFill>
                  <a:schemeClr val="tx1"/>
                </a:solidFill>
              </a:endParaRPr>
            </a:p>
          </p:txBody>
        </p:sp>
        <p:cxnSp>
          <p:nvCxnSpPr>
            <p:cNvPr id="40" name="직선 화살표 연결선 39">
              <a:extLst>
                <a:ext uri="{FF2B5EF4-FFF2-40B4-BE49-F238E27FC236}">
                  <a16:creationId xmlns:a16="http://schemas.microsoft.com/office/drawing/2014/main" id="{C6CAAA1C-FD60-3680-8CF1-1D110EC915F0}"/>
                </a:ext>
              </a:extLst>
            </p:cNvPr>
            <p:cNvCxnSpPr>
              <a:cxnSpLocks/>
              <a:stCxn id="33" idx="7"/>
              <a:endCxn id="38" idx="3"/>
            </p:cNvCxnSpPr>
            <p:nvPr/>
          </p:nvCxnSpPr>
          <p:spPr>
            <a:xfrm flipV="1">
              <a:off x="6378575" y="3525520"/>
              <a:ext cx="729615" cy="77597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직선 화살표 연결선 40">
              <a:extLst>
                <a:ext uri="{FF2B5EF4-FFF2-40B4-BE49-F238E27FC236}">
                  <a16:creationId xmlns:a16="http://schemas.microsoft.com/office/drawing/2014/main" id="{0CB7C475-9C65-7B7F-E195-B112DBC34D20}"/>
                </a:ext>
              </a:extLst>
            </p:cNvPr>
            <p:cNvCxnSpPr>
              <a:cxnSpLocks/>
              <a:endCxn id="39" idx="2"/>
            </p:cNvCxnSpPr>
            <p:nvPr/>
          </p:nvCxnSpPr>
          <p:spPr>
            <a:xfrm>
              <a:off x="7785735" y="3234690"/>
              <a:ext cx="523240" cy="127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직선 화살표 연결선 41">
              <a:extLst>
                <a:ext uri="{FF2B5EF4-FFF2-40B4-BE49-F238E27FC236}">
                  <a16:creationId xmlns:a16="http://schemas.microsoft.com/office/drawing/2014/main" id="{FB910610-CC87-4CBB-F057-12E43DB85005}"/>
                </a:ext>
              </a:extLst>
            </p:cNvPr>
            <p:cNvCxnSpPr/>
            <p:nvPr/>
          </p:nvCxnSpPr>
          <p:spPr>
            <a:xfrm flipH="1">
              <a:off x="5415915" y="4872990"/>
              <a:ext cx="442595" cy="50927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59D71A86-EED9-9057-8027-410B0E7B33EC}"/>
                </a:ext>
              </a:extLst>
            </p:cNvPr>
            <p:cNvSpPr/>
            <p:nvPr/>
          </p:nvSpPr>
          <p:spPr>
            <a:xfrm>
              <a:off x="4782185" y="5286375"/>
              <a:ext cx="781050" cy="78105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b="1" dirty="0">
                  <a:solidFill>
                    <a:schemeClr val="tx1"/>
                  </a:solidFill>
                </a:rPr>
                <a:t>HTML5(2014)</a:t>
              </a:r>
              <a:endParaRPr lang="ko-KR" altLang="en-US" sz="900" b="1" dirty="0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205AF321-E33F-246D-117C-7AE074DE2471}"/>
                </a:ext>
              </a:extLst>
            </p:cNvPr>
            <p:cNvSpPr/>
            <p:nvPr/>
          </p:nvSpPr>
          <p:spPr>
            <a:xfrm>
              <a:off x="6102350" y="5271135"/>
              <a:ext cx="781050" cy="78105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b="1" dirty="0">
                  <a:solidFill>
                    <a:schemeClr val="tx1"/>
                  </a:solidFill>
                </a:rPr>
                <a:t>HTML</a:t>
              </a:r>
            </a:p>
            <a:p>
              <a:pPr algn="ctr"/>
              <a:r>
                <a:rPr lang="en-US" altLang="ko-KR" sz="900" b="1" dirty="0">
                  <a:solidFill>
                    <a:schemeClr val="tx1"/>
                  </a:solidFill>
                </a:rPr>
                <a:t>5.1</a:t>
              </a:r>
            </a:p>
            <a:p>
              <a:pPr algn="ctr"/>
              <a:r>
                <a:rPr lang="en-US" altLang="ko-KR" sz="900" b="1" dirty="0">
                  <a:solidFill>
                    <a:schemeClr val="tx1"/>
                  </a:solidFill>
                </a:rPr>
                <a:t>(2016)</a:t>
              </a:r>
              <a:endParaRPr lang="ko-KR" altLang="en-US" sz="900" b="1" dirty="0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53155FBD-542D-8E22-7200-E9E2A03566C7}"/>
                </a:ext>
              </a:extLst>
            </p:cNvPr>
            <p:cNvSpPr/>
            <p:nvPr/>
          </p:nvSpPr>
          <p:spPr>
            <a:xfrm>
              <a:off x="7422515" y="5271135"/>
              <a:ext cx="781050" cy="78105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b="1" dirty="0">
                  <a:solidFill>
                    <a:schemeClr val="tx1"/>
                  </a:solidFill>
                </a:rPr>
                <a:t>HTML 5.2</a:t>
              </a:r>
            </a:p>
            <a:p>
              <a:pPr algn="ctr"/>
              <a:r>
                <a:rPr lang="en-US" altLang="ko-KR" sz="900" b="1" dirty="0">
                  <a:solidFill>
                    <a:schemeClr val="tx1"/>
                  </a:solidFill>
                </a:rPr>
                <a:t>(2017)</a:t>
              </a:r>
              <a:endParaRPr lang="ko-KR" altLang="en-US" sz="900" b="1" dirty="0">
                <a:solidFill>
                  <a:schemeClr val="tx1"/>
                </a:solidFill>
              </a:endParaRPr>
            </a:p>
          </p:txBody>
        </p:sp>
        <p:cxnSp>
          <p:nvCxnSpPr>
            <p:cNvPr id="46" name="직선 화살표 연결선 45">
              <a:extLst>
                <a:ext uri="{FF2B5EF4-FFF2-40B4-BE49-F238E27FC236}">
                  <a16:creationId xmlns:a16="http://schemas.microsoft.com/office/drawing/2014/main" id="{1C574380-13C6-5630-E1AB-554B5D1E4A7F}"/>
                </a:ext>
              </a:extLst>
            </p:cNvPr>
            <p:cNvCxnSpPr>
              <a:cxnSpLocks/>
              <a:stCxn id="43" idx="6"/>
              <a:endCxn id="44" idx="2"/>
            </p:cNvCxnSpPr>
            <p:nvPr/>
          </p:nvCxnSpPr>
          <p:spPr>
            <a:xfrm flipV="1">
              <a:off x="5563235" y="5661025"/>
              <a:ext cx="539115" cy="15875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직선 화살표 연결선 46">
              <a:extLst>
                <a:ext uri="{FF2B5EF4-FFF2-40B4-BE49-F238E27FC236}">
                  <a16:creationId xmlns:a16="http://schemas.microsoft.com/office/drawing/2014/main" id="{E0024E6D-1397-A4E9-6120-795B5ECB87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82765" y="5661025"/>
              <a:ext cx="539115" cy="15875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p14="http://schemas.microsoft.com/office/powerpoint/2010/main">
        <mc:Choice Requires="p14">
          <p:contentPart p14:bwMode="auto" r:id="rId1">
            <p14:nvContentPartPr>
              <p14:cNvPr id="48" name="잉크 5"/>
              <p14:cNvContentPartPr/>
              <p14:nvPr/>
            </p14:nvContentPartPr>
            <p14:xfrm>
              <a:off x="3088640" y="2254250"/>
              <a:ext cx="4371975" cy="104140"/>
            </p14:xfrm>
          </p:contentPart>
        </mc:Choice>
        <mc:Fallback>
          <p:pic>
            <p:nvPicPr>
              <p:cNvPr id="48" name="잉크 5"/>
              <p:cNvPicPr/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088640" y="2254250"/>
                <a:ext cx="4371975" cy="1041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952842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26E442-1454-0355-453B-503E2CBBB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HTML </a:t>
            </a:r>
            <a:r>
              <a:rPr lang="ko-KR" altLang="en-US" dirty="0"/>
              <a:t>역사</a:t>
            </a:r>
            <a:r>
              <a:rPr lang="en-US" altLang="ko-KR" dirty="0"/>
              <a:t>(2)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0B53146-F640-ABC1-3295-B8CA30EA25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b="1" dirty="0"/>
              <a:t>HTML</a:t>
            </a:r>
            <a:r>
              <a:rPr lang="ko-KR" altLang="en-US" b="1" dirty="0"/>
              <a:t>의 계보 </a:t>
            </a:r>
          </a:p>
          <a:p>
            <a:pPr lvl="1">
              <a:lnSpc>
                <a:spcPct val="150000"/>
              </a:lnSpc>
            </a:pPr>
            <a:r>
              <a:rPr lang="en-US" altLang="ko-KR" sz="2200" dirty="0"/>
              <a:t>SGML (1986) - HTML</a:t>
            </a:r>
            <a:r>
              <a:rPr lang="ko-KR" altLang="en-US" sz="2200" dirty="0"/>
              <a:t>의 기초가 되는 마크업 언어</a:t>
            </a:r>
          </a:p>
          <a:p>
            <a:pPr lvl="1">
              <a:lnSpc>
                <a:spcPct val="150000"/>
              </a:lnSpc>
            </a:pPr>
            <a:r>
              <a:rPr lang="en-US" altLang="ko-KR" sz="2200" dirty="0"/>
              <a:t>HTML 1.0 (1993) - </a:t>
            </a:r>
            <a:r>
              <a:rPr lang="ko-KR" altLang="en-US" sz="2200" dirty="0"/>
              <a:t>최초의 </a:t>
            </a:r>
            <a:r>
              <a:rPr lang="en-US" altLang="ko-KR" sz="2200" dirty="0"/>
              <a:t>HTML </a:t>
            </a:r>
            <a:r>
              <a:rPr lang="ko-KR" altLang="en-US" sz="2200" dirty="0"/>
              <a:t>표준</a:t>
            </a:r>
          </a:p>
          <a:p>
            <a:pPr lvl="1">
              <a:lnSpc>
                <a:spcPct val="150000"/>
              </a:lnSpc>
            </a:pPr>
            <a:r>
              <a:rPr lang="en-US" altLang="ko-KR" sz="2200" dirty="0"/>
              <a:t>HTML 2.0 (1995) - </a:t>
            </a:r>
            <a:r>
              <a:rPr lang="ko-KR" altLang="en-US" sz="2200" dirty="0"/>
              <a:t>더 많은 태그 추가</a:t>
            </a:r>
            <a:r>
              <a:rPr lang="en-US" altLang="ko-KR" sz="2200" dirty="0"/>
              <a:t>, </a:t>
            </a:r>
            <a:r>
              <a:rPr lang="ko-KR" altLang="en-US" sz="2200" dirty="0"/>
              <a:t>표준화</a:t>
            </a:r>
          </a:p>
          <a:p>
            <a:pPr lvl="1">
              <a:lnSpc>
                <a:spcPct val="150000"/>
              </a:lnSpc>
            </a:pPr>
            <a:r>
              <a:rPr lang="en-US" altLang="ko-KR" sz="2200" dirty="0"/>
              <a:t>HTML 3.2 (1997) - </a:t>
            </a:r>
            <a:r>
              <a:rPr lang="ko-KR" altLang="en-US" sz="2200" dirty="0"/>
              <a:t>스타일</a:t>
            </a:r>
            <a:r>
              <a:rPr lang="en-US" altLang="ko-KR" sz="2200" dirty="0"/>
              <a:t>, </a:t>
            </a:r>
            <a:r>
              <a:rPr lang="ko-KR" altLang="en-US" sz="2200" dirty="0"/>
              <a:t>스크립트 지원</a:t>
            </a:r>
          </a:p>
          <a:p>
            <a:pPr lvl="1">
              <a:lnSpc>
                <a:spcPct val="150000"/>
              </a:lnSpc>
            </a:pPr>
            <a:r>
              <a:rPr lang="en-US" altLang="ko-KR" sz="2200" dirty="0"/>
              <a:t>HTML 4.01 (1999) - CSS </a:t>
            </a:r>
            <a:r>
              <a:rPr lang="ko-KR" altLang="en-US" sz="2200" dirty="0"/>
              <a:t>지원</a:t>
            </a:r>
            <a:r>
              <a:rPr lang="en-US" altLang="ko-KR" sz="2200" dirty="0"/>
              <a:t>, </a:t>
            </a:r>
            <a:r>
              <a:rPr lang="ko-KR" altLang="en-US" sz="2200" dirty="0"/>
              <a:t>표 형식 개선</a:t>
            </a:r>
          </a:p>
          <a:p>
            <a:pPr lvl="1">
              <a:lnSpc>
                <a:spcPct val="150000"/>
              </a:lnSpc>
            </a:pPr>
            <a:r>
              <a:rPr lang="en-US" altLang="ko-KR" sz="2200" dirty="0"/>
              <a:t>XHTML 1.0 (2000) - XML </a:t>
            </a:r>
            <a:r>
              <a:rPr lang="ko-KR" altLang="en-US" sz="2200" dirty="0"/>
              <a:t>기반 </a:t>
            </a:r>
            <a:r>
              <a:rPr lang="en-US" altLang="ko-KR" sz="2200" dirty="0"/>
              <a:t>HTML</a:t>
            </a:r>
          </a:p>
          <a:p>
            <a:pPr lvl="1">
              <a:lnSpc>
                <a:spcPct val="150000"/>
              </a:lnSpc>
            </a:pPr>
            <a:r>
              <a:rPr lang="en-US" altLang="ko-KR" sz="2200" dirty="0"/>
              <a:t>XHTML 1.1 (2001) - </a:t>
            </a:r>
            <a:r>
              <a:rPr lang="ko-KR" altLang="en-US" sz="2200" dirty="0"/>
              <a:t>모듈화 된 </a:t>
            </a:r>
            <a:r>
              <a:rPr lang="en-US" altLang="ko-KR" sz="2200" dirty="0"/>
              <a:t>XHTML</a:t>
            </a:r>
          </a:p>
          <a:p>
            <a:pPr lvl="1">
              <a:lnSpc>
                <a:spcPct val="150000"/>
              </a:lnSpc>
            </a:pPr>
            <a:r>
              <a:rPr lang="en-US" altLang="ko-KR" sz="2200" dirty="0"/>
              <a:t>HTML5 (2014) - </a:t>
            </a:r>
            <a:r>
              <a:rPr lang="ko-KR" altLang="en-US" sz="2200" dirty="0"/>
              <a:t>멀티미디어 태그</a:t>
            </a:r>
            <a:r>
              <a:rPr lang="en-US" altLang="ko-KR" sz="2200" dirty="0"/>
              <a:t>, </a:t>
            </a:r>
            <a:r>
              <a:rPr lang="ko-KR" altLang="en-US" sz="2200" dirty="0"/>
              <a:t>반응형 웹 지원</a:t>
            </a:r>
          </a:p>
          <a:p>
            <a:pPr lvl="1">
              <a:lnSpc>
                <a:spcPct val="150000"/>
              </a:lnSpc>
            </a:pPr>
            <a:r>
              <a:rPr lang="en-US" altLang="ko-KR" sz="2200" dirty="0"/>
              <a:t>HTML5.1 (2016), HTML5.2 (2017) - </a:t>
            </a:r>
            <a:r>
              <a:rPr lang="ko-KR" altLang="en-US" sz="2200" dirty="0"/>
              <a:t>추가 기능 및 수정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1A08921-E786-7486-1ED9-D1527192C0A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688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 txBox="1">
            <a:spLocks noGrp="1"/>
          </p:cNvSpPr>
          <p:nvPr>
            <p:ph type="title"/>
          </p:nvPr>
        </p:nvSpPr>
        <p:spPr>
          <a:xfrm>
            <a:off x="590550" y="146050"/>
            <a:ext cx="103632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HTML의 주요 특징</a:t>
            </a:r>
            <a:endParaRPr/>
          </a:p>
        </p:txBody>
      </p:sp>
      <p:sp>
        <p:nvSpPr>
          <p:cNvPr id="51" name="Google Shape;51;p3"/>
          <p:cNvSpPr txBox="1">
            <a:spLocks noGrp="1"/>
          </p:cNvSpPr>
          <p:nvPr>
            <p:ph type="body" idx="1"/>
          </p:nvPr>
        </p:nvSpPr>
        <p:spPr>
          <a:xfrm>
            <a:off x="592455" y="1152525"/>
            <a:ext cx="10363200" cy="501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ko-KR" altLang="en-US" b="1" dirty="0"/>
              <a:t>간결성</a:t>
            </a:r>
            <a:r>
              <a:rPr lang="ko-KR" altLang="en-US" dirty="0"/>
              <a:t> </a:t>
            </a:r>
          </a:p>
          <a:p>
            <a:pPr marL="800100" lvl="1">
              <a:lnSpc>
                <a:spcPct val="150000"/>
              </a:lnSpc>
              <a:spcBef>
                <a:spcPts val="0"/>
              </a:spcBef>
              <a:buSzPts val="2200"/>
              <a:buChar char="■"/>
            </a:pPr>
            <a:r>
              <a:rPr lang="ko-KR" altLang="en-US" dirty="0"/>
              <a:t>웹 페이지의 구조 만을 정의하므로 복잡한 문법이나 논리 연산이 필요하지 않다</a:t>
            </a:r>
            <a:r>
              <a:rPr lang="en-US" altLang="ko-KR" dirty="0"/>
              <a:t>.</a:t>
            </a:r>
          </a:p>
          <a:p>
            <a:pPr marL="800100" lvl="1">
              <a:lnSpc>
                <a:spcPct val="150000"/>
              </a:lnSpc>
              <a:spcBef>
                <a:spcPts val="0"/>
              </a:spcBef>
              <a:buSzPts val="2200"/>
              <a:buChar char="■"/>
            </a:pPr>
            <a:r>
              <a:rPr lang="ko-KR" altLang="en-US" dirty="0"/>
              <a:t>간단한 구조 덕분에 초보자도 쉽게 접근할 수 있다</a:t>
            </a:r>
            <a:r>
              <a:rPr lang="en-US" altLang="ko-KR" dirty="0"/>
              <a:t>.</a:t>
            </a:r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ko-KR" altLang="en-US" b="1" dirty="0"/>
              <a:t>확장성</a:t>
            </a:r>
            <a:r>
              <a:rPr lang="ko-KR" altLang="en-US" dirty="0"/>
              <a:t> </a:t>
            </a:r>
          </a:p>
          <a:p>
            <a:pPr marL="800100" lvl="1">
              <a:lnSpc>
                <a:spcPct val="150000"/>
              </a:lnSpc>
              <a:spcBef>
                <a:spcPts val="0"/>
              </a:spcBef>
              <a:buSzPts val="2200"/>
              <a:buChar char="■"/>
            </a:pPr>
            <a:r>
              <a:rPr lang="en-US" altLang="ko-KR" dirty="0"/>
              <a:t>CSS, JavaScript</a:t>
            </a:r>
            <a:r>
              <a:rPr lang="ko-KR" altLang="en-US" dirty="0"/>
              <a:t>와 결합하여 다양한 스타일과 동작을 추가할 수 있다</a:t>
            </a:r>
            <a:r>
              <a:rPr lang="en-US" altLang="ko-KR" dirty="0"/>
              <a:t>.</a:t>
            </a:r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ko-KR" altLang="en-US" b="1" dirty="0"/>
              <a:t>표준화</a:t>
            </a:r>
            <a:r>
              <a:rPr lang="ko-KR" altLang="en-US" dirty="0"/>
              <a:t> </a:t>
            </a:r>
          </a:p>
          <a:p>
            <a:pPr marL="800100" lvl="1">
              <a:lnSpc>
                <a:spcPct val="150000"/>
              </a:lnSpc>
              <a:spcBef>
                <a:spcPts val="0"/>
              </a:spcBef>
              <a:buSzPts val="2200"/>
              <a:buChar char="■"/>
            </a:pPr>
            <a:r>
              <a:rPr lang="en-US" altLang="ko-KR" dirty="0"/>
              <a:t>W3C(World Wide Web Consortium) </a:t>
            </a:r>
          </a:p>
          <a:p>
            <a:pPr marL="1257300" lvl="2">
              <a:lnSpc>
                <a:spcPct val="150000"/>
              </a:lnSpc>
              <a:spcBef>
                <a:spcPts val="0"/>
              </a:spcBef>
              <a:buSzPts val="2200"/>
              <a:buChar char="■"/>
            </a:pPr>
            <a:r>
              <a:rPr lang="en-US" altLang="ko-KR" dirty="0"/>
              <a:t>WWW(World Wide Web)</a:t>
            </a:r>
            <a:r>
              <a:rPr lang="ko-KR" altLang="en-US" dirty="0"/>
              <a:t>의 표준을 개발하고 관리하는 국제 기관이다</a:t>
            </a:r>
            <a:r>
              <a:rPr lang="en-US" altLang="ko-KR" dirty="0"/>
              <a:t>.</a:t>
            </a:r>
          </a:p>
          <a:p>
            <a:pPr marL="1257300" lvl="2">
              <a:lnSpc>
                <a:spcPct val="150000"/>
              </a:lnSpc>
              <a:spcBef>
                <a:spcPts val="0"/>
              </a:spcBef>
              <a:buSzPts val="2200"/>
              <a:buChar char="■"/>
            </a:pPr>
            <a:r>
              <a:rPr lang="en-US" altLang="ko-KR" dirty="0"/>
              <a:t>HTML, CSS, XML, </a:t>
            </a:r>
            <a:r>
              <a:rPr lang="ko-KR" altLang="en-US" dirty="0"/>
              <a:t>웹 접근성</a:t>
            </a:r>
            <a:r>
              <a:rPr lang="en-US" altLang="ko-KR" dirty="0"/>
              <a:t>(WCAG), </a:t>
            </a:r>
            <a:r>
              <a:rPr lang="ko-KR" altLang="en-US" dirty="0"/>
              <a:t>웹 보안 등의 웹 표준을 개발 및 권장한다</a:t>
            </a:r>
            <a:r>
              <a:rPr lang="en-US" altLang="ko-KR" dirty="0"/>
              <a:t>.</a:t>
            </a:r>
          </a:p>
          <a:p>
            <a:pPr marL="800100" lvl="1">
              <a:lnSpc>
                <a:spcPct val="150000"/>
              </a:lnSpc>
              <a:spcBef>
                <a:spcPts val="0"/>
              </a:spcBef>
              <a:buSzPts val="2200"/>
              <a:buChar char="■"/>
            </a:pPr>
            <a:r>
              <a:rPr lang="ko-KR" altLang="en-US" dirty="0"/>
              <a:t>모든 웹 브라우저에서 동일하게 동작하도록 설계되어 있다</a:t>
            </a:r>
            <a:r>
              <a:rPr lang="en-US" altLang="ko-KR" dirty="0"/>
              <a:t>.</a:t>
            </a:r>
          </a:p>
        </p:txBody>
      </p:sp>
      <p:sp>
        <p:nvSpPr>
          <p:cNvPr id="52" name="Google Shape;52;p3"/>
          <p:cNvSpPr txBox="1">
            <a:spLocks noGrp="1"/>
          </p:cNvSpPr>
          <p:nvPr>
            <p:ph type="sldNum" idx="12"/>
          </p:nvPr>
        </p:nvSpPr>
        <p:spPr>
          <a:xfrm>
            <a:off x="9482455" y="641985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53" name="Google Shape;53;p3"/>
          <p:cNvSpPr txBox="1">
            <a:spLocks noGrp="1"/>
          </p:cNvSpPr>
          <p:nvPr>
            <p:ph type="ftr" idx="11"/>
          </p:nvPr>
        </p:nvSpPr>
        <p:spPr>
          <a:xfrm>
            <a:off x="1195705" y="6393180"/>
            <a:ext cx="4146550" cy="349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텍스트 상자 6"/>
          <p:cNvSpPr txBox="1">
            <a:spLocks/>
          </p:cNvSpPr>
          <p:nvPr/>
        </p:nvSpPr>
        <p:spPr>
          <a:xfrm rot="0">
            <a:off x="8618220" y="2087880"/>
            <a:ext cx="2431415" cy="370205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sz="1800">
                <a:latin typeface="맑은 고딕" charset="0"/>
                <a:ea typeface="맑은 고딕" charset="0"/>
              </a:rPr>
              <a:t>조건</a:t>
            </a:r>
            <a:r>
              <a:rPr lang="ko-KR" sz="1800">
                <a:latin typeface="맑은 고딕" charset="0"/>
                <a:ea typeface="맑은 고딕" charset="0"/>
              </a:rPr>
              <a:t>문, </a:t>
            </a:r>
            <a:r>
              <a:rPr lang="ko-KR" sz="1800">
                <a:latin typeface="맑은 고딕" charset="0"/>
                <a:ea typeface="맑은 고딕" charset="0"/>
              </a:rPr>
              <a:t>사칙연산 ㄴ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55" name="텍스트 상자 7"/>
          <p:cNvSpPr txBox="1">
            <a:spLocks/>
          </p:cNvSpPr>
          <p:nvPr/>
        </p:nvSpPr>
        <p:spPr>
          <a:xfrm rot="0">
            <a:off x="3550920" y="243840"/>
            <a:ext cx="7536815" cy="370205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lang="ko-KR" sz="1800">
                <a:latin typeface="맑은 고딕" charset="0"/>
                <a:ea typeface="맑은 고딕" charset="0"/>
              </a:rPr>
              <a:t>웹 </a:t>
            </a:r>
            <a:r>
              <a:rPr lang="ko-KR" sz="1800">
                <a:latin typeface="맑은 고딕" charset="0"/>
                <a:ea typeface="맑은 고딕" charset="0"/>
              </a:rPr>
              <a:t>브라우저가 있으면 웹으로 만들 프로그램 다 돌아간다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HTML의 </a:t>
            </a:r>
            <a:r>
              <a:rPr lang="en-US" dirty="0" err="1"/>
              <a:t>활용</a:t>
            </a:r>
            <a:r>
              <a:rPr lang="en-US" dirty="0"/>
              <a:t> </a:t>
            </a:r>
            <a:r>
              <a:rPr lang="en-US" dirty="0" err="1"/>
              <a:t>분야</a:t>
            </a:r>
            <a:r>
              <a:rPr lang="en-US" dirty="0"/>
              <a:t>/</a:t>
            </a:r>
            <a:r>
              <a:rPr lang="en-US" dirty="0" err="1"/>
              <a:t>기본구조</a:t>
            </a:r>
            <a:r>
              <a:rPr lang="en-US" dirty="0"/>
              <a:t>(1)</a:t>
            </a:r>
            <a:endParaRPr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E2FD067-1D4C-EF5A-F44D-761258A3CF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2455" y="1152525"/>
            <a:ext cx="11143615" cy="5019675"/>
          </a:xfrm>
        </p:spPr>
        <p:txBody>
          <a:bodyPr>
            <a:normAutofit fontScale="92500"/>
          </a:bodyPr>
          <a:lstStyle/>
          <a:p>
            <a:pPr>
              <a:lnSpc>
                <a:spcPct val="160000"/>
              </a:lnSpc>
            </a:pPr>
            <a:r>
              <a:rPr lang="ko-KR" altLang="en-US" dirty="0"/>
              <a:t>웹 어플리케이션 개발 중에서 프론트 앤드 프레임워크에서 </a:t>
            </a:r>
            <a:r>
              <a:rPr lang="en-US" altLang="ko-KR" dirty="0"/>
              <a:t>HTML</a:t>
            </a:r>
            <a:r>
              <a:rPr lang="ko-KR" altLang="en-US" dirty="0"/>
              <a:t>이 기본으로 사용된다</a:t>
            </a:r>
            <a:r>
              <a:rPr lang="en-US" altLang="ko-KR" dirty="0"/>
              <a:t>.</a:t>
            </a:r>
          </a:p>
          <a:p>
            <a:pPr>
              <a:lnSpc>
                <a:spcPct val="160000"/>
              </a:lnSpc>
            </a:pPr>
            <a:r>
              <a:rPr lang="ko-KR" altLang="en-US" b="1" dirty="0"/>
              <a:t>웹 게임 개발 </a:t>
            </a:r>
          </a:p>
          <a:p>
            <a:pPr lvl="1">
              <a:lnSpc>
                <a:spcPct val="160000"/>
              </a:lnSpc>
            </a:pPr>
            <a:r>
              <a:rPr lang="en-US" altLang="ko-KR" dirty="0"/>
              <a:t>HTML5</a:t>
            </a:r>
            <a:r>
              <a:rPr lang="ko-KR" altLang="en-US" dirty="0"/>
              <a:t>의 </a:t>
            </a:r>
            <a:r>
              <a:rPr lang="en-US" altLang="ko-KR" dirty="0"/>
              <a:t>Canvas API</a:t>
            </a:r>
            <a:r>
              <a:rPr lang="ko-KR" altLang="en-US" dirty="0"/>
              <a:t>와 </a:t>
            </a:r>
            <a:r>
              <a:rPr lang="en-US" altLang="ko-KR" dirty="0"/>
              <a:t>WebGL</a:t>
            </a:r>
            <a:r>
              <a:rPr lang="ko-KR" altLang="en-US" dirty="0"/>
              <a:t>을 활용하면 웹 브라우저 기반 </a:t>
            </a:r>
            <a:r>
              <a:rPr lang="en-US" altLang="ko-KR" dirty="0"/>
              <a:t>2d</a:t>
            </a:r>
            <a:r>
              <a:rPr lang="ko-KR" altLang="en-US" dirty="0"/>
              <a:t>와 </a:t>
            </a:r>
            <a:r>
              <a:rPr lang="en-US" altLang="ko-KR" dirty="0"/>
              <a:t>3d </a:t>
            </a:r>
            <a:r>
              <a:rPr lang="ko-KR" altLang="en-US" dirty="0"/>
              <a:t>게임을 개발할 수 있다</a:t>
            </a:r>
            <a:r>
              <a:rPr lang="en-US" altLang="ko-KR" dirty="0"/>
              <a:t>.</a:t>
            </a:r>
          </a:p>
          <a:p>
            <a:pPr lvl="1">
              <a:lnSpc>
                <a:spcPct val="160000"/>
              </a:lnSpc>
            </a:pPr>
            <a:r>
              <a:rPr lang="ko-KR" altLang="en-US" dirty="0"/>
              <a:t>주로 </a:t>
            </a:r>
            <a:r>
              <a:rPr lang="en-US" altLang="ko-KR" dirty="0"/>
              <a:t>JavaScript </a:t>
            </a:r>
            <a:r>
              <a:rPr lang="ko-KR" altLang="en-US" dirty="0"/>
              <a:t>게임 엔진과 함께 사용된다</a:t>
            </a:r>
            <a:r>
              <a:rPr lang="en-US" altLang="ko-KR" dirty="0"/>
              <a:t>.</a:t>
            </a:r>
          </a:p>
          <a:p>
            <a:pPr>
              <a:lnSpc>
                <a:spcPct val="160000"/>
              </a:lnSpc>
            </a:pPr>
            <a:r>
              <a:rPr lang="ko-KR" altLang="en-US" b="1" dirty="0"/>
              <a:t>데이터 시각화 및 대시보드 </a:t>
            </a:r>
          </a:p>
          <a:p>
            <a:pPr lvl="1">
              <a:lnSpc>
                <a:spcPct val="160000"/>
              </a:lnSpc>
            </a:pPr>
            <a:r>
              <a:rPr lang="en-US" altLang="ko-KR" dirty="0"/>
              <a:t>HTML</a:t>
            </a:r>
            <a:r>
              <a:rPr lang="ko-KR" altLang="en-US" dirty="0"/>
              <a:t>과 </a:t>
            </a:r>
            <a:r>
              <a:rPr lang="en-US" altLang="ko-KR" dirty="0"/>
              <a:t>JavaScript </a:t>
            </a:r>
            <a:r>
              <a:rPr lang="ko-KR" altLang="en-US" dirty="0"/>
              <a:t>라이브러리를 사용하여 데이터 시각화 및 분석 도구를 만들 수 있다</a:t>
            </a:r>
            <a:r>
              <a:rPr lang="en-US" altLang="ko-KR" dirty="0"/>
              <a:t>.</a:t>
            </a:r>
          </a:p>
          <a:p>
            <a:pPr>
              <a:lnSpc>
                <a:spcPct val="160000"/>
              </a:lnSpc>
            </a:pPr>
            <a:r>
              <a:rPr lang="ko-KR" altLang="en-US" b="1" dirty="0"/>
              <a:t>기업의 </a:t>
            </a:r>
            <a:r>
              <a:rPr lang="en-US" altLang="ko-KR" b="1" dirty="0"/>
              <a:t>BI(Business Intelligence) </a:t>
            </a:r>
            <a:r>
              <a:rPr lang="ko-KR" altLang="en-US" b="1" dirty="0"/>
              <a:t>대시보드에서 활용된다</a:t>
            </a:r>
            <a:r>
              <a:rPr lang="en-US" altLang="ko-KR" b="1" dirty="0"/>
              <a:t>.</a:t>
            </a:r>
          </a:p>
          <a:p>
            <a:pPr lvl="1">
              <a:lnSpc>
                <a:spcPct val="160000"/>
              </a:lnSpc>
            </a:pPr>
            <a:r>
              <a:rPr lang="ko-KR" altLang="en-US" dirty="0"/>
              <a:t>사물 인터넷</a:t>
            </a:r>
            <a:r>
              <a:rPr lang="en-US" altLang="ko-KR" dirty="0"/>
              <a:t>(IoT)</a:t>
            </a:r>
            <a:r>
              <a:rPr lang="ko-KR" altLang="en-US" dirty="0"/>
              <a:t>에 대한 인터페이스 </a:t>
            </a:r>
          </a:p>
          <a:p>
            <a:pPr lvl="1">
              <a:lnSpc>
                <a:spcPct val="160000"/>
              </a:lnSpc>
            </a:pPr>
            <a:r>
              <a:rPr lang="en-US" altLang="ko-KR" dirty="0"/>
              <a:t>HTML</a:t>
            </a:r>
            <a:r>
              <a:rPr lang="ko-KR" altLang="en-US" dirty="0"/>
              <a:t>을 이용하여 </a:t>
            </a:r>
            <a:r>
              <a:rPr lang="en-US" altLang="ko-KR" dirty="0"/>
              <a:t>IoT </a:t>
            </a:r>
            <a:r>
              <a:rPr lang="ko-KR" altLang="en-US" dirty="0"/>
              <a:t>기기와 연결되는 웹 기반 대시보드 및 제어 시스템을 개발할 수 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60" name="Google Shape;60;p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61" name="Google Shape;61;p4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텍스트 상자 8"/>
          <p:cNvSpPr txBox="1">
            <a:spLocks/>
          </p:cNvSpPr>
          <p:nvPr/>
        </p:nvSpPr>
        <p:spPr>
          <a:xfrm rot="0">
            <a:off x="3177540" y="3063240"/>
            <a:ext cx="3109595" cy="370205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lang="ko-KR" sz="1800">
                <a:latin typeface="맑은 고딕" charset="0"/>
                <a:ea typeface="맑은 고딕" charset="0"/>
              </a:rPr>
              <a:t>프레임워크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Shape 57">
          <a:extLst>
            <a:ext uri="{FF2B5EF4-FFF2-40B4-BE49-F238E27FC236}">
              <a16:creationId xmlns:a16="http://schemas.microsoft.com/office/drawing/2014/main" id="{31026EF2-D34B-FD62-E05B-3D7ECFE52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"/>
          <p:cNvSpPr txBox="1">
            <a:spLocks noGrp="1"/>
          </p:cNvSpPr>
          <p:nvPr>
            <p:ph type="title"/>
          </p:nvPr>
        </p:nvSpPr>
        <p:spPr>
          <a:xfrm rot="0">
            <a:off x="590550" y="138430"/>
            <a:ext cx="10363835" cy="762635"/>
          </a:xfrm>
          <a:prstGeom prst="rect"/>
          <a:noFill/>
          <a:ln>
            <a:noFill/>
            <a:prstDash/>
          </a:ln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 rtl="0" algn="l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/>
              <a:t>HTML의 활용 분야/기본구조(2)</a:t>
            </a:r>
            <a:endParaRPr lang="ko-KR" altLang="en-US"/>
          </a:p>
        </p:txBody>
      </p:sp>
      <p:sp>
        <p:nvSpPr>
          <p:cNvPr id="59" name="Google Shape;59;p4">
            <a:extLst>
              <a:ext uri="{FF2B5EF4-FFF2-40B4-BE49-F238E27FC236}">
                <a16:creationId xmlns:a16="http://schemas.microsoft.com/office/drawing/2014/main" id="{BF3F5AF6-AFD6-BD3C-2668-4D97EEE7D2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92455" y="1152525"/>
            <a:ext cx="10363200" cy="4926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20000"/>
              </a:lnSpc>
              <a:spcBef>
                <a:spcPts val="272"/>
              </a:spcBef>
              <a:spcAft>
                <a:spcPts val="0"/>
              </a:spcAft>
              <a:buSzPct val="100000"/>
              <a:buChar char="■"/>
            </a:pPr>
            <a:r>
              <a:rPr lang="en-US" sz="2000" b="1" dirty="0"/>
              <a:t>HTML의 기본 구조</a:t>
            </a:r>
            <a:endParaRPr sz="2000" b="1" dirty="0"/>
          </a:p>
        </p:txBody>
      </p:sp>
      <p:sp>
        <p:nvSpPr>
          <p:cNvPr id="60" name="Google Shape;60;p4">
            <a:extLst>
              <a:ext uri="{FF2B5EF4-FFF2-40B4-BE49-F238E27FC236}">
                <a16:creationId xmlns:a16="http://schemas.microsoft.com/office/drawing/2014/main" id="{B5BE5A92-8B65-04C6-4B94-162145B504B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82455" y="641985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28D9347B-397A-3A39-8131-B62DA5C1E53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1195705" y="6393180"/>
            <a:ext cx="4146550" cy="349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62" name="Google Shape;62;p4">
            <a:extLst>
              <a:ext uri="{FF2B5EF4-FFF2-40B4-BE49-F238E27FC236}">
                <a16:creationId xmlns:a16="http://schemas.microsoft.com/office/drawing/2014/main" id="{F069210D-03BE-2A61-43A8-A9A91AFF895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29664698"/>
              </p:ext>
            </p:extLst>
          </p:nvPr>
        </p:nvGraphicFramePr>
        <p:xfrm>
          <a:off x="676105" y="1658466"/>
          <a:ext cx="4433777" cy="4150370"/>
        </p:xfrm>
        <a:graphic>
          <a:graphicData uri="http://schemas.openxmlformats.org/drawingml/2006/table">
            <a:tbl>
              <a:tblPr firstRow="1" bandRow="1">
                <a:noFill/>
                <a:tableStyleId>{6246F7F3-65B4-4687-8165-8F984BE82663}</a:tableStyleId>
              </a:tblPr>
              <a:tblGrid>
                <a:gridCol w="4433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33836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 dirty="0"/>
                        <a:t>&lt;!DOCTYPE html&gt;</a:t>
                      </a:r>
                      <a:endParaRPr sz="1800" dirty="0"/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 dirty="0"/>
                        <a:t>&lt;html&gt;  </a:t>
                      </a:r>
                      <a:endParaRPr sz="1800" dirty="0"/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 dirty="0"/>
                        <a:t>&lt;head&gt;    </a:t>
                      </a:r>
                      <a:endParaRPr sz="1800" dirty="0"/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 dirty="0"/>
                        <a:t>   &lt;title&gt;문서 제목&lt;/title&gt;  </a:t>
                      </a:r>
                      <a:endParaRPr sz="1800" dirty="0"/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 dirty="0"/>
                        <a:t>&lt;/head&gt; </a:t>
                      </a:r>
                      <a:endParaRPr sz="1800" dirty="0"/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 dirty="0"/>
                        <a:t>&lt;body&gt;    </a:t>
                      </a:r>
                      <a:endParaRPr sz="1800" dirty="0"/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 dirty="0"/>
                        <a:t>   &lt;h1&gt;안녕하세요!&lt;/h1&gt;    </a:t>
                      </a:r>
                      <a:endParaRPr sz="1800" dirty="0"/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 dirty="0"/>
                        <a:t>   &lt;p&gt;이것은 HTML 문서입니다.&lt;/p&gt;  </a:t>
                      </a:r>
                      <a:endParaRPr sz="1800" dirty="0"/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 dirty="0"/>
                        <a:t>&lt;/body&gt;</a:t>
                      </a:r>
                      <a:endParaRPr sz="1800" dirty="0"/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 dirty="0"/>
                        <a:t>&lt;/html&gt;</a:t>
                      </a:r>
                      <a:endParaRPr sz="1800" b="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3B0F827-1123-470E-560D-D6A3AC1862A1}"/>
              </a:ext>
            </a:extLst>
          </p:cNvPr>
          <p:cNvSpPr txBox="1"/>
          <p:nvPr/>
        </p:nvSpPr>
        <p:spPr>
          <a:xfrm>
            <a:off x="5923280" y="1219835"/>
            <a:ext cx="6099810" cy="4847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/>
              <a:t>&lt;!DOCTYPE html&gt;</a:t>
            </a:r>
            <a:r>
              <a:rPr lang="ko-KR" altLang="en-US" sz="1600" dirty="0"/>
              <a:t>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HTML5 </a:t>
            </a:r>
            <a:r>
              <a:rPr lang="ko-KR" altLang="en-US" sz="1600" dirty="0"/>
              <a:t>문서를 선언한다</a:t>
            </a:r>
            <a:r>
              <a:rPr lang="en-US" altLang="ko-KR" sz="1600" dirty="0"/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/>
              <a:t>&lt;html&gt;&lt;/html&gt;</a:t>
            </a:r>
            <a:r>
              <a:rPr lang="ko-KR" altLang="en-US" sz="1600" dirty="0"/>
              <a:t>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HTML </a:t>
            </a:r>
            <a:r>
              <a:rPr lang="ko-KR" altLang="en-US" sz="1600" dirty="0"/>
              <a:t>문서의 최상위 루트 요소이다</a:t>
            </a:r>
            <a:r>
              <a:rPr lang="en-US" altLang="ko-KR" sz="1600" dirty="0"/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/>
              <a:t>&lt;head&gt;&lt;/head&gt;</a:t>
            </a:r>
            <a:r>
              <a:rPr lang="ko-KR" altLang="en-US" sz="1600" dirty="0"/>
              <a:t>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메타데이터 및 제목</a:t>
            </a:r>
            <a:r>
              <a:rPr lang="en-US" altLang="ko-KR" sz="1600" dirty="0"/>
              <a:t>, </a:t>
            </a:r>
            <a:r>
              <a:rPr lang="ko-KR" altLang="en-US" sz="1600" dirty="0"/>
              <a:t>스타일</a:t>
            </a:r>
            <a:r>
              <a:rPr lang="en-US" altLang="ko-KR" sz="1600" dirty="0"/>
              <a:t>, </a:t>
            </a:r>
            <a:r>
              <a:rPr lang="ko-KR" altLang="en-US" sz="1600" dirty="0"/>
              <a:t>스크립트를 포함한다</a:t>
            </a:r>
            <a:r>
              <a:rPr lang="en-US" altLang="ko-KR" sz="1600" dirty="0"/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/>
              <a:t>&lt;body&gt;&lt;/body&gt;</a:t>
            </a:r>
            <a:r>
              <a:rPr lang="ko-KR" altLang="en-US" sz="1600" dirty="0"/>
              <a:t>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웹 페이지에 표시될 콘텐츠를 포함한다</a:t>
            </a:r>
            <a:r>
              <a:rPr lang="en-US" altLang="ko-KR" sz="1600" dirty="0"/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/>
              <a:t>&lt;h1&gt;&lt;/h1&gt;</a:t>
            </a:r>
            <a:r>
              <a:rPr lang="ko-KR" altLang="en-US" sz="1600" dirty="0"/>
              <a:t>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&lt;h1&gt; </a:t>
            </a:r>
            <a:r>
              <a:rPr lang="ko-KR" altLang="en-US" sz="1600" dirty="0"/>
              <a:t>부터 </a:t>
            </a:r>
            <a:r>
              <a:rPr lang="en-US" altLang="ko-KR" sz="1600" dirty="0"/>
              <a:t>&lt;h6&gt; </a:t>
            </a:r>
            <a:r>
              <a:rPr lang="ko-KR" altLang="en-US" sz="1600" dirty="0"/>
              <a:t>까지 있으며</a:t>
            </a:r>
            <a:r>
              <a:rPr lang="en-US" altLang="ko-KR" sz="1600" dirty="0"/>
              <a:t>, </a:t>
            </a:r>
            <a:r>
              <a:rPr lang="ko-KR" altLang="en-US" sz="1600" dirty="0"/>
              <a:t>주로 제목 글에 활용된다</a:t>
            </a:r>
            <a:r>
              <a:rPr lang="en-US" altLang="ko-KR" sz="1600" dirty="0"/>
              <a:t>. </a:t>
            </a:r>
          </a:p>
          <a:p>
            <a:pPr marL="1143000" lvl="2" indent="-2286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&lt;h1&gt;</a:t>
            </a:r>
            <a:r>
              <a:rPr lang="ko-KR" altLang="en-US" sz="1600" dirty="0"/>
              <a:t>이 가장 크고 </a:t>
            </a:r>
            <a:r>
              <a:rPr lang="en-US" altLang="ko-KR" sz="1600" dirty="0"/>
              <a:t>&lt;h6&gt;</a:t>
            </a:r>
            <a:r>
              <a:rPr lang="ko-KR" altLang="en-US" sz="1600" dirty="0"/>
              <a:t>이 가장 작다</a:t>
            </a:r>
            <a:r>
              <a:rPr lang="en-US" altLang="ko-KR" sz="1600" dirty="0"/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&lt;</a:t>
            </a:r>
            <a:r>
              <a:rPr lang="en-US" altLang="ko-KR" sz="1600" b="1" dirty="0"/>
              <a:t>p&gt;&lt;/p&gt;</a:t>
            </a:r>
            <a:r>
              <a:rPr lang="ko-KR" altLang="en-US" sz="1600" dirty="0"/>
              <a:t>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태그는 문단</a:t>
            </a:r>
            <a:r>
              <a:rPr lang="en-US" altLang="ko-KR" sz="1600" dirty="0"/>
              <a:t>(Paragraph)</a:t>
            </a:r>
            <a:r>
              <a:rPr lang="ko-KR" altLang="en-US" sz="1600" dirty="0"/>
              <a:t>을 정의할 때 사용된다</a:t>
            </a:r>
            <a:r>
              <a:rPr lang="en-US" altLang="ko-KR" sz="1600" dirty="0"/>
              <a:t>.</a:t>
            </a:r>
          </a:p>
        </p:txBody>
      </p:sp>
      <p:sp>
        <p:nvSpPr>
          <p:cNvPr id="63" name="텍스트 상자 9"/>
          <p:cNvSpPr txBox="1">
            <a:spLocks/>
          </p:cNvSpPr>
          <p:nvPr/>
        </p:nvSpPr>
        <p:spPr>
          <a:xfrm rot="0">
            <a:off x="3192780" y="1249680"/>
            <a:ext cx="2477135" cy="370205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lang="ko-KR" sz="1800">
                <a:latin typeface="맑은 고딕" charset="0"/>
                <a:ea typeface="맑은 고딕" charset="0"/>
              </a:rPr>
              <a:t>태그들의 </a:t>
            </a:r>
            <a:r>
              <a:rPr lang="ko-KR" sz="1800">
                <a:latin typeface="맑은 고딕" charset="0"/>
                <a:ea typeface="맑은 고딕" charset="0"/>
              </a:rPr>
              <a:t>모임..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64" name="잉크 11"/>
              <p14:cNvContentPartPr/>
              <p14:nvPr/>
            </p14:nvContentPartPr>
            <p14:xfrm>
              <a:off x="5455920" y="784860"/>
              <a:ext cx="7620" cy="7620"/>
            </p14:xfrm>
          </p:contentPart>
        </mc:Choice>
        <mc:Fallback>
          <p:pic>
            <p:nvPicPr>
              <p:cNvPr id="64" name="잉크 11"/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455920" y="784860"/>
                <a:ext cx="7620" cy="76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65" name="잉크 12"/>
              <p14:cNvContentPartPr/>
              <p14:nvPr/>
            </p14:nvContentPartPr>
            <p14:xfrm>
              <a:off x="6751320" y="1981200"/>
              <a:ext cx="1089660" cy="7620"/>
            </p14:xfrm>
          </p:contentPart>
        </mc:Choice>
        <mc:Fallback>
          <p:pic>
            <p:nvPicPr>
              <p:cNvPr id="65" name="잉크 12"/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751320" y="1981200"/>
                <a:ext cx="1089660" cy="7620"/>
              </a:xfrm>
              <a:prstGeom prst="rect">
                <a:avLst/>
              </a:prstGeom>
            </p:spPr>
          </p:pic>
        </mc:Fallback>
      </mc:AlternateContent>
      <p:sp>
        <p:nvSpPr>
          <p:cNvPr id="66" name="텍스트 상자 13"/>
          <p:cNvSpPr txBox="1">
            <a:spLocks/>
          </p:cNvSpPr>
          <p:nvPr/>
        </p:nvSpPr>
        <p:spPr>
          <a:xfrm rot="0">
            <a:off x="5349240" y="167640"/>
            <a:ext cx="5677535" cy="370205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lang="ko-KR" sz="1800">
                <a:latin typeface="맑은 고딕" charset="0"/>
                <a:ea typeface="맑은 고딕" charset="0"/>
              </a:rPr>
              <a:t>열고 </a:t>
            </a:r>
            <a:r>
              <a:rPr lang="ko-KR" sz="1800">
                <a:latin typeface="맑은 고딕" charset="0"/>
                <a:ea typeface="맑은 고딕" charset="0"/>
              </a:rPr>
              <a:t>닫는 구조인데</a:t>
            </a:r>
            <a:r>
              <a:rPr lang="ko-KR" sz="1800">
                <a:latin typeface="맑은 고딕" charset="0"/>
                <a:ea typeface="맑은 고딕" charset="0"/>
              </a:rPr>
              <a:t>,</a:t>
            </a:r>
            <a:r>
              <a:rPr lang="ko-KR" sz="1800">
                <a:latin typeface="맑은 고딕" charset="0"/>
                <a:ea typeface="맑은 고딕" charset="0"/>
              </a:rPr>
              <a:t> </a:t>
            </a:r>
            <a:r>
              <a:rPr lang="ko-KR" sz="1800">
                <a:latin typeface="맑은 고딕" charset="0"/>
                <a:ea typeface="맑은 고딕" charset="0"/>
              </a:rPr>
              <a:t> </a:t>
            </a:r>
            <a:r>
              <a:rPr lang="ko-KR" sz="1800">
                <a:latin typeface="맑은 고딕" charset="0"/>
                <a:ea typeface="맑은 고딕" charset="0"/>
              </a:rPr>
              <a:t>  </a:t>
            </a:r>
            <a:r>
              <a:rPr lang="ko-KR" sz="1800">
                <a:latin typeface="맑은 고딕" charset="0"/>
                <a:ea typeface="맑은 고딕" charset="0"/>
              </a:rPr>
              <a:t>‘/’</a:t>
            </a:r>
            <a:r>
              <a:rPr lang="ko-KR" sz="1800">
                <a:latin typeface="맑은 고딕" charset="0"/>
                <a:ea typeface="맑은 고딕" charset="0"/>
              </a:rPr>
              <a:t>를 </a:t>
            </a:r>
            <a:r>
              <a:rPr lang="ko-KR" sz="1800">
                <a:latin typeface="맑은 고딕" charset="0"/>
                <a:ea typeface="맑은 고딕" charset="0"/>
              </a:rPr>
              <a:t>쳐줘 </a:t>
            </a:r>
            <a:r>
              <a:rPr lang="ko-KR" sz="1800">
                <a:latin typeface="맑은 고딕" charset="0"/>
                <a:ea typeface="맑은 고딕" charset="0"/>
              </a:rPr>
              <a:t>닫는다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67" name="텍스트 상자 14"/>
          <p:cNvSpPr txBox="1">
            <a:spLocks/>
          </p:cNvSpPr>
          <p:nvPr/>
        </p:nvSpPr>
        <p:spPr>
          <a:xfrm rot="0">
            <a:off x="5341620" y="3505200"/>
            <a:ext cx="1334135" cy="370205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sz="1800">
                <a:latin typeface="맑은 고딕" charset="0"/>
                <a:ea typeface="맑은 고딕" charset="0"/>
              </a:rPr>
              <a:t>본문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68" name="텍스트 상자 16"/>
          <p:cNvSpPr txBox="1">
            <a:spLocks/>
          </p:cNvSpPr>
          <p:nvPr/>
        </p:nvSpPr>
        <p:spPr>
          <a:xfrm rot="0">
            <a:off x="5341620" y="2781300"/>
            <a:ext cx="1044575" cy="370205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sz="1800">
                <a:latin typeface="맑은 고딕" charset="0"/>
                <a:ea typeface="맑은 고딕" charset="0"/>
              </a:rPr>
              <a:t>제목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69" name="텍스트 상자 17"/>
          <p:cNvSpPr txBox="1">
            <a:spLocks/>
          </p:cNvSpPr>
          <p:nvPr/>
        </p:nvSpPr>
        <p:spPr>
          <a:xfrm rot="0">
            <a:off x="853440" y="601980"/>
            <a:ext cx="3909695" cy="370205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sz="1800">
                <a:latin typeface="맑은 고딕" charset="0"/>
                <a:ea typeface="맑은 고딕" charset="0"/>
              </a:rPr>
              <a:t>이거 </a:t>
            </a:r>
            <a:r>
              <a:rPr sz="1800">
                <a:latin typeface="맑은 고딕" charset="0"/>
                <a:ea typeface="맑은 고딕" charset="0"/>
              </a:rPr>
              <a:t>다 쓸줄 알아라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70" name="텍스트 상자 18"/>
          <p:cNvSpPr txBox="1">
            <a:spLocks/>
          </p:cNvSpPr>
          <p:nvPr/>
        </p:nvSpPr>
        <p:spPr>
          <a:xfrm rot="0">
            <a:off x="9166860" y="3352800"/>
            <a:ext cx="998855" cy="262255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lang="ko-KR" sz="1100">
                <a:latin typeface="맑은 고딕" charset="0"/>
                <a:ea typeface="맑은 고딕" charset="0"/>
              </a:rPr>
              <a:t> </a:t>
            </a:r>
            <a:r>
              <a:rPr lang="ko-KR" sz="1100">
                <a:latin typeface="맑은 고딕" charset="0"/>
                <a:ea typeface="맑은 고딕" charset="0"/>
              </a:rPr>
              <a:t>=</a:t>
            </a:r>
            <a:r>
              <a:rPr sz="1100">
                <a:latin typeface="맑은 고딕" charset="0"/>
                <a:ea typeface="맑은 고딕" charset="0"/>
              </a:rPr>
              <a:t>링크</a:t>
            </a:r>
            <a:endParaRPr lang="ko-KR" altLang="en-US" sz="1100">
              <a:latin typeface="맑은 고딕" charset="0"/>
              <a:ea typeface="맑은 고딕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71" name="잉크 19"/>
              <p14:cNvContentPartPr/>
              <p14:nvPr/>
            </p14:nvContentPartPr>
            <p14:xfrm>
              <a:off x="914400" y="883920"/>
              <a:ext cx="1965960" cy="45720"/>
            </p14:xfrm>
          </p:contentPart>
        </mc:Choice>
        <mc:Fallback>
          <p:pic>
            <p:nvPicPr>
              <p:cNvPr id="71" name="잉크 19"/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914400" y="883920"/>
                <a:ext cx="196596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72" name="잉크 20"/>
              <p14:cNvContentPartPr/>
              <p14:nvPr/>
            </p14:nvContentPartPr>
            <p14:xfrm>
              <a:off x="5539740" y="533400"/>
              <a:ext cx="3924300" cy="76200"/>
            </p14:xfrm>
          </p:contentPart>
        </mc:Choice>
        <mc:Fallback>
          <p:pic>
            <p:nvPicPr>
              <p:cNvPr id="72" name="잉크 20"/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5539740" y="533400"/>
                <a:ext cx="3924300" cy="7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73" name="잉크 21"/>
              <p14:cNvContentPartPr/>
              <p14:nvPr/>
            </p14:nvContentPartPr>
            <p14:xfrm>
              <a:off x="7056120" y="5326380"/>
              <a:ext cx="3406140" cy="38100"/>
            </p14:xfrm>
          </p:contentPart>
        </mc:Choice>
        <mc:Fallback>
          <p:pic>
            <p:nvPicPr>
              <p:cNvPr id="73" name="잉크 21"/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7056120" y="5326380"/>
                <a:ext cx="3406140" cy="381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74" name="잉크 22"/>
              <p14:cNvContentPartPr/>
              <p14:nvPr/>
            </p14:nvContentPartPr>
            <p14:xfrm>
              <a:off x="8595360" y="4953000"/>
              <a:ext cx="365760" cy="502920"/>
            </p14:xfrm>
          </p:contentPart>
        </mc:Choice>
        <mc:Fallback>
          <p:pic>
            <p:nvPicPr>
              <p:cNvPr id="74" name="잉크 22"/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8595360" y="4953000"/>
                <a:ext cx="365760" cy="502920"/>
              </a:xfrm>
              <a:prstGeom prst="rect">
                <a:avLst/>
              </a:prstGeom>
            </p:spPr>
          </p:pic>
        </mc:Fallback>
      </mc:AlternateContent>
      <p:sp>
        <p:nvSpPr>
          <p:cNvPr id="75" name="텍스트 상자 1"/>
          <p:cNvSpPr txBox="1">
            <a:spLocks/>
          </p:cNvSpPr>
          <p:nvPr/>
        </p:nvSpPr>
        <p:spPr>
          <a:xfrm rot="0">
            <a:off x="6602730" y="713740"/>
            <a:ext cx="2707640" cy="370205"/>
          </a:xfrm>
          <a:prstGeom prst="rect"/>
          <a:noFill/>
          <a:ln>
            <a:noFill/>
            <a:prstDash/>
          </a:ln>
        </p:spPr>
        <p:txBody>
          <a:bodyPr wrap="none" lIns="89535" tIns="46355" rIns="89535" bIns="46355" vert="horz" anchor="t">
            <a:spAutoFit/>
          </a:bodyPr>
          <a:lstStyle/>
          <a:p>
            <a:pPr marL="0" indent="0" algn="l" hangingPunct="1"/>
            <a:r>
              <a:rPr lang="ko-KR" sz="1800">
                <a:latin typeface="맑은 고딕" charset="0"/>
                <a:ea typeface="맑은 고딕" charset="0"/>
              </a:rPr>
              <a:t>강의자료 </a:t>
            </a:r>
            <a:r>
              <a:rPr lang="ko-KR" sz="1800">
                <a:latin typeface="맑은 고딕" charset="0"/>
                <a:ea typeface="맑은 고딕" charset="0"/>
              </a:rPr>
              <a:t>태</a:t>
            </a:r>
            <a:r>
              <a:rPr lang="ko-KR" sz="1800">
                <a:latin typeface="맑은 고딕" charset="0"/>
                <a:ea typeface="맑은 고딕" charset="0"/>
              </a:rPr>
              <a:t>그</a:t>
            </a:r>
            <a:r>
              <a:rPr lang="ko-KR" sz="1800">
                <a:latin typeface="맑은 고딕" charset="0"/>
                <a:ea typeface="맑은 고딕" charset="0"/>
              </a:rPr>
              <a:t> 다 외</a:t>
            </a:r>
            <a:r>
              <a:rPr lang="ko-KR" sz="1800">
                <a:latin typeface="맑은 고딕" charset="0"/>
                <a:ea typeface="맑은 고딕" charset="0"/>
              </a:rPr>
              <a:t>워라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76" name="잉크 3"/>
              <p14:cNvContentPartPr/>
              <p14:nvPr/>
            </p14:nvContentPartPr>
            <p14:xfrm>
              <a:off x="6064885" y="200660"/>
              <a:ext cx="3529965" cy="1275080"/>
            </p14:xfrm>
          </p:contentPart>
        </mc:Choice>
        <mc:Fallback>
          <p:pic>
            <p:nvPicPr>
              <p:cNvPr id="76" name="잉크 3"/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6064885" y="200660"/>
                <a:ext cx="3529965" cy="127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77" name="잉크 4"/>
              <p14:cNvContentPartPr/>
              <p14:nvPr/>
            </p14:nvContentPartPr>
            <p14:xfrm>
              <a:off x="4853305" y="1331595"/>
              <a:ext cx="930910" cy="4476750"/>
            </p14:xfrm>
          </p:contentPart>
        </mc:Choice>
        <mc:Fallback>
          <p:pic>
            <p:nvPicPr>
              <p:cNvPr id="77" name="잉크 4"/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4853305" y="1331595"/>
                <a:ext cx="930910" cy="44767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78" name="잉크 5"/>
              <p14:cNvContentPartPr/>
              <p14:nvPr/>
            </p14:nvContentPartPr>
            <p14:xfrm>
              <a:off x="7508875" y="6081395"/>
              <a:ext cx="1997710" cy="144145"/>
            </p14:xfrm>
          </p:contentPart>
        </mc:Choice>
        <mc:Fallback>
          <p:pic>
            <p:nvPicPr>
              <p:cNvPr id="78" name="잉크 5"/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7508875" y="6081395"/>
                <a:ext cx="1997710" cy="14414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746665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"/>
          <p:cNvSpPr txBox="1">
            <a:spLocks noGrp="1"/>
          </p:cNvSpPr>
          <p:nvPr>
            <p:ph type="title"/>
          </p:nvPr>
        </p:nvSpPr>
        <p:spPr>
          <a:xfrm>
            <a:off x="590550" y="146050"/>
            <a:ext cx="103632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 요소</a:t>
            </a:r>
            <a:endParaRPr/>
          </a:p>
        </p:txBody>
      </p:sp>
      <p:sp>
        <p:nvSpPr>
          <p:cNvPr id="68" name="Google Shape;68;p5"/>
          <p:cNvSpPr txBox="1">
            <a:spLocks noGrp="1"/>
          </p:cNvSpPr>
          <p:nvPr>
            <p:ph type="body" idx="1"/>
          </p:nvPr>
        </p:nvSpPr>
        <p:spPr>
          <a:xfrm rot="0">
            <a:off x="592455" y="1152525"/>
            <a:ext cx="10363835" cy="5020310"/>
          </a:xfrm>
          <a:prstGeom prst="rect"/>
          <a:noFill/>
          <a:ln>
            <a:noFill/>
            <a:prstDash/>
          </a:ln>
        </p:spPr>
        <p:txBody>
          <a:bodyPr wrap="square" lIns="91440" tIns="45720" rIns="91440" bIns="45720" numCol="1" vert="horz" anchor="t">
            <a:normAutofit fontScale="77500" lnSpcReduction="20000"/>
          </a:bodyPr>
          <a:lstStyle/>
          <a:p>
            <a:pPr marL="342900" indent="-3429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■"/>
            </a:pPr>
            <a:r>
              <a:rPr lang="en-US" b="1"/>
              <a:t>태그와 요소</a:t>
            </a:r>
            <a:endParaRPr lang="ko-KR" altLang="en-US" b="1"/>
          </a:p>
          <a:p>
            <a:pPr marL="742950" indent="-285750" rtl="0" algn="l" lvl="1">
              <a:lnSpc>
                <a:spcPct val="160000"/>
              </a:lnSpc>
              <a:spcBef>
                <a:spcPts val="400"/>
              </a:spcBef>
              <a:spcAft>
                <a:spcPts val="0"/>
              </a:spcAft>
              <a:buFont typeface="Tahoma"/>
              <a:buChar char="⬥"/>
            </a:pPr>
            <a:r>
              <a:rPr lang="en-US"/>
              <a:t>태그: &lt;태그명&gt; 형태로 작성된다.</a:t>
            </a:r>
            <a:endParaRPr lang="ko-KR" altLang="en-US"/>
          </a:p>
          <a:p>
            <a:pPr marL="742950" indent="-285750" rtl="0" algn="l" lvl="1">
              <a:lnSpc>
                <a:spcPct val="160000"/>
              </a:lnSpc>
              <a:spcBef>
                <a:spcPts val="400"/>
              </a:spcBef>
              <a:spcAft>
                <a:spcPts val="0"/>
              </a:spcAft>
              <a:buFont typeface="Tahoma"/>
              <a:buChar char="⬥"/>
            </a:pPr>
            <a:r>
              <a:rPr lang="en-US"/>
              <a:t>요소: 시작 태그와 종료 태그 및 그 사이의 콘텐츠를 포함한다.</a:t>
            </a:r>
            <a:endParaRPr lang="ko-KR" altLang="en-US"/>
          </a:p>
          <a:p>
            <a:pPr marL="1143000" indent="-228600" rtl="0" algn="l" lvl="2">
              <a:lnSpc>
                <a:spcPct val="160000"/>
              </a:lnSpc>
              <a:spcBef>
                <a:spcPts val="400"/>
              </a:spcBef>
              <a:spcAft>
                <a:spcPts val="0"/>
              </a:spcAft>
              <a:buFont typeface="Arial"/>
              <a:buChar char="–"/>
            </a:pPr>
            <a:r>
              <a:rPr lang="en-US" b="1">
                <a:solidFill>
                  <a:srgbClr val="00B0F0"/>
                </a:solidFill>
              </a:rPr>
              <a:t>&lt;p&gt;이것은 단락입니다.&lt;/p&gt;</a:t>
            </a:r>
            <a:endParaRPr lang="ko-KR" altLang="en-US" b="1">
              <a:solidFill>
                <a:srgbClr val="00B0F0"/>
              </a:solidFill>
            </a:endParaRPr>
          </a:p>
          <a:p>
            <a:pPr marL="342900" indent="-342900" rtl="0" algn="l">
              <a:lnSpc>
                <a:spcPct val="160000"/>
              </a:lnSpc>
              <a:spcBef>
                <a:spcPts val="440"/>
              </a:spcBef>
              <a:spcAft>
                <a:spcPts val="0"/>
              </a:spcAft>
              <a:buFont typeface="Arial"/>
              <a:buChar char="■"/>
            </a:pPr>
            <a:r>
              <a:rPr lang="en-US" b="1"/>
              <a:t>속성(Attributes)</a:t>
            </a:r>
            <a:endParaRPr lang="ko-KR" altLang="en-US" b="1"/>
          </a:p>
          <a:p>
            <a:pPr marL="742950" indent="-285750" rtl="0" algn="l" lvl="1">
              <a:lnSpc>
                <a:spcPct val="160000"/>
              </a:lnSpc>
              <a:spcBef>
                <a:spcPts val="400"/>
              </a:spcBef>
              <a:spcAft>
                <a:spcPts val="0"/>
              </a:spcAft>
              <a:buFont typeface="Tahoma"/>
              <a:buChar char="⬥"/>
            </a:pPr>
            <a:r>
              <a:rPr lang="en-US" b="1"/>
              <a:t>태그에 추가 정보를 제공하고, name=</a:t>
            </a:r>
            <a:r>
              <a:rPr lang="en-US" sz="2000" b="1">
                <a:latin typeface="Tahoma" charset="0"/>
                <a:ea typeface="Tahoma" charset="0"/>
                <a:cs typeface="Tahoma" charset="0"/>
              </a:rPr>
              <a:t>“</a:t>
            </a:r>
            <a:r>
              <a:rPr lang="en-US" b="1"/>
              <a:t>value</a:t>
            </a:r>
            <a:r>
              <a:rPr lang="en-US" sz="2000" b="1">
                <a:latin typeface="Tahoma" charset="0"/>
                <a:ea typeface="Tahoma" charset="0"/>
                <a:cs typeface="Tahoma" charset="0"/>
              </a:rPr>
              <a:t>”</a:t>
            </a:r>
            <a:r>
              <a:rPr lang="en-US" b="1"/>
              <a:t> 형식으로 작성된다.</a:t>
            </a:r>
            <a:endParaRPr lang="ko-KR" altLang="en-US" b="1"/>
          </a:p>
          <a:p>
            <a:pPr marL="1143000" indent="-228600" rtl="0" algn="l" lvl="2">
              <a:lnSpc>
                <a:spcPct val="160000"/>
              </a:lnSpc>
              <a:spcBef>
                <a:spcPts val="400"/>
              </a:spcBef>
              <a:spcAft>
                <a:spcPts val="0"/>
              </a:spcAft>
              <a:buFont typeface="Arial"/>
              <a:buChar char="–"/>
            </a:pPr>
            <a:r>
              <a:rPr lang="en-US" b="1">
                <a:solidFill>
                  <a:srgbClr val="00B0F0"/>
                </a:solidFill>
              </a:rPr>
              <a:t>&lt;img src=</a:t>
            </a:r>
            <a:r>
              <a:rPr lang="en-US" sz="2000" b="1">
                <a:solidFill>
                  <a:srgbClr val="00B0F0"/>
                </a:solidFill>
                <a:latin typeface="Tahoma" charset="0"/>
                <a:ea typeface="Tahoma" charset="0"/>
                <a:cs typeface="Tahoma" charset="0"/>
              </a:rPr>
              <a:t>“</a:t>
            </a:r>
            <a:r>
              <a:rPr lang="en-US" b="1">
                <a:solidFill>
                  <a:srgbClr val="00B0F0"/>
                </a:solidFill>
                <a:latin typeface="Tahoma" charset="0"/>
                <a:ea typeface="Tahoma" charset="0"/>
                <a:cs typeface="Tahoma" charset="0"/>
              </a:rPr>
              <a:t>image.jpg” alt=</a:t>
            </a:r>
            <a:r>
              <a:rPr lang="en-US" sz="2000" b="1">
                <a:solidFill>
                  <a:srgbClr val="00B0F0"/>
                </a:solidFill>
                <a:latin typeface="Tahoma" charset="0"/>
                <a:ea typeface="Tahoma" charset="0"/>
                <a:cs typeface="Tahoma" charset="0"/>
              </a:rPr>
              <a:t>“</a:t>
            </a:r>
            <a:r>
              <a:rPr lang="en-US" b="1">
                <a:solidFill>
                  <a:srgbClr val="00B0F0"/>
                </a:solidFill>
                <a:latin typeface="Tahoma" charset="0"/>
                <a:ea typeface="Tahoma" charset="0"/>
                <a:cs typeface="Tahoma" charset="0"/>
              </a:rPr>
              <a:t>이미지 설명</a:t>
            </a:r>
            <a:r>
              <a:rPr lang="en-US" sz="2000" b="1">
                <a:solidFill>
                  <a:srgbClr val="00B0F0"/>
                </a:solidFill>
                <a:latin typeface="Tahoma" charset="0"/>
                <a:ea typeface="Tahoma" charset="0"/>
                <a:cs typeface="Tahoma" charset="0"/>
              </a:rPr>
              <a:t>”&gt;</a:t>
            </a:r>
            <a:endParaRPr lang="ko-KR" altLang="en-US" sz="2000" b="1">
              <a:solidFill>
                <a:srgbClr val="00B0F0"/>
              </a:solidFill>
              <a:latin typeface="Tahoma" charset="0"/>
              <a:ea typeface="Tahoma" charset="0"/>
              <a:cs typeface="Tahoma" charset="0"/>
            </a:endParaRPr>
          </a:p>
          <a:p>
            <a:pPr marL="742950" indent="-285750" rtl="0" algn="l" lvl="1">
              <a:lnSpc>
                <a:spcPct val="160000"/>
              </a:lnSpc>
              <a:spcBef>
                <a:spcPts val="400"/>
              </a:spcBef>
              <a:spcAft>
                <a:spcPts val="0"/>
              </a:spcAft>
              <a:buFont typeface="Tahoma"/>
              <a:buChar char="⬥"/>
            </a:pPr>
            <a:r>
              <a:rPr lang="en-US" b="1">
                <a:latin typeface="Tahoma" charset="0"/>
                <a:ea typeface="Tahoma" charset="0"/>
                <a:cs typeface="Tahoma" charset="0"/>
              </a:rPr>
              <a:t>속성은</a:t>
            </a:r>
            <a:r>
              <a:rPr lang="en-US" b="1">
                <a:latin typeface="Tahoma" charset="0"/>
                <a:ea typeface="Tahoma" charset="0"/>
                <a:cs typeface="Tahoma" charset="0"/>
              </a:rPr>
              <a:t> 태그의 동작이나 스타일을 변경할 수 있다.</a:t>
            </a:r>
            <a:endParaRPr lang="ko-KR" altLang="en-US" b="1">
              <a:latin typeface="Tahoma" charset="0"/>
              <a:ea typeface="Tahoma" charset="0"/>
              <a:cs typeface="Tahoma" charset="0"/>
            </a:endParaRPr>
          </a:p>
          <a:p>
            <a:pPr marL="1143000" indent="-228600" rtl="0" algn="l" lvl="2">
              <a:lnSpc>
                <a:spcPct val="160000"/>
              </a:lnSpc>
              <a:spcBef>
                <a:spcPts val="400"/>
              </a:spcBef>
              <a:spcAft>
                <a:spcPts val="0"/>
              </a:spcAft>
              <a:buFont typeface="Arial"/>
              <a:buChar char="–"/>
            </a:pPr>
            <a:r>
              <a:rPr lang="en-US" b="1"/>
              <a:t>id</a:t>
            </a:r>
            <a:r>
              <a:rPr lang="en-US"/>
              <a:t> : 요소의 고유 식별자</a:t>
            </a:r>
            <a:endParaRPr lang="ko-KR" altLang="en-US"/>
          </a:p>
          <a:p>
            <a:pPr marL="1143000" indent="-228600" rtl="0" algn="l" lvl="2">
              <a:lnSpc>
                <a:spcPct val="160000"/>
              </a:lnSpc>
              <a:spcBef>
                <a:spcPts val="400"/>
              </a:spcBef>
              <a:spcAft>
                <a:spcPts val="0"/>
              </a:spcAft>
              <a:buFont typeface="Arial"/>
              <a:buChar char="–"/>
            </a:pPr>
            <a:r>
              <a:rPr lang="en-US" b="1"/>
              <a:t>class</a:t>
            </a:r>
            <a:r>
              <a:rPr lang="en-US"/>
              <a:t> : 스타일 또는 스크립트를 위한 그룹화</a:t>
            </a:r>
            <a:endParaRPr lang="ko-KR" altLang="en-US"/>
          </a:p>
          <a:p>
            <a:pPr marL="1143000" indent="-228600" rtl="0" algn="l" lvl="2">
              <a:lnSpc>
                <a:spcPct val="160000"/>
              </a:lnSpc>
              <a:spcBef>
                <a:spcPts val="400"/>
              </a:spcBef>
              <a:spcAft>
                <a:spcPts val="0"/>
              </a:spcAft>
              <a:buFont typeface="Arial"/>
              <a:buChar char="–"/>
            </a:pPr>
            <a:r>
              <a:rPr lang="en-US" b="1"/>
              <a:t>style</a:t>
            </a:r>
            <a:r>
              <a:rPr lang="en-US"/>
              <a:t> : 인라인 스타일 지정</a:t>
            </a:r>
            <a:endParaRPr lang="ko-KR" altLang="en-US"/>
          </a:p>
          <a:p>
            <a:pPr marL="1143000" indent="-228600" rtl="0" algn="l" lvl="2">
              <a:lnSpc>
                <a:spcPct val="160000"/>
              </a:lnSpc>
              <a:spcBef>
                <a:spcPts val="400"/>
              </a:spcBef>
              <a:spcAft>
                <a:spcPts val="0"/>
              </a:spcAft>
              <a:buFont typeface="Arial"/>
              <a:buChar char="–"/>
            </a:pPr>
            <a:r>
              <a:rPr lang="en-US" b="1"/>
              <a:t>title</a:t>
            </a:r>
            <a:r>
              <a:rPr lang="en-US"/>
              <a:t> : 요소의 추가 정보</a:t>
            </a:r>
            <a:endParaRPr lang="ko-KR" altLang="en-US"/>
          </a:p>
        </p:txBody>
      </p:sp>
      <p:sp>
        <p:nvSpPr>
          <p:cNvPr id="69" name="Google Shape;69;p5"/>
          <p:cNvSpPr txBox="1">
            <a:spLocks noGrp="1"/>
          </p:cNvSpPr>
          <p:nvPr>
            <p:ph type="sldNum" idx="12"/>
          </p:nvPr>
        </p:nvSpPr>
        <p:spPr>
          <a:xfrm>
            <a:off x="9482455" y="641985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70" name="Google Shape;70;p5"/>
          <p:cNvSpPr txBox="1">
            <a:spLocks noGrp="1"/>
          </p:cNvSpPr>
          <p:nvPr>
            <p:ph type="ftr" idx="11"/>
          </p:nvPr>
        </p:nvSpPr>
        <p:spPr>
          <a:xfrm>
            <a:off x="1195705" y="6393180"/>
            <a:ext cx="4146550" cy="349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71" name="잉크 23"/>
              <p14:cNvContentPartPr/>
              <p14:nvPr/>
            </p14:nvContentPartPr>
            <p14:xfrm>
              <a:off x="3703320" y="2263140"/>
              <a:ext cx="259080" cy="121920"/>
            </p14:xfrm>
          </p:contentPart>
        </mc:Choice>
        <mc:Fallback>
          <p:pic>
            <p:nvPicPr>
              <p:cNvPr id="71" name="잉크 23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703320" y="2263140"/>
                <a:ext cx="259080" cy="12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72" name="잉크 24"/>
              <p14:cNvContentPartPr/>
              <p14:nvPr/>
            </p14:nvContentPartPr>
            <p14:xfrm>
              <a:off x="3810000" y="2247900"/>
              <a:ext cx="243840" cy="205740"/>
            </p14:xfrm>
          </p:contentPart>
        </mc:Choice>
        <mc:Fallback>
          <p:pic>
            <p:nvPicPr>
              <p:cNvPr id="72" name="잉크 24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810000" y="2247900"/>
                <a:ext cx="243840" cy="2057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73" name="잉크 25"/>
              <p14:cNvContentPartPr/>
              <p14:nvPr/>
            </p14:nvContentPartPr>
            <p14:xfrm>
              <a:off x="2087880" y="2255520"/>
              <a:ext cx="152400" cy="114300"/>
            </p14:xfrm>
          </p:contentPart>
        </mc:Choice>
        <mc:Fallback>
          <p:pic>
            <p:nvPicPr>
              <p:cNvPr id="73" name="잉크 25"/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087880" y="2255520"/>
                <a:ext cx="152400" cy="114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74" name="잉크 26"/>
              <p14:cNvContentPartPr/>
              <p14:nvPr/>
            </p14:nvContentPartPr>
            <p14:xfrm>
              <a:off x="1554480" y="3901440"/>
              <a:ext cx="4145280" cy="30480"/>
            </p14:xfrm>
          </p:contentPart>
        </mc:Choice>
        <mc:Fallback>
          <p:pic>
            <p:nvPicPr>
              <p:cNvPr id="74" name="잉크 26"/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554480" y="3901440"/>
                <a:ext cx="4145280" cy="30480"/>
              </a:xfrm>
              <a:prstGeom prst="rect">
                <a:avLst/>
              </a:prstGeom>
            </p:spPr>
          </p:pic>
        </mc:Fallback>
      </mc:AlternateContent>
      <p:sp>
        <p:nvSpPr>
          <p:cNvPr id="75" name="텍스트 상자 27"/>
          <p:cNvSpPr txBox="1">
            <a:spLocks/>
          </p:cNvSpPr>
          <p:nvPr/>
        </p:nvSpPr>
        <p:spPr>
          <a:xfrm rot="0">
            <a:off x="4411980" y="1668780"/>
            <a:ext cx="5944235" cy="262255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lang="ko-KR" sz="1100">
                <a:latin typeface="맑은 고딕" charset="0"/>
                <a:ea typeface="맑은 고딕" charset="0"/>
              </a:rPr>
              <a:t>태그에 </a:t>
            </a:r>
            <a:r>
              <a:rPr lang="ko-KR" sz="1100">
                <a:latin typeface="맑은 고딕" charset="0"/>
                <a:ea typeface="맑은 고딕" charset="0"/>
              </a:rPr>
              <a:t>이름을 넣을 수 있</a:t>
            </a:r>
            <a:r>
              <a:rPr lang="ko-KR" sz="1100">
                <a:latin typeface="맑은 고딕" charset="0"/>
                <a:ea typeface="맑은 고딕" charset="0"/>
              </a:rPr>
              <a:t>다 -&gt;</a:t>
            </a:r>
            <a:r>
              <a:rPr lang="ko-KR" sz="1100">
                <a:latin typeface="맑은 고딕" charset="0"/>
                <a:ea typeface="맑은 고딕" charset="0"/>
              </a:rPr>
              <a:t> </a:t>
            </a:r>
            <a:r>
              <a:rPr lang="ko-KR" sz="1100">
                <a:latin typeface="맑은 고딕" charset="0"/>
                <a:ea typeface="맑은 고딕" charset="0"/>
              </a:rPr>
              <a:t>변수 </a:t>
            </a:r>
            <a:r>
              <a:rPr lang="ko-KR" sz="1100">
                <a:latin typeface="맑은 고딕" charset="0"/>
                <a:ea typeface="맑은 고딕" charset="0"/>
              </a:rPr>
              <a:t>선언과 비슷</a:t>
            </a:r>
            <a:r>
              <a:rPr lang="ko-KR" sz="1100">
                <a:latin typeface="맑은 고딕" charset="0"/>
                <a:ea typeface="맑은 고딕" charset="0"/>
              </a:rPr>
              <a:t> </a:t>
            </a:r>
            <a:r>
              <a:rPr lang="ko-KR" sz="1100">
                <a:latin typeface="맑은 고딕" charset="0"/>
                <a:ea typeface="맑은 고딕" charset="0"/>
              </a:rPr>
              <a:t>-&gt; </a:t>
            </a:r>
            <a:r>
              <a:rPr lang="ko-KR" sz="1100">
                <a:latin typeface="맑은 고딕" charset="0"/>
                <a:ea typeface="맑은 고딕" charset="0"/>
              </a:rPr>
              <a:t>예시로 &lt;p</a:t>
            </a:r>
            <a:r>
              <a:rPr lang="ko-KR" sz="1100">
                <a:latin typeface="맑은 고딕" charset="0"/>
                <a:ea typeface="맑은 고딕" charset="0"/>
              </a:rPr>
              <a:t> name =</a:t>
            </a:r>
            <a:r>
              <a:rPr lang="ko-KR" sz="1100">
                <a:latin typeface="맑은 고딕" charset="0"/>
                <a:ea typeface="맑은 고딕" charset="0"/>
              </a:rPr>
              <a:t> </a:t>
            </a:r>
            <a:r>
              <a:rPr lang="ko-KR" sz="1100">
                <a:latin typeface="맑은 고딕" charset="0"/>
                <a:ea typeface="맑은 고딕" charset="0"/>
              </a:rPr>
              <a:t>“</a:t>
            </a:r>
            <a:r>
              <a:rPr lang="ko-KR" sz="1100">
                <a:latin typeface="맑은 고딕" charset="0"/>
                <a:ea typeface="맑은 고딕" charset="0"/>
              </a:rPr>
              <a:t>p1</a:t>
            </a:r>
            <a:r>
              <a:rPr lang="ko-KR" sz="1100">
                <a:latin typeface="맑은 고딕" charset="0"/>
                <a:ea typeface="맑은 고딕" charset="0"/>
              </a:rPr>
              <a:t>”&gt;</a:t>
            </a:r>
            <a:r>
              <a:rPr lang="ko-KR" sz="1100">
                <a:latin typeface="맑은 고딕" charset="0"/>
                <a:ea typeface="맑은 고딕" charset="0"/>
              </a:rPr>
              <a:t>  </a:t>
            </a:r>
            <a:r>
              <a:rPr lang="ko-KR" sz="1100">
                <a:latin typeface="맑은 고딕" charset="0"/>
                <a:ea typeface="맑은 고딕" charset="0"/>
              </a:rPr>
              <a:t>&lt;</a:t>
            </a:r>
            <a:r>
              <a:rPr lang="ko-KR" sz="1100">
                <a:latin typeface="맑은 고딕" charset="0"/>
                <a:ea typeface="맑은 고딕" charset="0"/>
              </a:rPr>
              <a:t>/</a:t>
            </a:r>
            <a:r>
              <a:rPr lang="ko-KR" sz="1100">
                <a:latin typeface="맑은 고딕" charset="0"/>
                <a:ea typeface="맑은 고딕" charset="0"/>
              </a:rPr>
              <a:t>p&gt;</a:t>
            </a:r>
            <a:endParaRPr lang="ko-KR" altLang="en-US" sz="1100">
              <a:latin typeface="맑은 고딕" charset="0"/>
              <a:ea typeface="맑은 고딕" charset="0"/>
            </a:endParaRPr>
          </a:p>
        </p:txBody>
      </p:sp>
      <p:sp>
        <p:nvSpPr>
          <p:cNvPr id="76" name="텍스트 상자 28"/>
          <p:cNvSpPr txBox="1">
            <a:spLocks/>
          </p:cNvSpPr>
          <p:nvPr/>
        </p:nvSpPr>
        <p:spPr>
          <a:xfrm rot="0">
            <a:off x="3886200" y="4358640"/>
            <a:ext cx="4283075" cy="262255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sz="1100">
                <a:latin typeface="맑은 고딕" charset="0"/>
                <a:ea typeface="맑은 고딕" charset="0"/>
              </a:rPr>
              <a:t>=</a:t>
            </a:r>
            <a:r>
              <a:rPr sz="1100">
                <a:latin typeface="맑은 고딕" charset="0"/>
                <a:ea typeface="맑은 고딕" charset="0"/>
              </a:rPr>
              <a:t>  </a:t>
            </a:r>
            <a:r>
              <a:rPr lang="ko-KR" sz="1100">
                <a:latin typeface="맑은 고딕" charset="0"/>
                <a:ea typeface="맑은 고딕" charset="0"/>
              </a:rPr>
              <a:t>n</a:t>
            </a:r>
            <a:r>
              <a:rPr lang="ko-KR" sz="1100">
                <a:latin typeface="맑은 고딕" charset="0"/>
                <a:ea typeface="맑은 고딕" charset="0"/>
              </a:rPr>
              <a:t>ame </a:t>
            </a:r>
            <a:r>
              <a:rPr lang="ko-KR" sz="1100">
                <a:latin typeface="맑은 고딕" charset="0"/>
                <a:ea typeface="맑은 고딕" charset="0"/>
              </a:rPr>
              <a:t>-</a:t>
            </a:r>
            <a:r>
              <a:rPr lang="ko-KR" sz="1100">
                <a:latin typeface="맑은 고딕" charset="0"/>
                <a:ea typeface="맑은 고딕" charset="0"/>
              </a:rPr>
              <a:t>&gt; </a:t>
            </a:r>
            <a:r>
              <a:rPr lang="ko-KR" sz="1100">
                <a:latin typeface="맑은 고딕" charset="0"/>
                <a:ea typeface="맑은 고딕" charset="0"/>
              </a:rPr>
              <a:t>취향에 </a:t>
            </a:r>
            <a:r>
              <a:rPr lang="ko-KR" sz="1100">
                <a:latin typeface="맑은 고딕" charset="0"/>
                <a:ea typeface="맑은 고딕" charset="0"/>
              </a:rPr>
              <a:t>맞게 골라</a:t>
            </a:r>
            <a:r>
              <a:rPr lang="ko-KR" sz="1100">
                <a:latin typeface="맑은 고딕" charset="0"/>
                <a:ea typeface="맑은 고딕" charset="0"/>
              </a:rPr>
              <a:t> </a:t>
            </a:r>
            <a:r>
              <a:rPr lang="ko-KR" sz="1100">
                <a:latin typeface="맑은 고딕" charset="0"/>
                <a:ea typeface="맑은 고딕" charset="0"/>
              </a:rPr>
              <a:t>써</a:t>
            </a:r>
            <a:r>
              <a:rPr lang="ko-KR" sz="1100">
                <a:latin typeface="맑은 고딕" charset="0"/>
                <a:ea typeface="맑은 고딕" charset="0"/>
              </a:rPr>
              <a:t>.</a:t>
            </a:r>
            <a:r>
              <a:rPr lang="ko-KR" sz="1100">
                <a:latin typeface="맑은 고딕" charset="0"/>
                <a:ea typeface="맑은 고딕" charset="0"/>
              </a:rPr>
              <a:t>.</a:t>
            </a:r>
            <a:endParaRPr lang="ko-KR" altLang="en-US" sz="1100">
              <a:latin typeface="맑은 고딕" charset="0"/>
              <a:ea typeface="맑은 고딕" charset="0"/>
            </a:endParaRPr>
          </a:p>
        </p:txBody>
      </p:sp>
      <p:sp>
        <p:nvSpPr>
          <p:cNvPr id="77" name="텍스트 상자 2"/>
          <p:cNvSpPr txBox="1">
            <a:spLocks/>
          </p:cNvSpPr>
          <p:nvPr/>
        </p:nvSpPr>
        <p:spPr>
          <a:xfrm rot="0">
            <a:off x="4123055" y="537210"/>
            <a:ext cx="4926330" cy="370205"/>
          </a:xfrm>
          <a:prstGeom prst="rect"/>
          <a:noFill/>
          <a:ln>
            <a:noFill/>
            <a:prstDash/>
          </a:ln>
        </p:spPr>
        <p:txBody>
          <a:bodyPr wrap="none" lIns="89535" tIns="46355" rIns="89535" bIns="46355" vert="horz" anchor="t">
            <a:spAutoFit/>
          </a:bodyPr>
          <a:lstStyle/>
          <a:p>
            <a:pPr marL="0" indent="0" algn="l" hangingPunct="1"/>
            <a:r>
              <a:rPr sz="1800">
                <a:latin typeface="맑은 고딕" charset="0"/>
                <a:ea typeface="맑은 고딕" charset="0"/>
              </a:rPr>
              <a:t>나중에 </a:t>
            </a:r>
            <a:r>
              <a:rPr lang="ko-KR" sz="1800">
                <a:latin typeface="맑은 고딕" charset="0"/>
                <a:ea typeface="맑은 고딕" charset="0"/>
              </a:rPr>
              <a:t>실력 </a:t>
            </a:r>
            <a:r>
              <a:rPr lang="ko-KR" sz="1800">
                <a:latin typeface="맑은 고딕" charset="0"/>
                <a:ea typeface="맑은 고딕" charset="0"/>
              </a:rPr>
              <a:t>오르면 </a:t>
            </a:r>
            <a:r>
              <a:rPr lang="ko-KR" sz="1800">
                <a:latin typeface="맑은 고딕" charset="0"/>
                <a:ea typeface="맑은 고딕" charset="0"/>
              </a:rPr>
              <a:t>리눅스 </a:t>
            </a:r>
            <a:r>
              <a:rPr lang="ko-KR" sz="1800">
                <a:latin typeface="맑은 고딕" charset="0"/>
                <a:ea typeface="맑은 고딕" charset="0"/>
              </a:rPr>
              <a:t>서버에서 </a:t>
            </a:r>
            <a:r>
              <a:rPr lang="ko-KR" sz="1800">
                <a:latin typeface="맑은 고딕" charset="0"/>
                <a:ea typeface="맑은 고딕" charset="0"/>
              </a:rPr>
              <a:t>운영하래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78" name="잉크 6"/>
              <p14:cNvContentPartPr/>
              <p14:nvPr/>
            </p14:nvContentPartPr>
            <p14:xfrm>
              <a:off x="713740" y="4227830"/>
              <a:ext cx="754380" cy="1540510"/>
            </p14:xfrm>
          </p:contentPart>
        </mc:Choice>
        <mc:Fallback>
          <p:pic>
            <p:nvPicPr>
              <p:cNvPr id="78" name="잉크 6"/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713740" y="4227830"/>
                <a:ext cx="754380" cy="1540510"/>
              </a:xfrm>
              <a:prstGeom prst="rect">
                <a:avLst/>
              </a:prstGeom>
            </p:spPr>
          </p:pic>
        </mc:Fallback>
      </mc:AlternateContent>
      <p:sp>
        <p:nvSpPr>
          <p:cNvPr id="79" name="텍스트 상자 7"/>
          <p:cNvSpPr txBox="1">
            <a:spLocks/>
          </p:cNvSpPr>
          <p:nvPr/>
        </p:nvSpPr>
        <p:spPr>
          <a:xfrm rot="0">
            <a:off x="6097270" y="4356100"/>
            <a:ext cx="3001010" cy="370205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lang="ko-KR" sz="1800">
                <a:latin typeface="맑은 고딕" charset="0"/>
                <a:ea typeface="맑은 고딕" charset="0"/>
              </a:rPr>
              <a:t>그 </a:t>
            </a:r>
            <a:r>
              <a:rPr lang="ko-KR" sz="1800">
                <a:latin typeface="맑은 고딕" charset="0"/>
                <a:ea typeface="맑은 고딕" charset="0"/>
              </a:rPr>
              <a:t>태그의 이름을 대표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80" name="잉크 8"/>
              <p14:cNvContentPartPr/>
              <p14:nvPr/>
            </p14:nvContentPartPr>
            <p14:xfrm>
              <a:off x="2141855" y="4677410"/>
              <a:ext cx="1901190" cy="55880"/>
            </p14:xfrm>
          </p:contentPart>
        </mc:Choice>
        <mc:Fallback>
          <p:pic>
            <p:nvPicPr>
              <p:cNvPr id="80" name="잉크 8"/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141855" y="4677410"/>
                <a:ext cx="1901190" cy="55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7"/>
          <p:cNvSpPr txBox="1">
            <a:spLocks noGrp="1"/>
          </p:cNvSpPr>
          <p:nvPr>
            <p:ph type="title"/>
          </p:nvPr>
        </p:nvSpPr>
        <p:spPr>
          <a:xfrm>
            <a:off x="590550" y="146050"/>
            <a:ext cx="103632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 요소</a:t>
            </a:r>
            <a:br>
              <a:rPr lang="en-US"/>
            </a:br>
            <a:endParaRPr/>
          </a:p>
        </p:txBody>
      </p:sp>
      <p:sp>
        <p:nvSpPr>
          <p:cNvPr id="89" name="Google Shape;89;p7"/>
          <p:cNvSpPr txBox="1">
            <a:spLocks noGrp="1"/>
          </p:cNvSpPr>
          <p:nvPr>
            <p:ph type="body" idx="1"/>
          </p:nvPr>
        </p:nvSpPr>
        <p:spPr>
          <a:xfrm>
            <a:off x="592455" y="1152525"/>
            <a:ext cx="10363200" cy="501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dirty="0" err="1"/>
              <a:t>태그의</a:t>
            </a:r>
            <a:r>
              <a:rPr lang="en-US" dirty="0"/>
              <a:t> </a:t>
            </a:r>
            <a:r>
              <a:rPr lang="en-US" dirty="0" err="1"/>
              <a:t>형식</a:t>
            </a:r>
            <a:endParaRPr dirty="0"/>
          </a:p>
        </p:txBody>
      </p:sp>
      <p:sp>
        <p:nvSpPr>
          <p:cNvPr id="90" name="Google Shape;90;p7"/>
          <p:cNvSpPr txBox="1">
            <a:spLocks noGrp="1"/>
          </p:cNvSpPr>
          <p:nvPr>
            <p:ph type="sldNum" idx="12"/>
          </p:nvPr>
        </p:nvSpPr>
        <p:spPr>
          <a:xfrm>
            <a:off x="9482455" y="641985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91" name="Google Shape;91;p7"/>
          <p:cNvSpPr txBox="1">
            <a:spLocks noGrp="1"/>
          </p:cNvSpPr>
          <p:nvPr>
            <p:ph type="ftr" idx="11"/>
          </p:nvPr>
        </p:nvSpPr>
        <p:spPr>
          <a:xfrm>
            <a:off x="1195705" y="6393180"/>
            <a:ext cx="4146550" cy="349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7"/>
          <p:cNvSpPr txBox="1"/>
          <p:nvPr/>
        </p:nvSpPr>
        <p:spPr>
          <a:xfrm>
            <a:off x="590550" y="1823720"/>
            <a:ext cx="11431905" cy="1015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&lt;a href=“http://www.kumoh.ac.kr”&gt;</a:t>
            </a:r>
            <a:r>
              <a:rPr lang="en-US" sz="2400" b="1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금오공과대학교</a:t>
            </a:r>
            <a:r>
              <a:rPr lang="en-US" sz="2400" b="1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&lt;/a&gt;</a:t>
            </a:r>
            <a:endParaRPr sz="2400" b="1" dirty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b="1" dirty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3" name="Google Shape;93;p7"/>
          <p:cNvSpPr/>
          <p:nvPr/>
        </p:nvSpPr>
        <p:spPr>
          <a:xfrm>
            <a:off x="6491605" y="1579245"/>
            <a:ext cx="2177415" cy="995045"/>
          </a:xfrm>
          <a:prstGeom prst="rect">
            <a:avLst/>
          </a:prstGeom>
          <a:noFill/>
          <a:ln w="317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endParaRPr sz="1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7"/>
          <p:cNvSpPr txBox="1"/>
          <p:nvPr/>
        </p:nvSpPr>
        <p:spPr>
          <a:xfrm>
            <a:off x="7162165" y="2609850"/>
            <a:ext cx="124269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컨덴츠</a:t>
            </a:r>
            <a:endParaRPr sz="2000" b="1" dirty="0">
              <a:solidFill>
                <a:srgbClr val="FF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674370" y="4046220"/>
            <a:ext cx="5880100" cy="995045"/>
          </a:xfrm>
          <a:prstGeom prst="rect">
            <a:avLst/>
          </a:prstGeom>
          <a:noFill/>
          <a:ln w="317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endParaRPr sz="1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8669020" y="4060825"/>
            <a:ext cx="960120" cy="995045"/>
          </a:xfrm>
          <a:prstGeom prst="rect">
            <a:avLst/>
          </a:prstGeom>
          <a:noFill/>
          <a:ln w="317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endParaRPr sz="1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7"/>
          <p:cNvSpPr txBox="1"/>
          <p:nvPr/>
        </p:nvSpPr>
        <p:spPr>
          <a:xfrm>
            <a:off x="2791460" y="5107940"/>
            <a:ext cx="2053590" cy="461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 err="1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열리는</a:t>
            </a:r>
            <a:r>
              <a:rPr lang="en-US" sz="2400" b="1" dirty="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태그</a:t>
            </a:r>
            <a:endParaRPr sz="2400" b="1" dirty="0">
              <a:solidFill>
                <a:srgbClr val="FF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8" name="Google Shape;98;p7"/>
          <p:cNvSpPr txBox="1"/>
          <p:nvPr/>
        </p:nvSpPr>
        <p:spPr>
          <a:xfrm>
            <a:off x="8274050" y="5094605"/>
            <a:ext cx="2053590" cy="461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 err="1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닫히는</a:t>
            </a:r>
            <a:r>
              <a:rPr lang="en-US" sz="2400" b="1" dirty="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태그</a:t>
            </a:r>
            <a:endParaRPr sz="2400" dirty="0"/>
          </a:p>
        </p:txBody>
      </p:sp>
      <p:sp>
        <p:nvSpPr>
          <p:cNvPr id="99" name="Google Shape;99;p7"/>
          <p:cNvSpPr txBox="1"/>
          <p:nvPr/>
        </p:nvSpPr>
        <p:spPr>
          <a:xfrm>
            <a:off x="590550" y="4281805"/>
            <a:ext cx="11431905" cy="1015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&lt;a href=“http://www.kumoh.ac.kr”&gt;</a:t>
            </a:r>
            <a:r>
              <a:rPr lang="en-US" sz="2400" b="1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금오공과대학교</a:t>
            </a:r>
            <a:r>
              <a:rPr lang="en-US" sz="2400" b="1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&lt;/a&gt;</a:t>
            </a:r>
            <a:endParaRPr sz="2400" b="1" dirty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b="1" dirty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0" name="텍스트 상자 29"/>
          <p:cNvSpPr txBox="1">
            <a:spLocks/>
          </p:cNvSpPr>
          <p:nvPr/>
        </p:nvSpPr>
        <p:spPr>
          <a:xfrm rot="0">
            <a:off x="2827020" y="1272540"/>
            <a:ext cx="3048635" cy="370205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lang="ko-KR" sz="1800">
                <a:latin typeface="맑은 고딕" charset="0"/>
                <a:ea typeface="맑은 고딕" charset="0"/>
              </a:rPr>
              <a:t>a</a:t>
            </a:r>
            <a:r>
              <a:rPr lang="ko-KR" sz="1800">
                <a:latin typeface="맑은 고딕" charset="0"/>
                <a:ea typeface="맑은 고딕" charset="0"/>
              </a:rPr>
              <a:t>태그 링크임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8"/>
          <p:cNvSpPr txBox="1">
            <a:spLocks noGrp="1"/>
          </p:cNvSpPr>
          <p:nvPr>
            <p:ph type="title"/>
          </p:nvPr>
        </p:nvSpPr>
        <p:spPr>
          <a:xfrm>
            <a:off x="590550" y="130810"/>
            <a:ext cx="103632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 요소</a:t>
            </a:r>
            <a:br>
              <a:rPr lang="en-US"/>
            </a:br>
            <a:endParaRPr/>
          </a:p>
        </p:txBody>
      </p:sp>
      <p:sp>
        <p:nvSpPr>
          <p:cNvPr id="105" name="Google Shape;105;p8"/>
          <p:cNvSpPr txBox="1">
            <a:spLocks noGrp="1"/>
          </p:cNvSpPr>
          <p:nvPr>
            <p:ph type="body" idx="1"/>
          </p:nvPr>
        </p:nvSpPr>
        <p:spPr>
          <a:xfrm>
            <a:off x="592455" y="1137285"/>
            <a:ext cx="10363200" cy="501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/>
              <a:t>태그의 형식</a:t>
            </a:r>
            <a:endParaRPr/>
          </a:p>
        </p:txBody>
      </p:sp>
      <p:sp>
        <p:nvSpPr>
          <p:cNvPr id="106" name="Google Shape;106;p8"/>
          <p:cNvSpPr txBox="1">
            <a:spLocks noGrp="1"/>
          </p:cNvSpPr>
          <p:nvPr>
            <p:ph type="sldNum" idx="12"/>
          </p:nvPr>
        </p:nvSpPr>
        <p:spPr>
          <a:xfrm>
            <a:off x="9482455" y="640461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107" name="Google Shape;107;p8"/>
          <p:cNvSpPr txBox="1">
            <a:spLocks noGrp="1"/>
          </p:cNvSpPr>
          <p:nvPr>
            <p:ph type="ftr" idx="11"/>
          </p:nvPr>
        </p:nvSpPr>
        <p:spPr>
          <a:xfrm>
            <a:off x="1195705" y="6377940"/>
            <a:ext cx="4146550" cy="349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8"/>
          <p:cNvSpPr txBox="1"/>
          <p:nvPr/>
        </p:nvSpPr>
        <p:spPr>
          <a:xfrm>
            <a:off x="590550" y="1809115"/>
            <a:ext cx="11431905" cy="646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&lt;input type=“button” value=“</a:t>
            </a:r>
            <a:r>
              <a:rPr lang="en-US" sz="3600" b="1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버튼</a:t>
            </a:r>
            <a:r>
              <a:rPr lang="en-US" sz="3600" b="1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”/&gt;</a:t>
            </a:r>
            <a:endParaRPr sz="3600" b="1" dirty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9" name="Google Shape;109;p8"/>
          <p:cNvSpPr txBox="1"/>
          <p:nvPr/>
        </p:nvSpPr>
        <p:spPr>
          <a:xfrm>
            <a:off x="5641340" y="3696970"/>
            <a:ext cx="3550920" cy="461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닫히는 태그가 없는 경우</a:t>
            </a:r>
            <a:endParaRPr/>
          </a:p>
        </p:txBody>
      </p:sp>
      <p:cxnSp>
        <p:nvCxnSpPr>
          <p:cNvPr id="110" name="Google Shape;110;p8"/>
          <p:cNvCxnSpPr>
            <a:stCxn id="109" idx="1"/>
            <a:endCxn id="108" idx="2"/>
          </p:cNvCxnSpPr>
          <p:nvPr/>
        </p:nvCxnSpPr>
        <p:spPr>
          <a:xfrm rot="10800000" flipH="1">
            <a:off x="5641340" y="2455545"/>
            <a:ext cx="664845" cy="1472565"/>
          </a:xfrm>
          <a:prstGeom prst="bentConnector4">
            <a:avLst>
              <a:gd name="adj1" fmla="val -35803"/>
              <a:gd name="adj2" fmla="val 57836"/>
            </a:avLst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11" name="Google Shape;111;p8"/>
          <p:cNvSpPr/>
          <p:nvPr/>
        </p:nvSpPr>
        <p:spPr>
          <a:xfrm>
            <a:off x="590550" y="1917065"/>
            <a:ext cx="8968105" cy="45466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endParaRPr sz="1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12" name="잉크 9"/>
              <p14:cNvContentPartPr/>
              <p14:nvPr/>
            </p14:nvContentPartPr>
            <p14:xfrm>
              <a:off x="3449320" y="1146810"/>
              <a:ext cx="385445" cy="233045"/>
            </p14:xfrm>
          </p:contentPart>
        </mc:Choice>
        <mc:Fallback>
          <p:pic>
            <p:nvPicPr>
              <p:cNvPr id="112" name="잉크 9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49320" y="1146810"/>
                <a:ext cx="385445" cy="2330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3" name="잉크 10"/>
              <p14:cNvContentPartPr/>
              <p14:nvPr/>
            </p14:nvContentPartPr>
            <p14:xfrm>
              <a:off x="3441700" y="1082675"/>
              <a:ext cx="400685" cy="417195"/>
            </p14:xfrm>
          </p:contentPart>
        </mc:Choice>
        <mc:Fallback>
          <p:pic>
            <p:nvPicPr>
              <p:cNvPr id="113" name="잉크 10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441700" y="1082675"/>
                <a:ext cx="400685" cy="417195"/>
              </a:xfrm>
              <a:prstGeom prst="rect">
                <a:avLst/>
              </a:prstGeom>
            </p:spPr>
          </p:pic>
        </mc:Fallback>
      </mc:AlternateContent>
      <p:sp>
        <p:nvSpPr>
          <p:cNvPr id="114" name="텍스트 상자 11"/>
          <p:cNvSpPr txBox="1">
            <a:spLocks/>
          </p:cNvSpPr>
          <p:nvPr/>
        </p:nvSpPr>
        <p:spPr>
          <a:xfrm rot="0">
            <a:off x="7677150" y="3032760"/>
            <a:ext cx="2936240" cy="370205"/>
          </a:xfrm>
          <a:prstGeom prst="rect"/>
          <a:noFill/>
          <a:ln>
            <a:noFill/>
            <a:prstDash/>
          </a:ln>
        </p:spPr>
        <p:txBody>
          <a:bodyPr wrap="none" lIns="89535" tIns="46355" rIns="89535" bIns="46355" vert="horz" anchor="t">
            <a:spAutoFit/>
          </a:bodyPr>
          <a:lstStyle/>
          <a:p>
            <a:pPr marL="0" indent="0" algn="l" hangingPunct="1"/>
            <a:r>
              <a:rPr sz="1800">
                <a:latin typeface="맑은 고딕" charset="0"/>
                <a:ea typeface="맑은 고딕" charset="0"/>
              </a:rPr>
              <a:t>클릭 </a:t>
            </a:r>
            <a:r>
              <a:rPr sz="1800">
                <a:latin typeface="맑은 고딕" charset="0"/>
                <a:ea typeface="맑은 고딕" charset="0"/>
              </a:rPr>
              <a:t>가능한 </a:t>
            </a:r>
            <a:r>
              <a:rPr lang="ko-KR" sz="1800">
                <a:latin typeface="맑은 고딕" charset="0"/>
                <a:ea typeface="맑은 고딕" charset="0"/>
              </a:rPr>
              <a:t>버튼을 </a:t>
            </a:r>
            <a:r>
              <a:rPr lang="ko-KR" sz="1800">
                <a:latin typeface="맑은 고딕" charset="0"/>
                <a:ea typeface="맑은 고딕" charset="0"/>
              </a:rPr>
              <a:t>만든다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9"/>
          <p:cNvSpPr txBox="1">
            <a:spLocks noGrp="1"/>
          </p:cNvSpPr>
          <p:nvPr>
            <p:ph type="title"/>
          </p:nvPr>
        </p:nvSpPr>
        <p:spPr>
          <a:xfrm>
            <a:off x="590550" y="146050"/>
            <a:ext cx="103632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 예제 1</a:t>
            </a:r>
            <a:br>
              <a:rPr lang="en-US"/>
            </a:br>
            <a:endParaRPr/>
          </a:p>
        </p:txBody>
      </p:sp>
      <p:sp>
        <p:nvSpPr>
          <p:cNvPr id="117" name="Google Shape;117;p9"/>
          <p:cNvSpPr txBox="1">
            <a:spLocks noGrp="1"/>
          </p:cNvSpPr>
          <p:nvPr>
            <p:ph type="sldNum" idx="12"/>
          </p:nvPr>
        </p:nvSpPr>
        <p:spPr>
          <a:xfrm>
            <a:off x="9482455" y="641985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118" name="Google Shape;118;p9"/>
          <p:cNvSpPr txBox="1">
            <a:spLocks noGrp="1"/>
          </p:cNvSpPr>
          <p:nvPr>
            <p:ph type="ftr" idx="11"/>
          </p:nvPr>
        </p:nvSpPr>
        <p:spPr>
          <a:xfrm>
            <a:off x="1195705" y="6393180"/>
            <a:ext cx="4146550" cy="349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9"/>
          <p:cNvSpPr/>
          <p:nvPr/>
        </p:nvSpPr>
        <p:spPr>
          <a:xfrm>
            <a:off x="254635" y="1290320"/>
            <a:ext cx="11768455" cy="347789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altLang="ko-KR" sz="2000" dirty="0"/>
              <a:t>&lt;!DOCTYPE html&gt; </a:t>
            </a:r>
          </a:p>
          <a:p>
            <a:r>
              <a:rPr lang="en-US" altLang="ko-KR" sz="2000" dirty="0"/>
              <a:t>&lt;html&gt; </a:t>
            </a:r>
          </a:p>
          <a:p>
            <a:r>
              <a:rPr lang="en-US" altLang="ko-KR" sz="2000" dirty="0"/>
              <a:t>	&lt;head&gt; </a:t>
            </a:r>
          </a:p>
          <a:p>
            <a:r>
              <a:rPr lang="en-US" altLang="ko-KR" sz="2000" dirty="0"/>
              <a:t>		&lt;meta charset="UTF-8"&gt; </a:t>
            </a:r>
          </a:p>
          <a:p>
            <a:r>
              <a:rPr lang="en-US" altLang="ko-KR" sz="2000" dirty="0"/>
              <a:t>		&lt;title&gt;</a:t>
            </a:r>
            <a:r>
              <a:rPr lang="ko-KR" altLang="en-US" sz="2000" dirty="0"/>
              <a:t>예제</a:t>
            </a:r>
            <a:r>
              <a:rPr lang="en-US" altLang="ko-KR" sz="2000" dirty="0"/>
              <a:t>1&lt;/title&gt; </a:t>
            </a:r>
          </a:p>
          <a:p>
            <a:r>
              <a:rPr lang="en-US" altLang="ko-KR" sz="2000" dirty="0"/>
              <a:t>	&lt;/head&gt; </a:t>
            </a:r>
          </a:p>
          <a:p>
            <a:r>
              <a:rPr lang="en-US" altLang="ko-KR" sz="2000" dirty="0"/>
              <a:t>	&lt;body&gt; </a:t>
            </a:r>
          </a:p>
          <a:p>
            <a:r>
              <a:rPr lang="en-US" altLang="ko-KR" sz="2000" dirty="0"/>
              <a:t>		&lt;img alt="</a:t>
            </a:r>
            <a:r>
              <a:rPr lang="ko-KR" altLang="en-US" sz="2000" dirty="0" err="1"/>
              <a:t>톰캣</a:t>
            </a:r>
            <a:r>
              <a:rPr lang="ko-KR" altLang="en-US" sz="2000" dirty="0"/>
              <a:t> 로고</a:t>
            </a:r>
            <a:r>
              <a:rPr lang="en-US" altLang="ko-KR" sz="2000" dirty="0"/>
              <a:t>" src="https://tomcat.apache.org/res/images/tomcat.png" /&gt; &lt;br&gt; </a:t>
            </a:r>
          </a:p>
          <a:p>
            <a:r>
              <a:rPr lang="en-US" altLang="ko-KR" sz="2000" dirty="0"/>
              <a:t>		&lt;a href="http://tomcat.apache.org/"&gt;</a:t>
            </a:r>
            <a:r>
              <a:rPr lang="ko-KR" altLang="en-US" sz="2000" dirty="0"/>
              <a:t>아파치 </a:t>
            </a:r>
            <a:r>
              <a:rPr lang="ko-KR" altLang="en-US" sz="2000" dirty="0" err="1"/>
              <a:t>톰캣</a:t>
            </a:r>
            <a:r>
              <a:rPr lang="ko-KR" altLang="en-US" sz="2000" dirty="0"/>
              <a:t> 서버</a:t>
            </a:r>
            <a:r>
              <a:rPr lang="en-US" altLang="ko-KR" sz="2000" dirty="0"/>
              <a:t>&lt;/a&gt; </a:t>
            </a:r>
          </a:p>
          <a:p>
            <a:r>
              <a:rPr lang="en-US" altLang="ko-KR" sz="2000" dirty="0"/>
              <a:t>	&lt;/body&gt; </a:t>
            </a:r>
          </a:p>
          <a:p>
            <a:r>
              <a:rPr lang="en-US" altLang="ko-KR" sz="2000" dirty="0"/>
              <a:t>&lt;/html&gt;</a:t>
            </a:r>
          </a:p>
        </p:txBody>
      </p:sp>
      <p:sp>
        <p:nvSpPr>
          <p:cNvPr id="120" name="텍스트 상자 12"/>
          <p:cNvSpPr txBox="1">
            <a:spLocks/>
          </p:cNvSpPr>
          <p:nvPr/>
        </p:nvSpPr>
        <p:spPr>
          <a:xfrm rot="0">
            <a:off x="2487295" y="4893310"/>
            <a:ext cx="2504440" cy="370205"/>
          </a:xfrm>
          <a:prstGeom prst="rect"/>
          <a:noFill/>
          <a:ln>
            <a:noFill/>
            <a:prstDash/>
          </a:ln>
        </p:spPr>
        <p:txBody>
          <a:bodyPr wrap="none" lIns="89535" tIns="46355" rIns="89535" bIns="46355" vert="horz" anchor="t">
            <a:spAutoFit/>
          </a:bodyPr>
          <a:lstStyle/>
          <a:p>
            <a:pPr marL="0" indent="0" algn="l" hangingPunct="1"/>
            <a:r>
              <a:rPr lang="ko-KR" sz="1800">
                <a:latin typeface="맑은 고딕" charset="0"/>
                <a:ea typeface="맑은 고딕" charset="0"/>
              </a:rPr>
              <a:t>a</a:t>
            </a:r>
            <a:r>
              <a:rPr lang="ko-KR" sz="1800">
                <a:latin typeface="맑은 고딕" charset="0"/>
                <a:ea typeface="맑은 고딕" charset="0"/>
              </a:rPr>
              <a:t>lt은 그림에 대한 설명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121" name="텍스트 상자 13"/>
          <p:cNvSpPr txBox="1">
            <a:spLocks/>
          </p:cNvSpPr>
          <p:nvPr/>
        </p:nvSpPr>
        <p:spPr>
          <a:xfrm rot="0">
            <a:off x="5342890" y="4918075"/>
            <a:ext cx="1793875" cy="370205"/>
          </a:xfrm>
          <a:prstGeom prst="rect"/>
          <a:noFill/>
          <a:ln>
            <a:noFill/>
            <a:prstDash/>
          </a:ln>
        </p:spPr>
        <p:txBody>
          <a:bodyPr wrap="none" lIns="89535" tIns="46355" rIns="89535" bIns="46355" vert="horz" anchor="t">
            <a:spAutoFit/>
          </a:bodyPr>
          <a:lstStyle/>
          <a:p>
            <a:pPr marL="0" indent="0" algn="l" hangingPunct="1"/>
            <a:r>
              <a:rPr lang="ko-KR" sz="1800">
                <a:latin typeface="맑은 고딕" charset="0"/>
                <a:ea typeface="맑은 고딕" charset="0"/>
              </a:rPr>
              <a:t>S</a:t>
            </a:r>
            <a:r>
              <a:rPr lang="ko-KR" sz="1800">
                <a:latin typeface="맑은 고딕" charset="0"/>
                <a:ea typeface="맑은 고딕" charset="0"/>
              </a:rPr>
              <a:t>rc</a:t>
            </a:r>
            <a:r>
              <a:rPr lang="ko-KR" sz="1800">
                <a:latin typeface="맑은 고딕" charset="0"/>
                <a:ea typeface="맑은 고딕" charset="0"/>
              </a:rPr>
              <a:t>은 </a:t>
            </a:r>
            <a:r>
              <a:rPr lang="ko-KR" sz="1800">
                <a:latin typeface="맑은 고딕" charset="0"/>
                <a:ea typeface="맑은 고딕" charset="0"/>
              </a:rPr>
              <a:t>절대 </a:t>
            </a:r>
            <a:r>
              <a:rPr lang="ko-KR" sz="1800">
                <a:latin typeface="맑은 고딕" charset="0"/>
                <a:ea typeface="맑은 고딕" charset="0"/>
              </a:rPr>
              <a:t>경로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122" name="텍스트 상자 14"/>
          <p:cNvSpPr txBox="1">
            <a:spLocks/>
          </p:cNvSpPr>
          <p:nvPr/>
        </p:nvSpPr>
        <p:spPr>
          <a:xfrm rot="0">
            <a:off x="5406390" y="1772285"/>
            <a:ext cx="5660390" cy="1444625"/>
          </a:xfrm>
          <a:prstGeom prst="rect"/>
          <a:noFill/>
          <a:ln>
            <a:noFill/>
            <a:prstDash/>
          </a:ln>
        </p:spPr>
        <p:txBody>
          <a:bodyPr wrap="none" lIns="89535" tIns="46355" rIns="89535" bIns="46355" vert="horz" anchor="t">
            <a:spAutoFit/>
          </a:bodyPr>
          <a:lstStyle/>
          <a:p>
            <a:pPr marL="0" indent="0" algn="l" hangingPunct="1"/>
            <a:r>
              <a:rPr lang="ko-KR" sz="1100" cap="none" i="0" b="0" strike="noStrike">
                <a:latin typeface="맑은 고딕" charset="0"/>
                <a:ea typeface="맑은 고딕" charset="0"/>
                <a:cs typeface="Arial" charset="0"/>
              </a:rPr>
              <a:t>1</a:t>
            </a:r>
            <a:r>
              <a:rPr lang="ko-KR" sz="1100" cap="none" i="0" b="0" strike="noStrike">
                <a:latin typeface="맑은 고딕" charset="0"/>
                <a:ea typeface="맑은 고딕" charset="0"/>
                <a:cs typeface="Arial" charset="0"/>
              </a:rPr>
              <a:t>)</a:t>
            </a:r>
            <a:r>
              <a:rPr lang="ko-KR" sz="1100" cap="none" i="0" b="0" strike="noStrike">
                <a:latin typeface="맑은 고딕" charset="0"/>
                <a:ea typeface="맑은 고딕" charset="0"/>
                <a:cs typeface="Arial" charset="0"/>
              </a:rPr>
              <a:t> 절대 </a:t>
            </a:r>
            <a:r>
              <a:rPr lang="ko-KR" sz="1100" cap="none" i="0" b="0" strike="noStrike">
                <a:latin typeface="맑은 고딕" charset="0"/>
                <a:ea typeface="맑은 고딕" charset="0"/>
                <a:cs typeface="Arial" charset="0"/>
              </a:rPr>
              <a:t>경로</a:t>
            </a:r>
            <a:r>
              <a:rPr lang="ko-KR" sz="1100" cap="none" i="0" b="0" strike="noStrike">
                <a:latin typeface="맑은 고딕" charset="0"/>
                <a:ea typeface="맑은 고딕" charset="0"/>
                <a:cs typeface="Arial" charset="0"/>
              </a:rPr>
              <a:t> -</a:t>
            </a:r>
            <a:r>
              <a:rPr lang="ko-KR" sz="1100" cap="none" i="0" b="0" strike="noStrike">
                <a:latin typeface="맑은 고딕" charset="0"/>
                <a:ea typeface="맑은 고딕" charset="0"/>
                <a:cs typeface="Arial" charset="0"/>
              </a:rPr>
              <a:t>&gt; </a:t>
            </a:r>
            <a:r>
              <a:rPr lang="ko-KR" sz="1100" cap="none" i="0" b="0" strike="noStrike">
                <a:latin typeface="맑은 고딕" charset="0"/>
                <a:ea typeface="맑은 고딕" charset="0"/>
                <a:cs typeface="Arial" charset="0"/>
              </a:rPr>
              <a:t>s</a:t>
            </a:r>
            <a:r>
              <a:rPr lang="ko-KR" sz="1100" cap="none" i="0" b="0" strike="noStrike">
                <a:latin typeface="맑은 고딕" charset="0"/>
                <a:ea typeface="맑은 고딕" charset="0"/>
                <a:cs typeface="Arial" charset="0"/>
              </a:rPr>
              <a:t>rc href</a:t>
            </a:r>
            <a:r>
              <a:rPr lang="ko-KR" sz="1100" cap="none" i="0" b="0" strike="noStrike">
                <a:latin typeface="맑은 고딕" charset="0"/>
                <a:ea typeface="맑은 고딕" charset="0"/>
                <a:cs typeface="Arial" charset="0"/>
              </a:rPr>
              <a:t>는 </a:t>
            </a:r>
            <a:r>
              <a:rPr lang="ko-KR" sz="1100" cap="none" i="0" b="0" strike="noStrike">
                <a:latin typeface="맑은 고딕" charset="0"/>
                <a:ea typeface="맑은 고딕" charset="0"/>
                <a:cs typeface="Arial" charset="0"/>
              </a:rPr>
              <a:t>절대경로임 </a:t>
            </a:r>
            <a:r>
              <a:rPr lang="ko-KR" sz="1100" cap="none" i="0" b="0" strike="noStrike">
                <a:latin typeface="맑은 고딕" charset="0"/>
                <a:ea typeface="맑은 고딕" charset="0"/>
                <a:cs typeface="Arial" charset="0"/>
              </a:rPr>
              <a:t>왜?</a:t>
            </a:r>
            <a:r>
              <a:rPr lang="ko-KR" sz="1100" cap="none" i="0" b="0" strike="noStrike">
                <a:latin typeface="맑은 고딕" charset="0"/>
                <a:ea typeface="맑은 고딕" charset="0"/>
                <a:cs typeface="Arial" charset="0"/>
              </a:rPr>
              <a:t> </a:t>
            </a:r>
            <a:r>
              <a:rPr lang="ko-KR" sz="1100" cap="none" i="0" b="0" strike="noStrike">
                <a:latin typeface="맑은 고딕" charset="0"/>
                <a:ea typeface="맑은 고딕" charset="0"/>
                <a:cs typeface="Arial" charset="0"/>
              </a:rPr>
              <a:t>주소를 </a:t>
            </a:r>
            <a:r>
              <a:rPr lang="ko-KR" sz="1100" cap="none" i="0" b="0" strike="noStrike">
                <a:latin typeface="맑은 고딕" charset="0"/>
                <a:ea typeface="맑은 고딕" charset="0"/>
                <a:cs typeface="Arial" charset="0"/>
              </a:rPr>
              <a:t>아에 </a:t>
            </a:r>
            <a:r>
              <a:rPr lang="ko-KR" sz="1100" cap="none" i="0" b="0" strike="noStrike">
                <a:latin typeface="맑은 고딕" charset="0"/>
                <a:ea typeface="맑은 고딕" charset="0"/>
                <a:cs typeface="Arial" charset="0"/>
              </a:rPr>
              <a:t>다 </a:t>
            </a:r>
            <a:r>
              <a:rPr lang="ko-KR" sz="1100" cap="none" i="0" b="0" strike="noStrike">
                <a:latin typeface="맑은 고딕" charset="0"/>
                <a:ea typeface="맑은 고딕" charset="0"/>
                <a:cs typeface="Arial" charset="0"/>
              </a:rPr>
              <a:t>쓰니깐</a:t>
            </a:r>
            <a:endParaRPr lang="ko-KR" altLang="en-US" sz="1100" cap="none" i="0" b="0" strike="noStrike">
              <a:latin typeface="맑은 고딕" charset="0"/>
              <a:ea typeface="맑은 고딕" charset="0"/>
              <a:cs typeface="Arial" charset="0"/>
            </a:endParaRPr>
          </a:p>
          <a:p>
            <a:pPr marL="0" indent="0" algn="l" hangingPunct="1"/>
            <a:r>
              <a:rPr lang="ko-KR" sz="1100" cap="none" i="0" b="0" strike="noStrike">
                <a:latin typeface="맑은 고딕" charset="0"/>
                <a:ea typeface="맑은 고딕" charset="0"/>
                <a:cs typeface="Arial" charset="0"/>
              </a:rPr>
              <a:t> </a:t>
            </a:r>
            <a:r>
              <a:rPr lang="ko-KR" sz="1100" cap="none" i="0" b="0" strike="noStrike">
                <a:latin typeface="맑은 고딕" charset="0"/>
                <a:ea typeface="맑은 고딕" charset="0"/>
                <a:cs typeface="Arial" charset="0"/>
              </a:rPr>
              <a:t>        	문제가 있음-&gt; </a:t>
            </a:r>
            <a:r>
              <a:rPr lang="ko-KR" sz="1100" cap="none" i="0" b="0" strike="noStrike">
                <a:latin typeface="맑은 고딕" charset="0"/>
                <a:ea typeface="맑은 고딕" charset="0"/>
                <a:cs typeface="Arial" charset="0"/>
              </a:rPr>
              <a:t>보안 </a:t>
            </a:r>
            <a:r>
              <a:rPr lang="ko-KR" sz="1100" cap="none" i="0" b="0" strike="noStrike">
                <a:latin typeface="맑은 고딕" charset="0"/>
                <a:ea typeface="맑은 고딕" charset="0"/>
                <a:cs typeface="Arial" charset="0"/>
              </a:rPr>
              <a:t>문제가 있음</a:t>
            </a:r>
            <a:endParaRPr lang="ko-KR" altLang="en-US" sz="1100" cap="none" i="0" b="0" strike="noStrike">
              <a:latin typeface="맑은 고딕" charset="0"/>
              <a:ea typeface="맑은 고딕" charset="0"/>
              <a:cs typeface="Arial" charset="0"/>
            </a:endParaRPr>
          </a:p>
          <a:p>
            <a:pPr marL="0" indent="0" algn="l" hangingPunct="1"/>
            <a:endParaRPr lang="ko-KR" altLang="en-US" sz="1100" cap="none" i="0" b="0" strike="noStrike">
              <a:latin typeface="맑은 고딕" charset="0"/>
              <a:ea typeface="맑은 고딕" charset="0"/>
              <a:cs typeface="Arial" charset="0"/>
            </a:endParaRPr>
          </a:p>
          <a:p>
            <a:pPr marL="0" indent="0" algn="l" hangingPunct="1"/>
            <a:r>
              <a:rPr lang="ko-KR" sz="1100" cap="none" i="0" b="0" strike="noStrike">
                <a:latin typeface="맑은 고딕" charset="0"/>
                <a:ea typeface="맑은 고딕" charset="0"/>
                <a:cs typeface="Arial" charset="0"/>
              </a:rPr>
              <a:t>2) 상대 경로</a:t>
            </a:r>
            <a:r>
              <a:rPr lang="ko-KR" sz="1100" cap="none" i="0" b="0" strike="noStrike">
                <a:latin typeface="맑은 고딕" charset="0"/>
                <a:ea typeface="맑은 고딕" charset="0"/>
                <a:cs typeface="Arial" charset="0"/>
              </a:rPr>
              <a:t> -</a:t>
            </a:r>
            <a:r>
              <a:rPr lang="ko-KR" sz="1100" cap="none" i="0" b="0" strike="noStrike">
                <a:latin typeface="맑은 고딕" charset="0"/>
                <a:ea typeface="맑은 고딕" charset="0"/>
                <a:cs typeface="Arial" charset="0"/>
              </a:rPr>
              <a:t>&gt; </a:t>
            </a:r>
            <a:r>
              <a:rPr lang="ko-KR" sz="1100" cap="none" i="0" b="0" strike="noStrike">
                <a:latin typeface="맑은 고딕" charset="0"/>
                <a:ea typeface="맑은 고딕" charset="0"/>
                <a:cs typeface="Arial" charset="0"/>
              </a:rPr>
              <a:t>.</a:t>
            </a:r>
            <a:r>
              <a:rPr lang="ko-KR" sz="1100" cap="none" i="0" b="0" strike="noStrike">
                <a:latin typeface="맑은 고딕" charset="0"/>
                <a:ea typeface="맑은 고딕" charset="0"/>
                <a:cs typeface="Arial" charset="0"/>
              </a:rPr>
              <a:t>./../insert.jsp </a:t>
            </a:r>
            <a:r>
              <a:rPr lang="ko-KR" sz="1100" cap="none" i="0" b="0" strike="noStrike">
                <a:latin typeface="맑은 고딕" charset="0"/>
                <a:ea typeface="맑은 고딕" charset="0"/>
                <a:cs typeface="Arial" charset="0"/>
              </a:rPr>
              <a:t>이런식임 </a:t>
            </a:r>
            <a:r>
              <a:rPr lang="ko-KR" sz="1100" cap="none" i="0" b="0" strike="noStrike">
                <a:latin typeface="맑은 고딕" charset="0"/>
                <a:ea typeface="맑은 고딕" charset="0"/>
                <a:cs typeface="Arial" charset="0"/>
              </a:rPr>
              <a:t>  </a:t>
            </a:r>
            <a:r>
              <a:rPr lang="ko-KR" sz="1100" cap="none" i="0" b="0" strike="noStrike">
                <a:latin typeface="맑은 고딕" charset="0"/>
                <a:ea typeface="맑은 고딕" charset="0"/>
                <a:cs typeface="Arial" charset="0"/>
              </a:rPr>
              <a:t>‘</a:t>
            </a:r>
            <a:r>
              <a:rPr lang="ko-KR" sz="1100" cap="none" i="0" b="0" strike="noStrike">
                <a:latin typeface="맑은 고딕" charset="0"/>
                <a:ea typeface="맑은 고딕" charset="0"/>
                <a:cs typeface="Arial" charset="0"/>
              </a:rPr>
              <a:t>..</a:t>
            </a:r>
            <a:r>
              <a:rPr lang="ko-KR" sz="1100" cap="none" i="0" b="0" strike="noStrike">
                <a:latin typeface="맑은 고딕" charset="0"/>
                <a:ea typeface="맑은 고딕" charset="0"/>
                <a:cs typeface="Arial" charset="0"/>
              </a:rPr>
              <a:t>’이건 </a:t>
            </a:r>
            <a:r>
              <a:rPr lang="ko-KR" sz="1100" cap="none" i="0" b="0" strike="noStrike">
                <a:latin typeface="맑은 고딕" charset="0"/>
                <a:ea typeface="맑은 고딕" charset="0"/>
                <a:cs typeface="Arial" charset="0"/>
              </a:rPr>
              <a:t>뭘까</a:t>
            </a:r>
            <a:r>
              <a:rPr lang="ko-KR" sz="1100" cap="none" i="0" b="0" strike="noStrike">
                <a:latin typeface="맑은 고딕" charset="0"/>
                <a:ea typeface="맑은 고딕" charset="0"/>
                <a:cs typeface="Arial" charset="0"/>
              </a:rPr>
              <a:t>-</a:t>
            </a:r>
            <a:r>
              <a:rPr lang="ko-KR" sz="1100" cap="none" i="0" b="0" strike="noStrike">
                <a:latin typeface="맑은 고딕" charset="0"/>
                <a:ea typeface="맑은 고딕" charset="0"/>
                <a:cs typeface="Arial" charset="0"/>
              </a:rPr>
              <a:t>&gt; </a:t>
            </a:r>
            <a:r>
              <a:rPr lang="ko-KR" sz="1100" cap="none" i="0" b="0" strike="noStrike">
                <a:latin typeface="맑은 고딕" charset="0"/>
                <a:ea typeface="맑은 고딕" charset="0"/>
                <a:cs typeface="Arial" charset="0"/>
              </a:rPr>
              <a:t>디렉토리 </a:t>
            </a:r>
            <a:r>
              <a:rPr lang="ko-KR" sz="1100" cap="none" i="0" b="0" strike="noStrike">
                <a:latin typeface="맑은 고딕" charset="0"/>
                <a:ea typeface="맑은 고딕" charset="0"/>
                <a:cs typeface="Arial" charset="0"/>
              </a:rPr>
              <a:t>경로임 리눅스</a:t>
            </a:r>
            <a:r>
              <a:rPr lang="ko-KR" sz="1100" cap="none" i="0" b="0" strike="noStrike">
                <a:latin typeface="맑은 고딕" charset="0"/>
                <a:ea typeface="맑은 고딕" charset="0"/>
                <a:cs typeface="Arial" charset="0"/>
              </a:rPr>
              <a:t>때</a:t>
            </a:r>
            <a:r>
              <a:rPr lang="ko-KR" sz="1100" cap="none" i="0" b="0" strike="noStrike">
                <a:latin typeface="맑은 고딕" charset="0"/>
                <a:ea typeface="맑은 고딕" charset="0"/>
                <a:cs typeface="Arial" charset="0"/>
              </a:rPr>
              <a:t> 알지</a:t>
            </a:r>
            <a:endParaRPr lang="ko-KR" altLang="en-US" sz="1100" cap="none" i="0" b="0" strike="noStrike">
              <a:latin typeface="맑은 고딕" charset="0"/>
              <a:ea typeface="맑은 고딕" charset="0"/>
              <a:cs typeface="Arial" charset="0"/>
            </a:endParaRPr>
          </a:p>
          <a:p>
            <a:pPr marL="0" indent="0" algn="l" hangingPunct="1"/>
            <a:endParaRPr lang="ko-KR" altLang="en-US" sz="1100" cap="none" i="0" b="0" strike="noStrike">
              <a:latin typeface="맑은 고딕" charset="0"/>
              <a:ea typeface="맑은 고딕" charset="0"/>
              <a:cs typeface="Arial" charset="0"/>
            </a:endParaRPr>
          </a:p>
          <a:p>
            <a:pPr marL="0" indent="0" algn="l" hangingPunct="1"/>
            <a:r>
              <a:rPr lang="ko-KR" sz="1100" cap="none" i="0" b="0" strike="noStrike">
                <a:latin typeface="맑은 고딕" charset="0"/>
                <a:ea typeface="맑은 고딕" charset="0"/>
                <a:cs typeface="Arial" charset="0"/>
              </a:rPr>
              <a:t>3) </a:t>
            </a:r>
            <a:r>
              <a:rPr lang="ko-KR" sz="1100" cap="none" i="0" b="0" strike="noStrike">
                <a:latin typeface="맑은 고딕" charset="0"/>
                <a:ea typeface="맑은 고딕" charset="0"/>
                <a:cs typeface="Arial" charset="0"/>
              </a:rPr>
              <a:t>언어 </a:t>
            </a:r>
            <a:r>
              <a:rPr lang="ko-KR" sz="1100" cap="none" i="0" b="0" strike="noStrike">
                <a:latin typeface="맑은 고딕" charset="0"/>
                <a:ea typeface="맑은 고딕" charset="0"/>
                <a:cs typeface="Arial" charset="0"/>
              </a:rPr>
              <a:t>타입 </a:t>
            </a:r>
            <a:r>
              <a:rPr lang="ko-KR" sz="1100" cap="none" i="0" b="0" strike="noStrike">
                <a:latin typeface="맑은 고딕" charset="0"/>
                <a:ea typeface="맑은 고딕" charset="0"/>
                <a:cs typeface="Arial" charset="0"/>
              </a:rPr>
              <a:t>-</a:t>
            </a:r>
            <a:r>
              <a:rPr lang="ko-KR" sz="1100" cap="none" i="0" b="0" strike="noStrike">
                <a:latin typeface="맑은 고딕" charset="0"/>
                <a:ea typeface="맑은 고딕" charset="0"/>
                <a:cs typeface="Arial" charset="0"/>
              </a:rPr>
              <a:t>&gt;</a:t>
            </a:r>
            <a:r>
              <a:rPr lang="ko-KR" sz="1100" cap="none" i="0" b="0" strike="noStrike">
                <a:latin typeface="맑은 고딕" charset="0"/>
                <a:ea typeface="맑은 고딕" charset="0"/>
                <a:cs typeface="Arial" charset="0"/>
              </a:rPr>
              <a:t> e</a:t>
            </a:r>
            <a:r>
              <a:rPr lang="ko-KR" sz="1100" cap="none" i="0" b="0" strike="noStrike">
                <a:latin typeface="맑은 고딕" charset="0"/>
                <a:ea typeface="맑은 고딕" charset="0"/>
                <a:cs typeface="Arial" charset="0"/>
              </a:rPr>
              <a:t>uc-kr </a:t>
            </a:r>
            <a:r>
              <a:rPr lang="ko-KR" sz="1100" cap="none" i="0" b="0" strike="noStrike">
                <a:latin typeface="맑은 고딕" charset="0"/>
                <a:ea typeface="맑은 고딕" charset="0"/>
                <a:cs typeface="Arial" charset="0"/>
              </a:rPr>
              <a:t>-</a:t>
            </a:r>
            <a:r>
              <a:rPr lang="ko-KR" sz="1100" cap="none" i="0" b="0" strike="noStrike">
                <a:latin typeface="맑은 고딕" charset="0"/>
                <a:ea typeface="맑은 고딕" charset="0"/>
                <a:cs typeface="Arial" charset="0"/>
              </a:rPr>
              <a:t>&gt; </a:t>
            </a:r>
            <a:r>
              <a:rPr lang="ko-KR" sz="1100" cap="none" i="0" b="0" strike="noStrike">
                <a:latin typeface="맑은 고딕" charset="0"/>
                <a:ea typeface="맑은 고딕" charset="0"/>
                <a:cs typeface="Arial" charset="0"/>
              </a:rPr>
              <a:t>한글</a:t>
            </a:r>
            <a:endParaRPr lang="ko-KR" altLang="en-US" sz="1100" cap="none" i="0" b="0" strike="noStrike">
              <a:latin typeface="맑은 고딕" charset="0"/>
              <a:ea typeface="맑은 고딕" charset="0"/>
              <a:cs typeface="Arial" charset="0"/>
            </a:endParaRPr>
          </a:p>
          <a:p>
            <a:pPr marL="0" indent="0" algn="l" hangingPunct="1"/>
            <a:r>
              <a:rPr lang="ko-KR" sz="1100" cap="none" i="0" b="0" strike="noStrike">
                <a:latin typeface="맑은 고딕" charset="0"/>
                <a:ea typeface="맑은 고딕" charset="0"/>
                <a:cs typeface="Arial" charset="0"/>
              </a:rPr>
              <a:t>	</a:t>
            </a:r>
            <a:r>
              <a:rPr lang="ko-KR" sz="1100" cap="none" i="0" b="0" strike="noStrike">
                <a:latin typeface="맑은 고딕" charset="0"/>
                <a:ea typeface="맑은 고딕" charset="0"/>
                <a:cs typeface="Arial" charset="0"/>
              </a:rPr>
              <a:t> </a:t>
            </a:r>
            <a:r>
              <a:rPr lang="ko-KR" sz="1100" cap="none" i="0" b="0" strike="noStrike">
                <a:latin typeface="맑은 고딕" charset="0"/>
                <a:ea typeface="맑은 고딕" charset="0"/>
                <a:cs typeface="Arial" charset="0"/>
              </a:rPr>
              <a:t> </a:t>
            </a:r>
            <a:r>
              <a:rPr lang="ko-KR" sz="1100" cap="none" i="0" b="0" strike="noStrike">
                <a:latin typeface="맑은 고딕" charset="0"/>
                <a:ea typeface="맑은 고딕" charset="0"/>
                <a:cs typeface="Arial" charset="0"/>
              </a:rPr>
              <a:t>U</a:t>
            </a:r>
            <a:r>
              <a:rPr lang="ko-KR" sz="1100" cap="none" i="0" b="0" strike="noStrike">
                <a:latin typeface="맑은 고딕" charset="0"/>
                <a:ea typeface="맑은 고딕" charset="0"/>
                <a:cs typeface="Arial" charset="0"/>
              </a:rPr>
              <a:t>TF-</a:t>
            </a:r>
            <a:r>
              <a:rPr lang="ko-KR" sz="1100" cap="none" i="0" b="0" strike="noStrike">
                <a:latin typeface="맑은 고딕" charset="0"/>
                <a:ea typeface="맑은 고딕" charset="0"/>
                <a:cs typeface="Arial" charset="0"/>
              </a:rPr>
              <a:t>8</a:t>
            </a:r>
            <a:r>
              <a:rPr lang="ko-KR" sz="1100" cap="none" i="0" b="0" strike="noStrike">
                <a:latin typeface="맑은 고딕" charset="0"/>
                <a:ea typeface="맑은 고딕" charset="0"/>
                <a:cs typeface="Arial" charset="0"/>
              </a:rPr>
              <a:t>  </a:t>
            </a:r>
            <a:r>
              <a:rPr lang="ko-KR" sz="1100" cap="none" i="0" b="0" strike="noStrike">
                <a:latin typeface="맑은 고딕" charset="0"/>
                <a:ea typeface="맑은 고딕" charset="0"/>
                <a:cs typeface="Arial" charset="0"/>
              </a:rPr>
              <a:t>-</a:t>
            </a:r>
            <a:r>
              <a:rPr lang="ko-KR" sz="1100" cap="none" i="0" b="0" strike="noStrike">
                <a:latin typeface="맑은 고딕" charset="0"/>
                <a:ea typeface="맑은 고딕" charset="0"/>
                <a:cs typeface="Arial" charset="0"/>
              </a:rPr>
              <a:t>&gt; 모든 언어</a:t>
            </a:r>
            <a:endParaRPr lang="ko-KR" altLang="en-US" sz="1100" cap="none" i="0" b="0" strike="noStrike">
              <a:latin typeface="맑은 고딕" charset="0"/>
              <a:ea typeface="맑은 고딕" charset="0"/>
              <a:cs typeface="Arial" charset="0"/>
            </a:endParaRPr>
          </a:p>
          <a:p>
            <a:pPr marL="0" indent="0" algn="l" hangingPunct="1"/>
            <a:r>
              <a:rPr lang="ko-KR" sz="1100" cap="none" i="0" b="0" strike="noStrike">
                <a:latin typeface="맑은 고딕" charset="0"/>
                <a:ea typeface="맑은 고딕" charset="0"/>
                <a:cs typeface="Arial" charset="0"/>
              </a:rPr>
              <a:t> </a:t>
            </a:r>
            <a:r>
              <a:rPr lang="ko-KR" sz="1100" cap="none" i="0" b="0" strike="noStrike">
                <a:latin typeface="맑은 고딕" charset="0"/>
                <a:ea typeface="맑은 고딕" charset="0"/>
                <a:cs typeface="Arial" charset="0"/>
              </a:rPr>
              <a:t>             </a:t>
            </a:r>
            <a:endParaRPr lang="ko-KR" altLang="en-US" sz="1100"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6D6938-C0E0-9A7F-A5BA-678A59622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 </a:t>
            </a:r>
            <a:r>
              <a:rPr lang="en-US" altLang="ko-KR" dirty="0"/>
              <a:t>1 </a:t>
            </a:r>
            <a:r>
              <a:rPr lang="ko-KR" altLang="en-US" dirty="0"/>
              <a:t>코드 분석 </a:t>
            </a:r>
            <a:r>
              <a:rPr lang="en-US" altLang="ko-KR" dirty="0"/>
              <a:t>(1)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C2CBCE5-43B5-ADFE-9F82-495A7360C8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ko-KR" dirty="0"/>
              <a:t>&lt;!DOCTYPE html&gt; </a:t>
            </a:r>
          </a:p>
          <a:p>
            <a:pPr lvl="1"/>
            <a:r>
              <a:rPr lang="en-US" altLang="ko-KR" dirty="0"/>
              <a:t>HTML5 </a:t>
            </a:r>
            <a:r>
              <a:rPr lang="ko-KR" altLang="en-US" dirty="0"/>
              <a:t>문서 형식 선언 </a:t>
            </a:r>
          </a:p>
          <a:p>
            <a:r>
              <a:rPr lang="en-US" altLang="ko-KR" dirty="0"/>
              <a:t>&lt;html&gt; </a:t>
            </a:r>
          </a:p>
          <a:p>
            <a:pPr lvl="1"/>
            <a:r>
              <a:rPr lang="en-US" altLang="ko-KR" dirty="0"/>
              <a:t>HTML </a:t>
            </a:r>
            <a:r>
              <a:rPr lang="ko-KR" altLang="en-US" dirty="0"/>
              <a:t>문서의 시작 </a:t>
            </a:r>
          </a:p>
          <a:p>
            <a:r>
              <a:rPr lang="en-US" altLang="ko-KR" dirty="0"/>
              <a:t>&lt;head&gt; </a:t>
            </a:r>
          </a:p>
          <a:p>
            <a:pPr lvl="1"/>
            <a:r>
              <a:rPr lang="ko-KR" altLang="en-US" dirty="0"/>
              <a:t>문서의 메타데이터 정보 포함 </a:t>
            </a:r>
          </a:p>
          <a:p>
            <a:r>
              <a:rPr lang="en-US" altLang="ko-KR" dirty="0"/>
              <a:t>&lt;meta charset="UTF-8"&gt; </a:t>
            </a:r>
          </a:p>
          <a:p>
            <a:pPr lvl="1"/>
            <a:r>
              <a:rPr lang="ko-KR" altLang="en-US" dirty="0"/>
              <a:t>문자 인코딩을 </a:t>
            </a:r>
            <a:r>
              <a:rPr lang="en-US" altLang="ko-KR" dirty="0"/>
              <a:t>UTF-8</a:t>
            </a:r>
            <a:r>
              <a:rPr lang="ko-KR" altLang="en-US" dirty="0"/>
              <a:t>로 설정 </a:t>
            </a:r>
            <a:r>
              <a:rPr lang="en-US" altLang="ko-KR" dirty="0"/>
              <a:t>(</a:t>
            </a:r>
            <a:r>
              <a:rPr lang="ko-KR" altLang="en-US" dirty="0"/>
              <a:t>한글 및 다양한 언어 지원</a:t>
            </a:r>
            <a:r>
              <a:rPr lang="en-US" altLang="ko-KR" dirty="0"/>
              <a:t>) </a:t>
            </a:r>
          </a:p>
          <a:p>
            <a:r>
              <a:rPr lang="en-US" altLang="ko-KR" dirty="0"/>
              <a:t>&lt;title&gt;</a:t>
            </a:r>
            <a:r>
              <a:rPr lang="ko-KR" altLang="en-US" dirty="0"/>
              <a:t>예제</a:t>
            </a:r>
            <a:r>
              <a:rPr lang="en-US" altLang="ko-KR" dirty="0"/>
              <a:t>1&lt;/title&gt; </a:t>
            </a:r>
          </a:p>
          <a:p>
            <a:pPr lvl="1"/>
            <a:r>
              <a:rPr lang="ko-KR" altLang="en-US" dirty="0"/>
              <a:t>웹 브라우저 탭에 표시될 제목 설정 </a:t>
            </a:r>
          </a:p>
          <a:p>
            <a:r>
              <a:rPr lang="en-US" altLang="ko-KR" dirty="0"/>
              <a:t>&lt;/head&gt; </a:t>
            </a:r>
          </a:p>
          <a:p>
            <a:pPr lvl="1"/>
            <a:r>
              <a:rPr lang="ko-KR" altLang="en-US" dirty="0"/>
              <a:t>헤드 영역 닫기 </a:t>
            </a:r>
          </a:p>
          <a:p>
            <a:r>
              <a:rPr lang="en-US" altLang="ko-KR" dirty="0"/>
              <a:t>&lt;body&gt; </a:t>
            </a:r>
          </a:p>
          <a:p>
            <a:pPr lvl="1"/>
            <a:r>
              <a:rPr lang="ko-KR" altLang="en-US" dirty="0"/>
              <a:t>본문 내용 표시 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2313BB-6DC4-E01F-FE8E-5CEC4052300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3835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>
          <a:extLst>
            <a:ext uri="{FF2B5EF4-FFF2-40B4-BE49-F238E27FC236}">
              <a16:creationId xmlns:a16="http://schemas.microsoft.com/office/drawing/2014/main" id="{5836206F-F367-7429-BEAC-E35C19D9C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DF7F68-C363-C083-CA2D-980A39DDD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146050"/>
            <a:ext cx="10363835" cy="762635"/>
          </a:xfrm>
        </p:spPr>
        <p:txBody>
          <a:bodyPr/>
          <a:lstStyle/>
          <a:p>
            <a:r>
              <a:rPr lang="ko-KR" altLang="en-US" dirty="0"/>
              <a:t>예제 </a:t>
            </a:r>
            <a:r>
              <a:rPr lang="en-US" altLang="ko-KR" dirty="0"/>
              <a:t>1 </a:t>
            </a:r>
            <a:r>
              <a:rPr lang="ko-KR" altLang="en-US" dirty="0"/>
              <a:t>코드 분석 </a:t>
            </a:r>
            <a:r>
              <a:rPr lang="en-US" altLang="ko-KR"/>
              <a:t>(2)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D068402-8B09-A067-5545-D3FE425783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2455" y="1152525"/>
            <a:ext cx="10363835" cy="5020310"/>
          </a:xfrm>
        </p:spPr>
        <p:txBody>
          <a:bodyPr>
            <a:normAutofit fontScale="92500" lnSpcReduction="20000"/>
          </a:bodyPr>
          <a:lstStyle/>
          <a:p>
            <a:r>
              <a:rPr lang="en-US" altLang="ko-KR" dirty="0"/>
              <a:t>&lt;img&gt; </a:t>
            </a:r>
          </a:p>
          <a:p>
            <a:pPr lvl="1"/>
            <a:r>
              <a:rPr lang="ko-KR" altLang="en-US" dirty="0"/>
              <a:t>이미지를 표시 </a:t>
            </a:r>
          </a:p>
          <a:p>
            <a:pPr lvl="1"/>
            <a:r>
              <a:rPr lang="en-US" altLang="ko-KR" dirty="0"/>
              <a:t>alt="</a:t>
            </a:r>
            <a:r>
              <a:rPr lang="ko-KR" altLang="en-US" dirty="0" err="1"/>
              <a:t>톰캣</a:t>
            </a:r>
            <a:r>
              <a:rPr lang="ko-KR" altLang="en-US" dirty="0"/>
              <a:t> 로고</a:t>
            </a:r>
            <a:r>
              <a:rPr lang="en-US" altLang="ko-KR" dirty="0"/>
              <a:t>" → </a:t>
            </a:r>
            <a:r>
              <a:rPr lang="ko-KR" altLang="en-US" dirty="0"/>
              <a:t>이미지가 표시되지 않을 때 대체 텍스트 </a:t>
            </a:r>
          </a:p>
          <a:p>
            <a:pPr lvl="1"/>
            <a:r>
              <a:rPr lang="en-US" altLang="ko-KR" dirty="0"/>
              <a:t>src="&lt;https://tomcat.apache.org/res/images/tomcat.png&gt;" → </a:t>
            </a:r>
            <a:r>
              <a:rPr lang="ko-KR" altLang="en-US" dirty="0"/>
              <a:t>이미지 경로 지정 </a:t>
            </a:r>
          </a:p>
          <a:p>
            <a:r>
              <a:rPr lang="en-US" altLang="ko-KR" dirty="0"/>
              <a:t>&lt;br&gt; </a:t>
            </a:r>
          </a:p>
          <a:p>
            <a:pPr lvl="1"/>
            <a:r>
              <a:rPr lang="ko-KR" altLang="en-US" dirty="0"/>
              <a:t>줄 바꿈 </a:t>
            </a:r>
            <a:r>
              <a:rPr lang="en-US" altLang="ko-KR" dirty="0"/>
              <a:t>(</a:t>
            </a:r>
            <a:r>
              <a:rPr lang="ko-KR" altLang="en-US" dirty="0"/>
              <a:t>이미지와 링크 사이 간격 조정</a:t>
            </a:r>
            <a:r>
              <a:rPr lang="en-US" altLang="ko-KR" dirty="0"/>
              <a:t>) </a:t>
            </a:r>
          </a:p>
          <a:p>
            <a:r>
              <a:rPr lang="en-US" altLang="ko-KR" dirty="0"/>
              <a:t>&lt;a&gt; </a:t>
            </a:r>
          </a:p>
          <a:p>
            <a:pPr lvl="1"/>
            <a:r>
              <a:rPr lang="ko-KR" altLang="en-US" dirty="0"/>
              <a:t>하이퍼링크 생성 </a:t>
            </a:r>
          </a:p>
          <a:p>
            <a:pPr lvl="1"/>
            <a:r>
              <a:rPr lang="en-US" altLang="ko-KR" dirty="0"/>
              <a:t>href="&lt;http://tomcat.apache.org/&gt;" → </a:t>
            </a:r>
            <a:r>
              <a:rPr lang="ko-KR" altLang="en-US" dirty="0"/>
              <a:t>클릭 시 </a:t>
            </a:r>
            <a:r>
              <a:rPr lang="ko-KR" altLang="en-US" dirty="0" err="1"/>
              <a:t>톰캣</a:t>
            </a:r>
            <a:r>
              <a:rPr lang="ko-KR" altLang="en-US" dirty="0"/>
              <a:t> 공식 사이트로 이동 </a:t>
            </a:r>
          </a:p>
          <a:p>
            <a:pPr lvl="1"/>
            <a:r>
              <a:rPr lang="en-US" altLang="ko-KR" dirty="0"/>
              <a:t>"</a:t>
            </a:r>
            <a:r>
              <a:rPr lang="ko-KR" altLang="en-US" dirty="0"/>
              <a:t>아파치 </a:t>
            </a:r>
            <a:r>
              <a:rPr lang="ko-KR" altLang="en-US" dirty="0" err="1"/>
              <a:t>톰캣</a:t>
            </a:r>
            <a:r>
              <a:rPr lang="ko-KR" altLang="en-US" dirty="0"/>
              <a:t> 서버</a:t>
            </a:r>
            <a:r>
              <a:rPr lang="en-US" altLang="ko-KR" dirty="0"/>
              <a:t>" → </a:t>
            </a:r>
            <a:r>
              <a:rPr lang="ko-KR" altLang="en-US" dirty="0"/>
              <a:t>링크로 표시될 텍스트 </a:t>
            </a:r>
          </a:p>
          <a:p>
            <a:r>
              <a:rPr lang="en-US" altLang="ko-KR" dirty="0"/>
              <a:t>&lt;/body&gt; </a:t>
            </a:r>
          </a:p>
          <a:p>
            <a:pPr lvl="1"/>
            <a:r>
              <a:rPr lang="ko-KR" altLang="en-US" dirty="0"/>
              <a:t>본문 영역 닫기 </a:t>
            </a:r>
          </a:p>
          <a:p>
            <a:r>
              <a:rPr lang="en-US" altLang="ko-KR" dirty="0"/>
              <a:t>&lt;/html&gt; </a:t>
            </a:r>
          </a:p>
          <a:p>
            <a:pPr lvl="1"/>
            <a:r>
              <a:rPr lang="en-US" altLang="ko-KR" dirty="0"/>
              <a:t>HTML </a:t>
            </a:r>
            <a:r>
              <a:rPr lang="ko-KR" altLang="en-US" dirty="0"/>
              <a:t>문서 종료 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19FA956-7440-40DE-F649-68F4E0F51CF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482455" y="6419850"/>
            <a:ext cx="2540635" cy="30543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p:sp>
        <p:nvSpPr>
          <p:cNvPr id="5" name="텍스트 상자 22"/>
          <p:cNvSpPr txBox="1">
            <a:spLocks/>
          </p:cNvSpPr>
          <p:nvPr/>
        </p:nvSpPr>
        <p:spPr>
          <a:xfrm rot="0">
            <a:off x="7934325" y="1804670"/>
            <a:ext cx="2610485" cy="370205"/>
          </a:xfrm>
          <a:prstGeom prst="rect"/>
          <a:noFill/>
          <a:ln>
            <a:noFill/>
            <a:prstDash/>
          </a:ln>
        </p:spPr>
        <p:txBody>
          <a:bodyPr wrap="none" lIns="89535" tIns="46355" rIns="89535" bIns="46355" vert="horz" anchor="t">
            <a:spAutoFit/>
          </a:bodyPr>
          <a:lstStyle/>
          <a:p>
            <a:pPr marL="0" indent="0" algn="l" hangingPunct="1"/>
            <a:r>
              <a:rPr sz="1800">
                <a:latin typeface="맑은 고딕" charset="0"/>
                <a:ea typeface="맑은 고딕" charset="0"/>
              </a:rPr>
              <a:t>경로 </a:t>
            </a:r>
            <a:r>
              <a:rPr sz="1800">
                <a:latin typeface="맑은 고딕" charset="0"/>
                <a:ea typeface="맑은 고딕" charset="0"/>
              </a:rPr>
              <a:t>틀리면 </a:t>
            </a:r>
            <a:r>
              <a:rPr lang="ko-KR" sz="1800">
                <a:latin typeface="맑은 고딕" charset="0"/>
                <a:ea typeface="맑은 고딕" charset="0"/>
              </a:rPr>
              <a:t>-</a:t>
            </a:r>
            <a:r>
              <a:rPr lang="ko-KR" sz="1800">
                <a:latin typeface="맑은 고딕" charset="0"/>
                <a:ea typeface="맑은 고딕" charset="0"/>
              </a:rPr>
              <a:t>&gt; </a:t>
            </a:r>
            <a:r>
              <a:rPr lang="ko-KR" sz="1800">
                <a:latin typeface="맑은 고딕" charset="0"/>
                <a:ea typeface="맑은 고딕" charset="0"/>
              </a:rPr>
              <a:t>al</a:t>
            </a:r>
            <a:r>
              <a:rPr lang="ko-KR" sz="1800">
                <a:latin typeface="맑은 고딕" charset="0"/>
                <a:ea typeface="맑은 고딕" charset="0"/>
              </a:rPr>
              <a:t>t값 뜸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25402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0"/>
          <p:cNvSpPr txBox="1">
            <a:spLocks noGrp="1"/>
          </p:cNvSpPr>
          <p:nvPr>
            <p:ph type="title"/>
          </p:nvPr>
        </p:nvSpPr>
        <p:spPr>
          <a:xfrm>
            <a:off x="590550" y="146050"/>
            <a:ext cx="103632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 에서 문단 태그</a:t>
            </a:r>
            <a:endParaRPr/>
          </a:p>
        </p:txBody>
      </p:sp>
      <p:sp>
        <p:nvSpPr>
          <p:cNvPr id="125" name="Google Shape;125;p10"/>
          <p:cNvSpPr txBox="1">
            <a:spLocks noGrp="1"/>
          </p:cNvSpPr>
          <p:nvPr>
            <p:ph type="body" idx="1"/>
          </p:nvPr>
        </p:nvSpPr>
        <p:spPr>
          <a:xfrm>
            <a:off x="592455" y="1152525"/>
            <a:ext cx="10363835" cy="502031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342900" indent="-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■"/>
            </a:pPr>
            <a:r>
              <a:rPr lang="en-US"/>
              <a:t>문단 태그</a:t>
            </a:r>
            <a:endParaRPr lang="ko-KR" altLang="en-US"/>
          </a:p>
          <a:p>
            <a:pPr marL="742950" indent="-285750" rtl="0" algn="l" lvl="1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/>
              <a:buChar char="⬥"/>
            </a:pPr>
            <a:r>
              <a:rPr lang="en-US"/>
              <a:t>&lt;p&gt;문단&lt;/p&gt;</a:t>
            </a:r>
            <a:endParaRPr lang="ko-KR" altLang="en-US"/>
          </a:p>
          <a:p>
            <a:pPr marL="1143000" indent="-228600" rtl="0" algn="l" lvl="2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/>
              <a:buChar char="–"/>
            </a:pPr>
            <a:r>
              <a:rPr lang="en-US"/>
              <a:t>P는 paragraph의 약자</a:t>
            </a:r>
            <a:endParaRPr lang="ko-KR" altLang="en-US"/>
          </a:p>
          <a:p>
            <a:pPr marL="1143000" indent="-228600" rtl="0" algn="l" lvl="2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/>
              <a:buChar char="–"/>
            </a:pPr>
            <a:r>
              <a:rPr lang="en-US"/>
              <a:t>문단을 구분할 때 사용함</a:t>
            </a:r>
            <a:endParaRPr lang="ko-KR" altLang="en-US"/>
          </a:p>
          <a:p>
            <a:pPr marL="1143000" indent="-228600" rtl="0" algn="l" lvl="2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/>
              <a:buChar char="–"/>
            </a:pPr>
            <a:r>
              <a:rPr lang="en-US"/>
              <a:t>문단과 문단 사이에 공백라인이 들어감</a:t>
            </a:r>
            <a:endParaRPr lang="ko-KR" altLang="en-US"/>
          </a:p>
          <a:p>
            <a:pPr marL="1143000" indent="-114300" rtl="0" algn="l" lvl="2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/>
          </a:p>
        </p:txBody>
      </p:sp>
      <p:sp>
        <p:nvSpPr>
          <p:cNvPr id="126" name="Google Shape;126;p10"/>
          <p:cNvSpPr txBox="1">
            <a:spLocks noGrp="1"/>
          </p:cNvSpPr>
          <p:nvPr>
            <p:ph type="sldNum" idx="12"/>
          </p:nvPr>
        </p:nvSpPr>
        <p:spPr>
          <a:xfrm>
            <a:off x="9482455" y="641985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127" name="Google Shape;127;p10"/>
          <p:cNvSpPr txBox="1">
            <a:spLocks noGrp="1"/>
          </p:cNvSpPr>
          <p:nvPr>
            <p:ph type="ftr" idx="11"/>
          </p:nvPr>
        </p:nvSpPr>
        <p:spPr>
          <a:xfrm>
            <a:off x="1195705" y="6393180"/>
            <a:ext cx="4146550" cy="349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10"/>
          <p:cNvSpPr>
            <a:spLocks/>
          </p:cNvSpPr>
          <p:nvPr/>
        </p:nvSpPr>
        <p:spPr>
          <a:xfrm rot="0">
            <a:off x="484505" y="3306445"/>
            <a:ext cx="11481435" cy="2825115"/>
          </a:xfrm>
          <a:prstGeom prst="rect"/>
          <a:noFill/>
          <a:ln w="9525" cap="flat" cmpd="sng">
            <a:solidFill>
              <a:schemeClr val="dk1">
                <a:alpha val="100000"/>
              </a:schemeClr>
            </a:solidFill>
            <a:prstDash val="solid"/>
            <a:round/>
          </a:ln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sz="1200">
                <a:solidFill>
                  <a:schemeClr val="dk1"/>
                </a:solidFill>
                <a:latin typeface="Tahoma" charset="0"/>
                <a:ea typeface="Tahoma" charset="0"/>
                <a:cs typeface="Tahoma" charset="0"/>
              </a:rPr>
              <a:t>&lt;!DOCTYPE html&gt;</a:t>
            </a:r>
            <a:endParaRPr lang="ko-KR" altLang="en-US" sz="1200">
              <a:solidFill>
                <a:schemeClr val="dk1"/>
              </a:solidFill>
              <a:latin typeface="Tahoma" charset="0"/>
              <a:ea typeface="Tahoma" charset="0"/>
              <a:cs typeface="Tahoma" charset="0"/>
            </a:endParaRPr>
          </a:p>
          <a:p>
            <a:pPr marL="0" indent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sz="1200" b="1">
                <a:solidFill>
                  <a:schemeClr val="dk1"/>
                </a:solidFill>
                <a:latin typeface="Tahoma" charset="0"/>
                <a:ea typeface="Tahoma" charset="0"/>
                <a:cs typeface="Tahoma" charset="0"/>
              </a:rPr>
              <a:t>&lt;html&gt;</a:t>
            </a:r>
            <a:endParaRPr lang="ko-KR" altLang="en-US" sz="1200" b="1">
              <a:solidFill>
                <a:schemeClr val="dk1"/>
              </a:solidFill>
              <a:latin typeface="Tahoma" charset="0"/>
              <a:ea typeface="Tahoma" charset="0"/>
              <a:cs typeface="Tahoma" charset="0"/>
            </a:endParaRPr>
          </a:p>
          <a:p>
            <a:pPr marL="0" indent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sz="1200">
                <a:solidFill>
                  <a:schemeClr val="dk1"/>
                </a:solidFill>
                <a:latin typeface="Tahoma" charset="0"/>
                <a:ea typeface="Tahoma" charset="0"/>
                <a:cs typeface="Tahoma" charset="0"/>
              </a:rPr>
              <a:t>    &lt;head&gt;</a:t>
            </a:r>
            <a:endParaRPr lang="ko-KR" altLang="en-US" sz="1200">
              <a:solidFill>
                <a:schemeClr val="dk1"/>
              </a:solidFill>
              <a:latin typeface="Tahoma" charset="0"/>
              <a:ea typeface="Tahoma" charset="0"/>
              <a:cs typeface="Tahoma" charset="0"/>
            </a:endParaRPr>
          </a:p>
          <a:p>
            <a:pPr marL="0" indent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sz="1200">
                <a:solidFill>
                  <a:schemeClr val="dk1"/>
                </a:solidFill>
                <a:latin typeface="Tahoma" charset="0"/>
                <a:ea typeface="Tahoma" charset="0"/>
                <a:cs typeface="Tahoma" charset="0"/>
              </a:rPr>
              <a:t>        &lt;meta http-equiv="Content-Type" content="text/html;charset=euc-kr" /&gt;</a:t>
            </a:r>
            <a:endParaRPr lang="ko-KR" altLang="en-US" sz="1200">
              <a:solidFill>
                <a:schemeClr val="dk1"/>
              </a:solidFill>
              <a:latin typeface="Tahoma" charset="0"/>
              <a:ea typeface="Tahoma" charset="0"/>
              <a:cs typeface="Tahoma" charset="0"/>
            </a:endParaRPr>
          </a:p>
          <a:p>
            <a:pPr marL="0" indent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sz="1200">
                <a:solidFill>
                  <a:schemeClr val="dk1"/>
                </a:solidFill>
                <a:latin typeface="Tahoma" charset="0"/>
                <a:ea typeface="Tahoma" charset="0"/>
                <a:cs typeface="Tahoma" charset="0"/>
              </a:rPr>
              <a:t>    &lt;/head&gt;</a:t>
            </a:r>
            <a:endParaRPr lang="ko-KR" altLang="en-US" sz="1200">
              <a:solidFill>
                <a:schemeClr val="dk1"/>
              </a:solidFill>
              <a:latin typeface="Tahoma" charset="0"/>
              <a:ea typeface="Tahoma" charset="0"/>
              <a:cs typeface="Tahoma" charset="0"/>
            </a:endParaRPr>
          </a:p>
          <a:p>
            <a:pPr marL="0" indent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sz="1200">
                <a:solidFill>
                  <a:schemeClr val="dk1"/>
                </a:solidFill>
                <a:latin typeface="Tahoma" charset="0"/>
                <a:ea typeface="Tahoma" charset="0"/>
                <a:cs typeface="Tahoma" charset="0"/>
              </a:rPr>
              <a:t>    &lt;body&gt;</a:t>
            </a:r>
            <a:endParaRPr lang="ko-KR" altLang="en-US" sz="1200">
              <a:solidFill>
                <a:schemeClr val="dk1"/>
              </a:solidFill>
              <a:latin typeface="Tahoma" charset="0"/>
              <a:ea typeface="Tahoma" charset="0"/>
              <a:cs typeface="Tahoma" charset="0"/>
            </a:endParaRPr>
          </a:p>
          <a:p>
            <a:pPr marL="0" indent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sz="1200">
                <a:solidFill>
                  <a:schemeClr val="dk1"/>
                </a:solidFill>
                <a:latin typeface="Tahoma" charset="0"/>
                <a:ea typeface="Tahoma" charset="0"/>
                <a:cs typeface="Tahoma" charset="0"/>
              </a:rPr>
              <a:t>	</a:t>
            </a:r>
            <a:r>
              <a:rPr lang="en-US" sz="1200" b="1">
                <a:solidFill>
                  <a:schemeClr val="dk1"/>
                </a:solidFill>
                <a:latin typeface="Tahoma" charset="0"/>
                <a:ea typeface="Tahoma" charset="0"/>
                <a:cs typeface="Tahoma" charset="0"/>
              </a:rPr>
              <a:t>&lt;p&gt;</a:t>
            </a:r>
            <a:r>
              <a:rPr lang="en-US" sz="1200">
                <a:solidFill>
                  <a:schemeClr val="dk1"/>
                </a:solidFill>
                <a:latin typeface="Tahoma" charset="0"/>
                <a:ea typeface="Tahoma" charset="0"/>
                <a:cs typeface="Tahoma" charset="0"/>
              </a:rPr>
              <a:t>안녕하세요. 저는 금오공과대학교 학생입니다.</a:t>
            </a:r>
            <a:r>
              <a:rPr lang="en-US" sz="1200" b="1">
                <a:solidFill>
                  <a:schemeClr val="dk1"/>
                </a:solidFill>
                <a:latin typeface="Tahoma" charset="0"/>
                <a:ea typeface="Tahoma" charset="0"/>
                <a:cs typeface="Tahoma" charset="0"/>
              </a:rPr>
              <a:t>&lt;/p&gt;</a:t>
            </a:r>
            <a:endParaRPr lang="ko-KR" altLang="en-US" sz="1200" b="1">
              <a:solidFill>
                <a:schemeClr val="dk1"/>
              </a:solidFill>
              <a:latin typeface="Tahoma" charset="0"/>
              <a:ea typeface="Tahoma" charset="0"/>
              <a:cs typeface="Tahoma" charset="0"/>
            </a:endParaRPr>
          </a:p>
          <a:p>
            <a:pPr marL="0" indent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sz="1200">
                <a:solidFill>
                  <a:schemeClr val="dk1"/>
                </a:solidFill>
                <a:latin typeface="Tahoma" charset="0"/>
                <a:ea typeface="Tahoma" charset="0"/>
                <a:cs typeface="Tahoma" charset="0"/>
              </a:rPr>
              <a:t>	</a:t>
            </a:r>
            <a:r>
              <a:rPr lang="en-US" sz="1200" b="1">
                <a:solidFill>
                  <a:schemeClr val="dk1"/>
                </a:solidFill>
                <a:latin typeface="Tahoma" charset="0"/>
                <a:ea typeface="Tahoma" charset="0"/>
                <a:cs typeface="Tahoma" charset="0"/>
              </a:rPr>
              <a:t>&lt;p&gt;</a:t>
            </a:r>
            <a:r>
              <a:rPr lang="en-US" sz="1200">
                <a:solidFill>
                  <a:schemeClr val="dk1"/>
                </a:solidFill>
                <a:latin typeface="Tahoma" charset="0"/>
                <a:ea typeface="Tahoma" charset="0"/>
                <a:cs typeface="Tahoma" charset="0"/>
              </a:rPr>
              <a:t>학번은 000000 이고 이름은 000 입니다.</a:t>
            </a:r>
            <a:r>
              <a:rPr lang="en-US" sz="1200" b="1">
                <a:solidFill>
                  <a:schemeClr val="dk1"/>
                </a:solidFill>
                <a:latin typeface="Tahoma" charset="0"/>
                <a:ea typeface="Tahoma" charset="0"/>
                <a:cs typeface="Tahoma" charset="0"/>
              </a:rPr>
              <a:t>&lt;/p&gt;</a:t>
            </a:r>
            <a:endParaRPr lang="ko-KR" altLang="en-US" sz="1200" b="1">
              <a:solidFill>
                <a:schemeClr val="dk1"/>
              </a:solidFill>
              <a:latin typeface="Tahoma" charset="0"/>
              <a:ea typeface="Tahoma" charset="0"/>
              <a:cs typeface="Tahoma" charset="0"/>
            </a:endParaRPr>
          </a:p>
          <a:p>
            <a:pPr marL="0" indent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sz="1200">
                <a:solidFill>
                  <a:schemeClr val="dk1"/>
                </a:solidFill>
                <a:latin typeface="Tahoma" charset="0"/>
                <a:ea typeface="Tahoma" charset="0"/>
                <a:cs typeface="Tahoma" charset="0"/>
              </a:rPr>
              <a:t>    &lt;/body&gt;</a:t>
            </a:r>
            <a:endParaRPr lang="ko-KR" altLang="en-US" sz="1200">
              <a:solidFill>
                <a:schemeClr val="dk1"/>
              </a:solidFill>
              <a:latin typeface="Tahoma" charset="0"/>
              <a:ea typeface="Tahoma" charset="0"/>
              <a:cs typeface="Tahoma" charset="0"/>
            </a:endParaRPr>
          </a:p>
          <a:p>
            <a:pPr marL="0" indent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sz="1200" b="1">
                <a:solidFill>
                  <a:schemeClr val="dk1"/>
                </a:solidFill>
                <a:latin typeface="Tahoma" charset="0"/>
                <a:ea typeface="Tahoma" charset="0"/>
                <a:cs typeface="Tahoma" charset="0"/>
              </a:rPr>
              <a:t>&lt;/html&gt;</a:t>
            </a:r>
            <a:endParaRPr lang="ko-KR" altLang="en-US" sz="1200" b="1">
              <a:solidFill>
                <a:schemeClr val="dk1"/>
              </a:solidFill>
              <a:latin typeface="Tahoma" charset="0"/>
              <a:ea typeface="Tahoma" charset="0"/>
              <a:cs typeface="Tahoma" charset="0"/>
            </a:endParaRPr>
          </a:p>
        </p:txBody>
      </p:sp>
      <p:sp>
        <p:nvSpPr>
          <p:cNvPr id="129" name="텍스트 상자 24"/>
          <p:cNvSpPr txBox="1">
            <a:spLocks/>
          </p:cNvSpPr>
          <p:nvPr/>
        </p:nvSpPr>
        <p:spPr>
          <a:xfrm rot="0">
            <a:off x="5993130" y="4203700"/>
            <a:ext cx="1791335" cy="262255"/>
          </a:xfrm>
          <a:prstGeom prst="rect"/>
          <a:noFill/>
          <a:ln>
            <a:noFill/>
            <a:prstDash/>
          </a:ln>
        </p:spPr>
        <p:txBody>
          <a:bodyPr wrap="none" lIns="89535" tIns="46355" rIns="89535" bIns="46355" vert="horz" anchor="t">
            <a:spAutoFit/>
          </a:bodyPr>
          <a:lstStyle/>
          <a:p>
            <a:pPr marL="0" indent="0" algn="l" hangingPunct="1"/>
            <a:r>
              <a:rPr lang="ko-KR" sz="1100">
                <a:latin typeface="맑은 고딕" charset="0"/>
                <a:ea typeface="맑은 고딕" charset="0"/>
              </a:rPr>
              <a:t>U</a:t>
            </a:r>
            <a:r>
              <a:rPr lang="ko-KR" sz="1100">
                <a:latin typeface="맑은 고딕" charset="0"/>
                <a:ea typeface="맑은 고딕" charset="0"/>
              </a:rPr>
              <a:t>TF-8</a:t>
            </a:r>
            <a:r>
              <a:rPr lang="ko-KR" sz="1100">
                <a:latin typeface="맑은 고딕" charset="0"/>
                <a:ea typeface="맑은 고딕" charset="0"/>
              </a:rPr>
              <a:t>도 </a:t>
            </a:r>
            <a:r>
              <a:rPr lang="ko-KR" sz="1100">
                <a:latin typeface="맑은 고딕" charset="0"/>
                <a:ea typeface="맑은 고딕" charset="0"/>
              </a:rPr>
              <a:t>되겠지</a:t>
            </a:r>
            <a:endParaRPr lang="ko-KR" altLang="en-US" sz="1100">
              <a:latin typeface="맑은 고딕" charset="0"/>
              <a:ea typeface="맑은 고딕" charset="0"/>
            </a:endParaRPr>
          </a:p>
        </p:txBody>
      </p:sp>
      <p:sp>
        <p:nvSpPr>
          <p:cNvPr id="130" name="텍스트 상자 25"/>
          <p:cNvSpPr txBox="1">
            <a:spLocks/>
          </p:cNvSpPr>
          <p:nvPr/>
        </p:nvSpPr>
        <p:spPr>
          <a:xfrm rot="0">
            <a:off x="4965700" y="5358765"/>
            <a:ext cx="5457825" cy="262255"/>
          </a:xfrm>
          <a:prstGeom prst="rect"/>
          <a:noFill/>
          <a:ln>
            <a:noFill/>
            <a:prstDash/>
          </a:ln>
        </p:spPr>
        <p:txBody>
          <a:bodyPr wrap="none" lIns="89535" tIns="46355" rIns="89535" bIns="46355" vert="horz" anchor="t">
            <a:spAutoFit/>
          </a:bodyPr>
          <a:lstStyle/>
          <a:p>
            <a:pPr marL="0" indent="0" algn="l" hangingPunct="1"/>
            <a:r>
              <a:rPr lang="ko-KR" sz="1100" cap="none" i="0" b="0" strike="noStrike">
                <a:latin typeface="맑은 고딕" charset="0"/>
                <a:ea typeface="맑은 고딕" charset="0"/>
                <a:cs typeface="Arial" charset="0"/>
              </a:rPr>
              <a:t>p</a:t>
            </a:r>
            <a:r>
              <a:rPr lang="ko-KR" sz="1100" cap="none" i="0" b="0" strike="noStrike">
                <a:latin typeface="맑은 고딕" charset="0"/>
                <a:ea typeface="맑은 고딕" charset="0"/>
                <a:cs typeface="Arial" charset="0"/>
              </a:rPr>
              <a:t>태그 </a:t>
            </a:r>
            <a:r>
              <a:rPr lang="ko-KR" sz="1100" cap="none" i="0" b="0" strike="noStrike">
                <a:latin typeface="맑은 고딕" charset="0"/>
                <a:ea typeface="맑은 고딕" charset="0"/>
                <a:cs typeface="Arial" charset="0"/>
              </a:rPr>
              <a:t>안쓰면 </a:t>
            </a:r>
            <a:r>
              <a:rPr lang="ko-KR" sz="1100" cap="none" i="0" b="0" strike="noStrike">
                <a:latin typeface="맑은 고딕" charset="0"/>
                <a:ea typeface="맑은 고딕" charset="0"/>
                <a:cs typeface="Arial" charset="0"/>
              </a:rPr>
              <a:t>한줄로 다 이어짐 -&gt; 정리가 안되어있음</a:t>
            </a:r>
            <a:r>
              <a:rPr lang="ko-KR" sz="1100" cap="none" i="0" b="0" strike="noStrike">
                <a:latin typeface="맑은 고딕" charset="0"/>
                <a:ea typeface="맑은 고딕" charset="0"/>
                <a:cs typeface="Arial" charset="0"/>
              </a:rPr>
              <a:t> </a:t>
            </a:r>
            <a:r>
              <a:rPr lang="ko-KR" sz="1100" cap="none" i="0" b="0" strike="noStrike">
                <a:latin typeface="맑은 고딕" charset="0"/>
                <a:ea typeface="맑은 고딕" charset="0"/>
                <a:cs typeface="Arial" charset="0"/>
              </a:rPr>
              <a:t> -&gt; </a:t>
            </a:r>
            <a:r>
              <a:rPr lang="ko-KR" sz="1100" cap="none" i="0" b="0" strike="noStrike">
                <a:latin typeface="맑은 고딕" charset="0"/>
                <a:ea typeface="맑은 고딕" charset="0"/>
                <a:cs typeface="Arial" charset="0"/>
              </a:rPr>
              <a:t>쓰면 </a:t>
            </a:r>
            <a:r>
              <a:rPr lang="ko-KR" sz="1100" cap="none" i="0" b="0" strike="noStrike">
                <a:latin typeface="맑은 고딕" charset="0"/>
                <a:ea typeface="맑은 고딕" charset="0"/>
                <a:cs typeface="Arial" charset="0"/>
              </a:rPr>
              <a:t>뒷 </a:t>
            </a:r>
            <a:r>
              <a:rPr lang="ko-KR" sz="1100" cap="none" i="0" b="0" strike="noStrike">
                <a:latin typeface="맑은 고딕" charset="0"/>
                <a:ea typeface="맑은 고딕" charset="0"/>
                <a:cs typeface="Arial" charset="0"/>
              </a:rPr>
              <a:t>코드 </a:t>
            </a:r>
            <a:r>
              <a:rPr lang="ko-KR" sz="1100" cap="none" i="0" b="0" strike="noStrike">
                <a:latin typeface="맑은 고딕" charset="0"/>
                <a:ea typeface="맑은 고딕" charset="0"/>
                <a:cs typeface="Arial" charset="0"/>
              </a:rPr>
              <a:t>한줄 띄워</a:t>
            </a:r>
            <a:r>
              <a:rPr lang="ko-KR" sz="1100" cap="none" i="0" b="0" strike="noStrike">
                <a:latin typeface="맑은 고딕" charset="0"/>
                <a:ea typeface="맑은 고딕" charset="0"/>
                <a:cs typeface="Arial" charset="0"/>
              </a:rPr>
              <a:t>짐</a:t>
            </a:r>
            <a:endParaRPr lang="ko-KR" altLang="en-US" sz="1100">
              <a:latin typeface="맑은 고딕" charset="0"/>
              <a:ea typeface="맑은 고딕" charset="0"/>
            </a:endParaRPr>
          </a:p>
        </p:txBody>
      </p:sp>
      <p:sp>
        <p:nvSpPr>
          <p:cNvPr id="131" name="텍스트 상자 27"/>
          <p:cNvSpPr txBox="1">
            <a:spLocks/>
          </p:cNvSpPr>
          <p:nvPr/>
        </p:nvSpPr>
        <p:spPr>
          <a:xfrm rot="0">
            <a:off x="5109845" y="5623560"/>
            <a:ext cx="4479290" cy="278130"/>
          </a:xfrm>
          <a:prstGeom prst="rect"/>
          <a:noFill/>
          <a:ln>
            <a:noFill/>
            <a:prstDash/>
          </a:ln>
        </p:spPr>
        <p:txBody>
          <a:bodyPr wrap="none" lIns="89535" tIns="46355" rIns="89535" bIns="46355" vert="horz" anchor="t">
            <a:spAutoFit/>
          </a:bodyPr>
          <a:lstStyle/>
          <a:p>
            <a:pPr marL="0" indent="0" algn="l" hangingPunct="1"/>
            <a:r>
              <a:rPr lang="ko-KR" sz="1200">
                <a:latin typeface="맑은 고딕" charset="0"/>
                <a:ea typeface="맑은 고딕" charset="0"/>
              </a:rPr>
              <a:t>p</a:t>
            </a:r>
            <a:r>
              <a:rPr lang="ko-KR" sz="1200">
                <a:latin typeface="맑은 고딕" charset="0"/>
                <a:ea typeface="맑은 고딕" charset="0"/>
              </a:rPr>
              <a:t>태그 붙혔다 </a:t>
            </a:r>
            <a:r>
              <a:rPr lang="ko-KR" sz="1200">
                <a:latin typeface="맑은 고딕" charset="0"/>
                <a:ea typeface="맑은 고딕" charset="0"/>
              </a:rPr>
              <a:t>말았다 </a:t>
            </a:r>
            <a:r>
              <a:rPr lang="ko-KR" sz="1200">
                <a:latin typeface="맑은 고딕" charset="0"/>
                <a:ea typeface="맑은 고딕" charset="0"/>
              </a:rPr>
              <a:t>~</a:t>
            </a:r>
            <a:r>
              <a:rPr lang="ko-KR" sz="1200">
                <a:latin typeface="맑은 고딕" charset="0"/>
                <a:ea typeface="맑은 고딕" charset="0"/>
              </a:rPr>
              <a:t>굴려봐</a:t>
            </a:r>
            <a:r>
              <a:rPr lang="ko-KR" sz="1200">
                <a:latin typeface="맑은 고딕" charset="0"/>
                <a:ea typeface="맑은 고딕" charset="0"/>
              </a:rPr>
              <a:t> -</a:t>
            </a:r>
            <a:r>
              <a:rPr lang="ko-KR" sz="1200">
                <a:latin typeface="맑은 고딕" charset="0"/>
                <a:ea typeface="맑은 고딕" charset="0"/>
              </a:rPr>
              <a:t>&gt; 여러번 실험 해보고 </a:t>
            </a:r>
            <a:r>
              <a:rPr lang="ko-KR" sz="1200">
                <a:latin typeface="맑은 고딕" charset="0"/>
                <a:ea typeface="맑은 고딕" charset="0"/>
              </a:rPr>
              <a:t>정리해봐</a:t>
            </a:r>
            <a:endParaRPr lang="ko-KR" altLang="en-US" sz="1200"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1"/>
          <p:cNvSpPr txBox="1">
            <a:spLocks noGrp="1"/>
          </p:cNvSpPr>
          <p:nvPr>
            <p:ph type="title"/>
          </p:nvPr>
        </p:nvSpPr>
        <p:spPr>
          <a:xfrm>
            <a:off x="590551" y="146050"/>
            <a:ext cx="103632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HTML 이미지 </a:t>
            </a:r>
            <a:r>
              <a:rPr lang="en-US" dirty="0" err="1"/>
              <a:t>태그</a:t>
            </a:r>
            <a:r>
              <a:rPr lang="en-US" dirty="0"/>
              <a:t> </a:t>
            </a:r>
            <a:r>
              <a:rPr lang="en-US" dirty="0" err="1"/>
              <a:t>분석</a:t>
            </a:r>
            <a:br>
              <a:rPr lang="en-US" dirty="0"/>
            </a:br>
            <a:endParaRPr dirty="0"/>
          </a:p>
        </p:txBody>
      </p:sp>
      <p:sp>
        <p:nvSpPr>
          <p:cNvPr id="134" name="Google Shape;134;p11"/>
          <p:cNvSpPr txBox="1">
            <a:spLocks noGrp="1"/>
          </p:cNvSpPr>
          <p:nvPr>
            <p:ph type="body" idx="1"/>
          </p:nvPr>
        </p:nvSpPr>
        <p:spPr>
          <a:xfrm>
            <a:off x="592667" y="1152526"/>
            <a:ext cx="10363200" cy="501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dirty="0"/>
              <a:t>이미지 </a:t>
            </a:r>
            <a:r>
              <a:rPr lang="en-US" dirty="0" err="1"/>
              <a:t>태그</a:t>
            </a:r>
            <a:endParaRPr dirty="0"/>
          </a:p>
          <a:p>
            <a:pPr marL="342900" lvl="0" indent="-203200" algn="l" rtl="0">
              <a:lnSpc>
                <a:spcPct val="120000"/>
              </a:lnSpc>
              <a:spcBef>
                <a:spcPts val="440"/>
              </a:spcBef>
              <a:spcAft>
                <a:spcPts val="0"/>
              </a:spcAft>
              <a:buSzPts val="2200"/>
              <a:buNone/>
            </a:pPr>
            <a:endParaRPr dirty="0"/>
          </a:p>
          <a:p>
            <a:pPr marL="342900" lvl="0" indent="-203200" algn="l" rtl="0">
              <a:lnSpc>
                <a:spcPct val="120000"/>
              </a:lnSpc>
              <a:spcBef>
                <a:spcPts val="440"/>
              </a:spcBef>
              <a:spcAft>
                <a:spcPts val="0"/>
              </a:spcAft>
              <a:buSzPts val="2200"/>
              <a:buNone/>
            </a:pPr>
            <a:endParaRPr dirty="0"/>
          </a:p>
          <a:p>
            <a:pPr marL="742950" lvl="1" indent="-28575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2000"/>
              <a:buChar char="⬥"/>
            </a:pPr>
            <a:r>
              <a:rPr lang="en-US" dirty="0"/>
              <a:t>src : </a:t>
            </a:r>
            <a:r>
              <a:rPr lang="en-US" dirty="0" err="1"/>
              <a:t>source의</a:t>
            </a:r>
            <a:r>
              <a:rPr lang="en-US" dirty="0"/>
              <a:t> </a:t>
            </a:r>
            <a:r>
              <a:rPr lang="en-US" dirty="0" err="1"/>
              <a:t>약자로</a:t>
            </a:r>
            <a:r>
              <a:rPr lang="en-US" dirty="0"/>
              <a:t> </a:t>
            </a:r>
            <a:r>
              <a:rPr lang="en-US" dirty="0" err="1"/>
              <a:t>이미지가</a:t>
            </a:r>
            <a:r>
              <a:rPr lang="en-US" dirty="0"/>
              <a:t> </a:t>
            </a:r>
            <a:r>
              <a:rPr lang="en-US" dirty="0" err="1"/>
              <a:t>위치하는</a:t>
            </a:r>
            <a:r>
              <a:rPr lang="en-US" dirty="0"/>
              <a:t> </a:t>
            </a:r>
            <a:r>
              <a:rPr lang="en-US" dirty="0" err="1"/>
              <a:t>URL을</a:t>
            </a:r>
            <a:r>
              <a:rPr lang="en-US" dirty="0"/>
              <a:t> </a:t>
            </a:r>
            <a:r>
              <a:rPr lang="en-US" dirty="0" err="1"/>
              <a:t>기술한다</a:t>
            </a:r>
            <a:r>
              <a:rPr lang="en-US" dirty="0"/>
              <a:t>.</a:t>
            </a:r>
            <a:endParaRPr dirty="0"/>
          </a:p>
          <a:p>
            <a:pPr marL="742950" lvl="1" indent="-28575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2000"/>
              <a:buChar char="⬥"/>
            </a:pPr>
            <a:r>
              <a:rPr lang="en-US" dirty="0"/>
              <a:t>alt : </a:t>
            </a:r>
            <a:r>
              <a:rPr lang="en-US" dirty="0" err="1"/>
              <a:t>alternative의</a:t>
            </a:r>
            <a:r>
              <a:rPr lang="en-US" dirty="0"/>
              <a:t> </a:t>
            </a:r>
            <a:r>
              <a:rPr lang="en-US" dirty="0" err="1"/>
              <a:t>약자로</a:t>
            </a:r>
            <a:r>
              <a:rPr lang="en-US" dirty="0"/>
              <a:t> </a:t>
            </a:r>
            <a:r>
              <a:rPr lang="en-US" dirty="0" err="1"/>
              <a:t>한국어로는</a:t>
            </a:r>
            <a:r>
              <a:rPr lang="en-US" dirty="0"/>
              <a:t> </a:t>
            </a:r>
            <a:r>
              <a:rPr lang="en-US" dirty="0" err="1"/>
              <a:t>대체</a:t>
            </a:r>
            <a:r>
              <a:rPr lang="en-US" dirty="0"/>
              <a:t> </a:t>
            </a:r>
            <a:r>
              <a:rPr lang="en-US" dirty="0" err="1"/>
              <a:t>텍스트라고</a:t>
            </a:r>
            <a:r>
              <a:rPr lang="en-US" dirty="0"/>
              <a:t> </a:t>
            </a:r>
            <a:r>
              <a:rPr lang="en-US" dirty="0" err="1"/>
              <a:t>부른다</a:t>
            </a:r>
            <a:r>
              <a:rPr lang="en-US" dirty="0"/>
              <a:t>. </a:t>
            </a:r>
            <a:r>
              <a:rPr lang="en-US" dirty="0" err="1"/>
              <a:t>이미지가</a:t>
            </a:r>
            <a:r>
              <a:rPr lang="en-US" dirty="0"/>
              <a:t> </a:t>
            </a:r>
            <a:r>
              <a:rPr lang="en-US" dirty="0" err="1"/>
              <a:t>로딩되기</a:t>
            </a:r>
            <a:r>
              <a:rPr lang="en-US" dirty="0"/>
              <a:t> </a:t>
            </a:r>
            <a:r>
              <a:rPr lang="en-US" dirty="0" err="1"/>
              <a:t>전이나</a:t>
            </a:r>
            <a:r>
              <a:rPr lang="en-US" dirty="0"/>
              <a:t>, </a:t>
            </a:r>
            <a:r>
              <a:rPr lang="en-US" dirty="0" err="1"/>
              <a:t>이미지를</a:t>
            </a:r>
            <a:r>
              <a:rPr lang="en-US" dirty="0"/>
              <a:t> </a:t>
            </a:r>
            <a:r>
              <a:rPr lang="en-US" dirty="0" err="1"/>
              <a:t>로딩할</a:t>
            </a:r>
            <a:r>
              <a:rPr lang="en-US" dirty="0"/>
              <a:t> 수 </a:t>
            </a:r>
            <a:r>
              <a:rPr lang="en-US" dirty="0" err="1"/>
              <a:t>없는</a:t>
            </a:r>
            <a:r>
              <a:rPr lang="en-US" dirty="0"/>
              <a:t> </a:t>
            </a:r>
            <a:r>
              <a:rPr lang="en-US" dirty="0" err="1"/>
              <a:t>경우</a:t>
            </a:r>
            <a:r>
              <a:rPr lang="en-US" dirty="0"/>
              <a:t> </a:t>
            </a:r>
            <a:r>
              <a:rPr lang="en-US" dirty="0" err="1"/>
              <a:t>이미지의</a:t>
            </a:r>
            <a:r>
              <a:rPr lang="en-US" dirty="0"/>
              <a:t> </a:t>
            </a:r>
            <a:r>
              <a:rPr lang="en-US" dirty="0" err="1"/>
              <a:t>위치에</a:t>
            </a:r>
            <a:r>
              <a:rPr lang="en-US" dirty="0"/>
              <a:t> </a:t>
            </a:r>
            <a:r>
              <a:rPr lang="en-US" dirty="0" err="1"/>
              <a:t>텍스트가</a:t>
            </a:r>
            <a:r>
              <a:rPr lang="en-US" dirty="0"/>
              <a:t> </a:t>
            </a:r>
            <a:r>
              <a:rPr lang="en-US" dirty="0" err="1"/>
              <a:t>표시된다</a:t>
            </a:r>
            <a:r>
              <a:rPr lang="en-US" dirty="0"/>
              <a:t>. </a:t>
            </a:r>
            <a:r>
              <a:rPr lang="en-US" dirty="0" err="1"/>
              <a:t>시각장애인을</a:t>
            </a:r>
            <a:r>
              <a:rPr lang="en-US" dirty="0"/>
              <a:t> </a:t>
            </a:r>
            <a:r>
              <a:rPr lang="en-US" dirty="0" err="1"/>
              <a:t>위한</a:t>
            </a:r>
            <a:r>
              <a:rPr lang="en-US" dirty="0"/>
              <a:t> </a:t>
            </a:r>
            <a:r>
              <a:rPr lang="en-US" dirty="0" err="1"/>
              <a:t>장치와</a:t>
            </a:r>
            <a:r>
              <a:rPr lang="en-US" dirty="0"/>
              <a:t> </a:t>
            </a:r>
            <a:r>
              <a:rPr lang="en-US" dirty="0" err="1"/>
              <a:t>검색엔진에서도</a:t>
            </a:r>
            <a:r>
              <a:rPr lang="en-US" dirty="0"/>
              <a:t> </a:t>
            </a:r>
            <a:r>
              <a:rPr lang="en-US" dirty="0" err="1"/>
              <a:t>사용된다</a:t>
            </a:r>
            <a:r>
              <a:rPr lang="en-US" dirty="0"/>
              <a:t>.</a:t>
            </a:r>
            <a:endParaRPr dirty="0"/>
          </a:p>
          <a:p>
            <a:pPr marL="742950" lvl="1" indent="-28575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2000"/>
              <a:buChar char="⬥"/>
            </a:pPr>
            <a:r>
              <a:rPr lang="en-US" dirty="0"/>
              <a:t>width, height : </a:t>
            </a:r>
            <a:r>
              <a:rPr lang="en-US" dirty="0" err="1"/>
              <a:t>이미지의</a:t>
            </a:r>
            <a:r>
              <a:rPr lang="en-US" dirty="0"/>
              <a:t> </a:t>
            </a:r>
            <a:r>
              <a:rPr lang="en-US" dirty="0" err="1"/>
              <a:t>크기</a:t>
            </a:r>
            <a:endParaRPr dirty="0"/>
          </a:p>
          <a:p>
            <a:pPr marL="742950" lvl="1" indent="-28575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2000"/>
              <a:buChar char="⬥"/>
            </a:pPr>
            <a:r>
              <a:rPr lang="en-US" dirty="0" err="1"/>
              <a:t>longdesc</a:t>
            </a:r>
            <a:r>
              <a:rPr lang="en-US" dirty="0"/>
              <a:t> : </a:t>
            </a:r>
            <a:r>
              <a:rPr lang="en-US" dirty="0" err="1"/>
              <a:t>이미지와</a:t>
            </a:r>
            <a:r>
              <a:rPr lang="en-US" dirty="0"/>
              <a:t> </a:t>
            </a:r>
            <a:r>
              <a:rPr lang="en-US" dirty="0" err="1"/>
              <a:t>관련된</a:t>
            </a:r>
            <a:r>
              <a:rPr lang="en-US" dirty="0"/>
              <a:t> </a:t>
            </a:r>
            <a:r>
              <a:rPr lang="en-US" dirty="0" err="1"/>
              <a:t>링크</a:t>
            </a:r>
            <a:endParaRPr dirty="0"/>
          </a:p>
          <a:p>
            <a:pPr marL="742950" lvl="1" indent="-15875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dirty="0"/>
          </a:p>
          <a:p>
            <a:pPr marL="342900" lvl="0" indent="-203200" algn="l" rtl="0">
              <a:lnSpc>
                <a:spcPct val="120000"/>
              </a:lnSpc>
              <a:spcBef>
                <a:spcPts val="440"/>
              </a:spcBef>
              <a:spcAft>
                <a:spcPts val="0"/>
              </a:spcAft>
              <a:buSzPts val="2200"/>
              <a:buNone/>
            </a:pPr>
            <a:endParaRPr dirty="0"/>
          </a:p>
        </p:txBody>
      </p:sp>
      <p:sp>
        <p:nvSpPr>
          <p:cNvPr id="135" name="Google Shape;135;p11"/>
          <p:cNvSpPr txBox="1">
            <a:spLocks noGrp="1"/>
          </p:cNvSpPr>
          <p:nvPr>
            <p:ph type="sldNum" idx="12"/>
          </p:nvPr>
        </p:nvSpPr>
        <p:spPr>
          <a:xfrm>
            <a:off x="9482667" y="641985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136" name="Google Shape;136;p11"/>
          <p:cNvSpPr txBox="1">
            <a:spLocks noGrp="1"/>
          </p:cNvSpPr>
          <p:nvPr>
            <p:ph type="ftr" idx="11"/>
          </p:nvPr>
        </p:nvSpPr>
        <p:spPr>
          <a:xfrm>
            <a:off x="1195918" y="6392863"/>
            <a:ext cx="4146549" cy="349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11"/>
          <p:cNvSpPr/>
          <p:nvPr/>
        </p:nvSpPr>
        <p:spPr>
          <a:xfrm>
            <a:off x="590551" y="1840453"/>
            <a:ext cx="11369964" cy="369332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img src="이미지가 위치하는 URL" alt="대체텍스트" width="폭" height="높이" longdesc="링크" /&gt;&lt;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HTML 실습 1-1</a:t>
            </a:r>
            <a:endParaRPr dirty="0"/>
          </a:p>
        </p:txBody>
      </p:sp>
      <p:sp>
        <p:nvSpPr>
          <p:cNvPr id="151" name="Google Shape;151;p13"/>
          <p:cNvSpPr txBox="1">
            <a:spLocks noGrp="1"/>
          </p:cNvSpPr>
          <p:nvPr>
            <p:ph type="body" idx="1"/>
          </p:nvPr>
        </p:nvSpPr>
        <p:spPr>
          <a:xfrm>
            <a:off x="592667" y="1152527"/>
            <a:ext cx="10363200" cy="504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ko-KR" altLang="en-US" dirty="0"/>
              <a:t>실습 </a:t>
            </a:r>
            <a:r>
              <a:rPr lang="en-US" altLang="ko-KR" dirty="0"/>
              <a:t>1: HTML </a:t>
            </a:r>
            <a:r>
              <a:rPr lang="ko-KR" altLang="en-US" dirty="0"/>
              <a:t>문서를 작성해본다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52" name="Google Shape;152;p1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153" name="Google Shape;153;p13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145;p12">
            <a:extLst>
              <a:ext uri="{FF2B5EF4-FFF2-40B4-BE49-F238E27FC236}">
                <a16:creationId xmlns:a16="http://schemas.microsoft.com/office/drawing/2014/main" id="{6ECB384B-20A8-405F-DCE2-67233A9C3ADC}"/>
              </a:ext>
            </a:extLst>
          </p:cNvPr>
          <p:cNvSpPr/>
          <p:nvPr/>
        </p:nvSpPr>
        <p:spPr>
          <a:xfrm>
            <a:off x="355600" y="1596526"/>
            <a:ext cx="11480800" cy="3647112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&lt;!DOCTYPE html&gt; 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&lt;html&gt; </a:t>
            </a:r>
          </a:p>
          <a:p>
            <a:pPr lvl="2">
              <a:lnSpc>
                <a:spcPct val="150000"/>
              </a:lnSpc>
            </a:pPr>
            <a:r>
              <a:rPr lang="en-US" altLang="ko-KR" dirty="0"/>
              <a:t>	&lt;head&gt; </a:t>
            </a:r>
          </a:p>
          <a:p>
            <a:pPr lvl="2">
              <a:lnSpc>
                <a:spcPct val="150000"/>
              </a:lnSpc>
            </a:pPr>
            <a:r>
              <a:rPr lang="en-US" altLang="ko-KR" dirty="0"/>
              <a:t>		&lt;meta charset="UTF-8"&gt; </a:t>
            </a:r>
          </a:p>
          <a:p>
            <a:pPr lvl="2">
              <a:lnSpc>
                <a:spcPct val="150000"/>
              </a:lnSpc>
            </a:pPr>
            <a:r>
              <a:rPr lang="en-US" altLang="ko-KR" dirty="0"/>
              <a:t>		&lt;title&gt;</a:t>
            </a:r>
            <a:r>
              <a:rPr lang="ko-KR" altLang="en-US" dirty="0"/>
              <a:t>예제</a:t>
            </a:r>
            <a:r>
              <a:rPr lang="en-US" altLang="ko-KR" dirty="0"/>
              <a:t>1&lt;/title&gt; </a:t>
            </a:r>
          </a:p>
          <a:p>
            <a:pPr lvl="2">
              <a:lnSpc>
                <a:spcPct val="150000"/>
              </a:lnSpc>
            </a:pPr>
            <a:r>
              <a:rPr lang="en-US" altLang="ko-KR" dirty="0"/>
              <a:t>	&lt;/head&gt; </a:t>
            </a:r>
          </a:p>
          <a:p>
            <a:pPr lvl="2">
              <a:lnSpc>
                <a:spcPct val="150000"/>
              </a:lnSpc>
            </a:pPr>
            <a:r>
              <a:rPr lang="en-US" altLang="ko-KR" dirty="0"/>
              <a:t>	&lt;body&gt; </a:t>
            </a:r>
          </a:p>
          <a:p>
            <a:pPr lvl="2">
              <a:lnSpc>
                <a:spcPct val="150000"/>
              </a:lnSpc>
            </a:pPr>
            <a:r>
              <a:rPr lang="en-US" altLang="ko-KR" dirty="0"/>
              <a:t>		&lt;img alt="</a:t>
            </a:r>
            <a:r>
              <a:rPr lang="ko-KR" altLang="en-US" dirty="0" err="1"/>
              <a:t>톰캣</a:t>
            </a:r>
            <a:r>
              <a:rPr lang="ko-KR" altLang="en-US" dirty="0"/>
              <a:t> 로고</a:t>
            </a:r>
            <a:r>
              <a:rPr lang="en-US" altLang="ko-KR" dirty="0"/>
              <a:t>" src="https://tomcat.apache.org/res/images/tomcat.png" /&gt; &lt;br&gt;</a:t>
            </a:r>
          </a:p>
          <a:p>
            <a:pPr lvl="2">
              <a:lnSpc>
                <a:spcPct val="150000"/>
              </a:lnSpc>
            </a:pPr>
            <a:r>
              <a:rPr lang="en-US" altLang="ko-KR" dirty="0"/>
              <a:t>		&lt;a href="http://tomcat.apache.org/"&gt;</a:t>
            </a:r>
            <a:r>
              <a:rPr lang="ko-KR" altLang="en-US" b="1" dirty="0"/>
              <a:t>아파치 </a:t>
            </a:r>
            <a:r>
              <a:rPr lang="ko-KR" altLang="en-US" b="1" dirty="0" err="1"/>
              <a:t>톰캣</a:t>
            </a:r>
            <a:r>
              <a:rPr lang="ko-KR" altLang="en-US" b="1" dirty="0"/>
              <a:t> 서버</a:t>
            </a:r>
            <a:r>
              <a:rPr lang="en-US" altLang="ko-KR" dirty="0"/>
              <a:t>&lt;/a&gt; </a:t>
            </a:r>
          </a:p>
          <a:p>
            <a:pPr lvl="2">
              <a:lnSpc>
                <a:spcPct val="150000"/>
              </a:lnSpc>
            </a:pPr>
            <a:r>
              <a:rPr lang="en-US" altLang="ko-KR" dirty="0"/>
              <a:t>	&lt;/body&gt;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&lt;/html&gt;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932E12-89D0-5395-2DB7-E46C4A05A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 </a:t>
            </a:r>
            <a:r>
              <a:rPr lang="en-US" altLang="ko-KR" dirty="0"/>
              <a:t>1-1 </a:t>
            </a:r>
            <a:r>
              <a:rPr lang="ko-KR" altLang="en-US" dirty="0"/>
              <a:t>분석</a:t>
            </a:r>
            <a:r>
              <a:rPr lang="en-US" altLang="ko-KR" dirty="0"/>
              <a:t>(1)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0B954F-E56C-8A3F-82EB-0DA366FEA34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165CDBA-EC45-032B-30EB-6DE48F8E24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&lt;!DOCTYPE html&gt;</a:t>
            </a:r>
          </a:p>
          <a:p>
            <a:pPr lvl="1"/>
            <a:r>
              <a:rPr lang="en-US" altLang="ko-KR" dirty="0"/>
              <a:t>HTML5 </a:t>
            </a:r>
            <a:r>
              <a:rPr lang="ko-KR" altLang="en-US" dirty="0"/>
              <a:t>문서 형식 선언</a:t>
            </a:r>
          </a:p>
          <a:p>
            <a:r>
              <a:rPr lang="en-US" altLang="ko-KR" dirty="0"/>
              <a:t>&lt;html&gt;</a:t>
            </a:r>
          </a:p>
          <a:p>
            <a:pPr lvl="1"/>
            <a:r>
              <a:rPr lang="en-US" altLang="ko-KR" dirty="0"/>
              <a:t>HTML </a:t>
            </a:r>
            <a:r>
              <a:rPr lang="ko-KR" altLang="en-US" dirty="0"/>
              <a:t>문서의 시작</a:t>
            </a:r>
          </a:p>
          <a:p>
            <a:r>
              <a:rPr lang="en-US" altLang="ko-KR" dirty="0"/>
              <a:t>&lt;head&gt;</a:t>
            </a:r>
          </a:p>
          <a:p>
            <a:pPr lvl="1"/>
            <a:r>
              <a:rPr lang="ko-KR" altLang="en-US" dirty="0"/>
              <a:t>문서의 메타데이터 정보 포함</a:t>
            </a:r>
          </a:p>
          <a:p>
            <a:r>
              <a:rPr lang="en-US" altLang="ko-KR" dirty="0"/>
              <a:t>&lt;meta charset="UTF-8"&gt;</a:t>
            </a:r>
          </a:p>
          <a:p>
            <a:pPr lvl="1"/>
            <a:r>
              <a:rPr lang="ko-KR" altLang="en-US" dirty="0"/>
              <a:t>문자 인코딩을 </a:t>
            </a:r>
            <a:r>
              <a:rPr lang="en-US" altLang="ko-KR" dirty="0"/>
              <a:t>UTF-8</a:t>
            </a:r>
            <a:r>
              <a:rPr lang="ko-KR" altLang="en-US" dirty="0"/>
              <a:t>로 설정 </a:t>
            </a:r>
            <a:r>
              <a:rPr lang="en-US" altLang="ko-KR" dirty="0"/>
              <a:t>(</a:t>
            </a:r>
            <a:r>
              <a:rPr lang="ko-KR" altLang="en-US" dirty="0"/>
              <a:t>한글 및 다양한 언어 지원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&lt;title&gt;</a:t>
            </a:r>
            <a:r>
              <a:rPr lang="ko-KR" altLang="en-US" dirty="0"/>
              <a:t>예제</a:t>
            </a:r>
            <a:r>
              <a:rPr lang="en-US" altLang="ko-KR" dirty="0"/>
              <a:t>1&lt;/title&gt;</a:t>
            </a:r>
          </a:p>
          <a:p>
            <a:pPr lvl="1"/>
            <a:r>
              <a:rPr lang="ko-KR" altLang="en-US" dirty="0"/>
              <a:t>웹 브라우저 탭에 표시될 제목 설정</a:t>
            </a:r>
          </a:p>
          <a:p>
            <a:r>
              <a:rPr lang="en-US" altLang="ko-KR" dirty="0"/>
              <a:t>&lt;/head&gt;</a:t>
            </a:r>
          </a:p>
          <a:p>
            <a:pPr lvl="1"/>
            <a:r>
              <a:rPr lang="ko-KR" altLang="en-US" dirty="0"/>
              <a:t>헤드 영역 닫기</a:t>
            </a:r>
          </a:p>
        </p:txBody>
      </p:sp>
    </p:spTree>
    <p:extLst>
      <p:ext uri="{BB962C8B-B14F-4D97-AF65-F5344CB8AC3E}">
        <p14:creationId xmlns:p14="http://schemas.microsoft.com/office/powerpoint/2010/main" val="16030087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5CC1F-70EC-F48D-EF56-FF791A41C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6DE448-9DA9-F35E-B717-A6373C525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 </a:t>
            </a:r>
            <a:r>
              <a:rPr lang="en-US" altLang="ko-KR" dirty="0"/>
              <a:t>1-1 </a:t>
            </a:r>
            <a:r>
              <a:rPr lang="ko-KR" altLang="en-US" dirty="0"/>
              <a:t>분석</a:t>
            </a:r>
            <a:r>
              <a:rPr lang="en-US" altLang="ko-KR" dirty="0"/>
              <a:t>(2)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A237418-7E7F-A812-42CD-CDE183B794B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E2C60097-8909-FE93-D8FE-FA01C1891C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altLang="ko-KR" dirty="0"/>
              <a:t>&lt;body&gt;</a:t>
            </a:r>
          </a:p>
          <a:p>
            <a:pPr lvl="1"/>
            <a:r>
              <a:rPr lang="ko-KR" altLang="en-US" dirty="0"/>
              <a:t>본문 내용 표시</a:t>
            </a:r>
          </a:p>
          <a:p>
            <a:r>
              <a:rPr lang="en-US" altLang="ko-KR" dirty="0"/>
              <a:t>&lt;img&gt;</a:t>
            </a:r>
          </a:p>
          <a:p>
            <a:pPr lvl="1"/>
            <a:r>
              <a:rPr lang="ko-KR" altLang="en-US" dirty="0"/>
              <a:t>이미지를 표시</a:t>
            </a:r>
            <a:endParaRPr lang="en-US" altLang="ko-KR" dirty="0"/>
          </a:p>
          <a:p>
            <a:pPr lvl="1"/>
            <a:r>
              <a:rPr lang="en-US" altLang="ko-KR" dirty="0"/>
              <a:t>alt="</a:t>
            </a:r>
            <a:r>
              <a:rPr lang="ko-KR" altLang="en-US" dirty="0" err="1"/>
              <a:t>톰캣</a:t>
            </a:r>
            <a:r>
              <a:rPr lang="ko-KR" altLang="en-US" dirty="0"/>
              <a:t> 로고</a:t>
            </a:r>
            <a:r>
              <a:rPr lang="en-US" altLang="ko-KR" dirty="0"/>
              <a:t>"` → </a:t>
            </a:r>
            <a:r>
              <a:rPr lang="ko-KR" altLang="en-US" dirty="0"/>
              <a:t>이미지가 표시되지 않을 때 대체 텍스트</a:t>
            </a:r>
            <a:endParaRPr lang="en-US" altLang="ko-KR" dirty="0"/>
          </a:p>
          <a:p>
            <a:pPr lvl="1"/>
            <a:r>
              <a:rPr lang="en-US" altLang="ko-KR" dirty="0"/>
              <a:t>src="https://tomcat.apache.org/res/images/tomcat.png"` → </a:t>
            </a:r>
            <a:r>
              <a:rPr lang="ko-KR" altLang="en-US" dirty="0"/>
              <a:t>이미지 경로 지정</a:t>
            </a:r>
          </a:p>
          <a:p>
            <a:r>
              <a:rPr lang="en-US" altLang="ko-KR" dirty="0"/>
              <a:t>&lt;br&gt;</a:t>
            </a:r>
          </a:p>
          <a:p>
            <a:pPr lvl="1"/>
            <a:r>
              <a:rPr lang="ko-KR" altLang="en-US" dirty="0"/>
              <a:t>줄 바꿈 </a:t>
            </a:r>
            <a:r>
              <a:rPr lang="en-US" altLang="ko-KR" dirty="0"/>
              <a:t>(</a:t>
            </a:r>
            <a:r>
              <a:rPr lang="ko-KR" altLang="en-US" dirty="0"/>
              <a:t>이미지와 링크 사이 간격 조정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&lt;a&gt;</a:t>
            </a:r>
          </a:p>
          <a:p>
            <a:pPr lvl="1"/>
            <a:r>
              <a:rPr lang="ko-KR" altLang="en-US" dirty="0"/>
              <a:t>하이퍼링크 생성</a:t>
            </a:r>
            <a:endParaRPr lang="en-US" altLang="ko-KR" dirty="0"/>
          </a:p>
          <a:p>
            <a:pPr lvl="1"/>
            <a:r>
              <a:rPr lang="en-US" altLang="ko-KR" dirty="0"/>
              <a:t>href="http://tomcat.apache.org/"` → </a:t>
            </a:r>
            <a:r>
              <a:rPr lang="ko-KR" altLang="en-US" dirty="0"/>
              <a:t>클릭 시 </a:t>
            </a:r>
            <a:r>
              <a:rPr lang="ko-KR" altLang="en-US" dirty="0" err="1"/>
              <a:t>톰캣</a:t>
            </a:r>
            <a:r>
              <a:rPr lang="ko-KR" altLang="en-US" dirty="0"/>
              <a:t> 공식 사이트로 이동</a:t>
            </a:r>
            <a:endParaRPr lang="en-US" altLang="ko-KR" dirty="0"/>
          </a:p>
          <a:p>
            <a:pPr lvl="1"/>
            <a:r>
              <a:rPr lang="en-US" altLang="ko-KR" dirty="0"/>
              <a:t>"</a:t>
            </a:r>
            <a:r>
              <a:rPr lang="ko-KR" altLang="en-US" dirty="0"/>
              <a:t>아파치 </a:t>
            </a:r>
            <a:r>
              <a:rPr lang="ko-KR" altLang="en-US" dirty="0" err="1"/>
              <a:t>톰캣</a:t>
            </a:r>
            <a:r>
              <a:rPr lang="ko-KR" altLang="en-US" dirty="0"/>
              <a:t> 서버</a:t>
            </a:r>
            <a:r>
              <a:rPr lang="en-US" altLang="ko-KR" dirty="0"/>
              <a:t>"` → </a:t>
            </a:r>
            <a:r>
              <a:rPr lang="ko-KR" altLang="en-US" dirty="0"/>
              <a:t>링크로 표시될 텍스트</a:t>
            </a:r>
          </a:p>
          <a:p>
            <a:r>
              <a:rPr lang="en-US" altLang="ko-KR" dirty="0"/>
              <a:t>&lt;/body&gt;</a:t>
            </a:r>
          </a:p>
          <a:p>
            <a:pPr lvl="1"/>
            <a:r>
              <a:rPr lang="ko-KR" altLang="en-US" dirty="0"/>
              <a:t>본문 영역 닫기</a:t>
            </a:r>
          </a:p>
          <a:p>
            <a:r>
              <a:rPr lang="en-US" altLang="ko-KR" dirty="0"/>
              <a:t>&lt;/html&gt;</a:t>
            </a:r>
          </a:p>
          <a:p>
            <a:pPr lvl="1"/>
            <a:r>
              <a:rPr lang="en-US" altLang="ko-KR" dirty="0"/>
              <a:t>HTML </a:t>
            </a:r>
            <a:r>
              <a:rPr lang="ko-KR" altLang="en-US" dirty="0"/>
              <a:t>문서 종료</a:t>
            </a:r>
          </a:p>
        </p:txBody>
      </p:sp>
    </p:spTree>
    <p:extLst>
      <p:ext uri="{BB962C8B-B14F-4D97-AF65-F5344CB8AC3E}">
        <p14:creationId xmlns:p14="http://schemas.microsoft.com/office/powerpoint/2010/main" val="42920026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>
          <a:extLst>
            <a:ext uri="{FF2B5EF4-FFF2-40B4-BE49-F238E27FC236}">
              <a16:creationId xmlns:a16="http://schemas.microsoft.com/office/drawing/2014/main" id="{F127000B-A048-B98E-043B-5481E8532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3">
            <a:extLst>
              <a:ext uri="{FF2B5EF4-FFF2-40B4-BE49-F238E27FC236}">
                <a16:creationId xmlns:a16="http://schemas.microsoft.com/office/drawing/2014/main" id="{189F471B-9F4A-FF23-E962-46A2571B63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HTML 실습 1-2</a:t>
            </a:r>
            <a:endParaRPr dirty="0"/>
          </a:p>
        </p:txBody>
      </p:sp>
      <p:sp>
        <p:nvSpPr>
          <p:cNvPr id="151" name="Google Shape;151;p13">
            <a:extLst>
              <a:ext uri="{FF2B5EF4-FFF2-40B4-BE49-F238E27FC236}">
                <a16:creationId xmlns:a16="http://schemas.microsoft.com/office/drawing/2014/main" id="{00C8D56D-8CB1-F0B4-1B87-5F0ED4368D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dirty="0"/>
              <a:t>실습 2: HTML 문서 </a:t>
            </a:r>
            <a:r>
              <a:rPr lang="en-US" dirty="0" err="1"/>
              <a:t>생성하기</a:t>
            </a:r>
            <a:endParaRPr dirty="0"/>
          </a:p>
          <a:p>
            <a:pPr marL="742950" lvl="1" indent="-28575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2000"/>
              <a:buChar char="⬥"/>
            </a:pPr>
            <a:r>
              <a:rPr lang="en-US" dirty="0"/>
              <a:t>HTML 문서를 </a:t>
            </a:r>
            <a:r>
              <a:rPr lang="en-US" dirty="0" err="1"/>
              <a:t>작성하</a:t>
            </a:r>
            <a:r>
              <a:rPr lang="ko-KR" altLang="en-US" dirty="0"/>
              <a:t>면서 다음 태그를 넣어본다</a:t>
            </a:r>
            <a:r>
              <a:rPr lang="en-US" altLang="ko-KR" dirty="0"/>
              <a:t>.</a:t>
            </a:r>
            <a:endParaRPr dirty="0"/>
          </a:p>
          <a:p>
            <a:pPr marL="1143000" lvl="2" indent="-22860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800"/>
              <a:buChar char="–"/>
            </a:pPr>
            <a:r>
              <a:rPr lang="en-US" b="1" dirty="0"/>
              <a:t>제목</a:t>
            </a:r>
            <a:r>
              <a:rPr lang="en-US" dirty="0"/>
              <a:t> : HTML 실습</a:t>
            </a:r>
          </a:p>
          <a:p>
            <a:pPr marL="1600200" lvl="3" indent="-228600">
              <a:spcBef>
                <a:spcPts val="400"/>
              </a:spcBef>
              <a:buChar char="–"/>
            </a:pPr>
            <a:r>
              <a:rPr lang="en-US" b="1" dirty="0"/>
              <a:t>&lt;title&gt;&lt;/title&gt;</a:t>
            </a:r>
            <a:r>
              <a:rPr lang="en-US" dirty="0"/>
              <a:t> </a:t>
            </a:r>
            <a:r>
              <a:rPr lang="ko-KR" altLang="en-US" dirty="0"/>
              <a:t>태그를 사용하여 제목 지정</a:t>
            </a:r>
          </a:p>
          <a:p>
            <a:pPr marL="1143000" lvl="2" indent="-22860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800"/>
              <a:buChar char="–"/>
            </a:pPr>
            <a:r>
              <a:rPr lang="ko-KR" altLang="en-US" b="1" dirty="0"/>
              <a:t>단락</a:t>
            </a:r>
            <a:r>
              <a:rPr lang="ko-KR" altLang="en-US" dirty="0"/>
              <a:t> </a:t>
            </a:r>
            <a:r>
              <a:rPr lang="en-US" altLang="ko-KR" dirty="0"/>
              <a:t>: 2~3 </a:t>
            </a:r>
            <a:r>
              <a:rPr lang="ko-KR" altLang="en-US" dirty="0"/>
              <a:t>줄 정도 자신을 소개하는 내용</a:t>
            </a:r>
          </a:p>
          <a:p>
            <a:pPr marL="1600200" lvl="3" indent="-228600">
              <a:spcBef>
                <a:spcPts val="400"/>
              </a:spcBef>
              <a:buChar char="–"/>
            </a:pPr>
            <a:r>
              <a:rPr lang="en-US" b="1" dirty="0"/>
              <a:t>&lt;br&gt; </a:t>
            </a:r>
            <a:r>
              <a:rPr lang="en-US" dirty="0" err="1"/>
              <a:t>태그</a:t>
            </a:r>
            <a:r>
              <a:rPr lang="en-US" dirty="0"/>
              <a:t> </a:t>
            </a:r>
            <a:r>
              <a:rPr lang="en-US" dirty="0" err="1"/>
              <a:t>혹은</a:t>
            </a:r>
            <a:r>
              <a:rPr lang="en-US" dirty="0"/>
              <a:t> </a:t>
            </a:r>
            <a:r>
              <a:rPr lang="en-US" b="1" dirty="0"/>
              <a:t>&lt;p&gt; </a:t>
            </a:r>
            <a:r>
              <a:rPr lang="en-US" dirty="0" err="1"/>
              <a:t>태그</a:t>
            </a:r>
            <a:r>
              <a:rPr lang="en-US" dirty="0"/>
              <a:t> </a:t>
            </a:r>
            <a:r>
              <a:rPr lang="en-US" dirty="0" err="1"/>
              <a:t>사용</a:t>
            </a:r>
            <a:endParaRPr dirty="0"/>
          </a:p>
          <a:p>
            <a:pPr marL="1143000" lvl="2" indent="-22860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800"/>
              <a:buChar char="–"/>
            </a:pPr>
            <a:r>
              <a:rPr lang="en-US" b="1" dirty="0"/>
              <a:t>이미지</a:t>
            </a:r>
            <a:r>
              <a:rPr lang="en-US" dirty="0"/>
              <a:t> : </a:t>
            </a:r>
            <a:r>
              <a:rPr lang="ko-KR" altLang="en-US" dirty="0"/>
              <a:t>자신이 좋아하는 </a:t>
            </a:r>
            <a:r>
              <a:rPr lang="en-US" dirty="0" err="1"/>
              <a:t>임의의</a:t>
            </a:r>
            <a:r>
              <a:rPr lang="en-US" dirty="0"/>
              <a:t> </a:t>
            </a:r>
            <a:r>
              <a:rPr lang="en-US" dirty="0" err="1"/>
              <a:t>이미지를</a:t>
            </a:r>
            <a:r>
              <a:rPr lang="en-US" dirty="0"/>
              <a:t> </a:t>
            </a:r>
            <a:r>
              <a:rPr lang="en-US" dirty="0" err="1"/>
              <a:t>추가</a:t>
            </a:r>
            <a:r>
              <a:rPr lang="en-US" dirty="0"/>
              <a:t> (예: src="image.jpg")</a:t>
            </a:r>
            <a:endParaRPr dirty="0"/>
          </a:p>
        </p:txBody>
      </p:sp>
      <p:sp>
        <p:nvSpPr>
          <p:cNvPr id="152" name="Google Shape;152;p13">
            <a:extLst>
              <a:ext uri="{FF2B5EF4-FFF2-40B4-BE49-F238E27FC236}">
                <a16:creationId xmlns:a16="http://schemas.microsoft.com/office/drawing/2014/main" id="{13B424D6-2FDF-15E6-C66A-E76138D4CBD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153" name="Google Shape;153;p13">
            <a:extLst>
              <a:ext uri="{FF2B5EF4-FFF2-40B4-BE49-F238E27FC236}">
                <a16:creationId xmlns:a16="http://schemas.microsoft.com/office/drawing/2014/main" id="{807FB915-B266-AFAB-DA9F-3C63DA95391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421921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4"/>
          <p:cNvSpPr txBox="1">
            <a:spLocks noGrp="1"/>
          </p:cNvSpPr>
          <p:nvPr>
            <p:ph type="title"/>
          </p:nvPr>
        </p:nvSpPr>
        <p:spPr>
          <a:xfrm>
            <a:off x="590550" y="146050"/>
            <a:ext cx="103632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HTML에서 표 태그 사용하기</a:t>
            </a:r>
            <a:br>
              <a:rPr lang="en-US"/>
            </a:br>
            <a:endParaRPr/>
          </a:p>
        </p:txBody>
      </p:sp>
      <p:sp>
        <p:nvSpPr>
          <p:cNvPr id="159" name="Google Shape;159;p14"/>
          <p:cNvSpPr txBox="1">
            <a:spLocks noGrp="1"/>
          </p:cNvSpPr>
          <p:nvPr>
            <p:ph type="body" idx="1"/>
          </p:nvPr>
        </p:nvSpPr>
        <p:spPr>
          <a:xfrm>
            <a:off x="592455" y="1152525"/>
            <a:ext cx="10363200" cy="501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4290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dirty="0"/>
              <a:t>표 </a:t>
            </a:r>
            <a:r>
              <a:rPr lang="en-US" dirty="0" err="1"/>
              <a:t>태그</a:t>
            </a:r>
            <a:r>
              <a:rPr lang="en-US" dirty="0"/>
              <a:t>(Tag)</a:t>
            </a:r>
            <a:endParaRPr dirty="0"/>
          </a:p>
          <a:p>
            <a:pPr marL="342900" lvl="0" indent="-203200" algn="l" rtl="0">
              <a:lnSpc>
                <a:spcPct val="120000"/>
              </a:lnSpc>
              <a:spcBef>
                <a:spcPts val="440"/>
              </a:spcBef>
              <a:spcAft>
                <a:spcPts val="0"/>
              </a:spcAft>
              <a:buSzPts val="2200"/>
              <a:buNone/>
            </a:pPr>
            <a:endParaRPr dirty="0"/>
          </a:p>
          <a:p>
            <a:pPr marL="342900" lvl="0" indent="-203200" algn="l" rtl="0">
              <a:lnSpc>
                <a:spcPct val="120000"/>
              </a:lnSpc>
              <a:spcBef>
                <a:spcPts val="440"/>
              </a:spcBef>
              <a:spcAft>
                <a:spcPts val="0"/>
              </a:spcAft>
              <a:buSzPts val="2200"/>
              <a:buNone/>
            </a:pPr>
            <a:endParaRPr dirty="0"/>
          </a:p>
          <a:p>
            <a:pPr marL="742950" lvl="1" indent="-15875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dirty="0"/>
          </a:p>
          <a:p>
            <a:pPr marL="742950" lvl="1" indent="-15875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dirty="0"/>
          </a:p>
          <a:p>
            <a:pPr marL="742950" lvl="1" indent="-15875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dirty="0"/>
          </a:p>
          <a:p>
            <a:pPr marL="742950" lvl="1" indent="-15875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dirty="0"/>
          </a:p>
          <a:p>
            <a:pPr marL="742950" lvl="1" indent="-28575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2000"/>
              <a:buChar char="⬥"/>
            </a:pPr>
            <a:r>
              <a:rPr lang="en-US" b="1" dirty="0"/>
              <a:t>table</a:t>
            </a:r>
            <a:r>
              <a:rPr lang="en-US" dirty="0"/>
              <a:t>, </a:t>
            </a:r>
            <a:r>
              <a:rPr lang="en-US" dirty="0" err="1"/>
              <a:t>표는</a:t>
            </a:r>
            <a:r>
              <a:rPr lang="en-US" dirty="0"/>
              <a:t> </a:t>
            </a:r>
            <a:r>
              <a:rPr lang="en-US" dirty="0" err="1"/>
              <a:t>데이터를</a:t>
            </a:r>
            <a:r>
              <a:rPr lang="en-US" dirty="0"/>
              <a:t> </a:t>
            </a:r>
            <a:r>
              <a:rPr lang="en-US" dirty="0" err="1"/>
              <a:t>일목요연하게</a:t>
            </a:r>
            <a:r>
              <a:rPr lang="en-US" dirty="0"/>
              <a:t> </a:t>
            </a:r>
            <a:r>
              <a:rPr lang="en-US" dirty="0" err="1"/>
              <a:t>표현하기</a:t>
            </a:r>
            <a:r>
              <a:rPr lang="en-US" dirty="0"/>
              <a:t> </a:t>
            </a:r>
            <a:r>
              <a:rPr lang="en-US" dirty="0" err="1"/>
              <a:t>위한</a:t>
            </a:r>
            <a:r>
              <a:rPr lang="en-US" dirty="0"/>
              <a:t> </a:t>
            </a:r>
            <a:r>
              <a:rPr lang="en-US" dirty="0" err="1"/>
              <a:t>방법이다</a:t>
            </a:r>
            <a:r>
              <a:rPr lang="en-US" dirty="0"/>
              <a:t>.</a:t>
            </a:r>
            <a:endParaRPr dirty="0"/>
          </a:p>
          <a:p>
            <a:pPr marL="742950" lvl="1" indent="-28575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2000"/>
              <a:buChar char="⬥"/>
            </a:pPr>
            <a:r>
              <a:rPr lang="en-US" b="1" dirty="0"/>
              <a:t>border</a:t>
            </a:r>
            <a:r>
              <a:rPr lang="en-US" dirty="0"/>
              <a:t> </a:t>
            </a:r>
            <a:r>
              <a:rPr lang="en-US" dirty="0" err="1"/>
              <a:t>옵션을</a:t>
            </a:r>
            <a:r>
              <a:rPr lang="en-US" dirty="0"/>
              <a:t> </a:t>
            </a:r>
            <a:r>
              <a:rPr lang="en-US" dirty="0" err="1"/>
              <a:t>통해서</a:t>
            </a:r>
            <a:r>
              <a:rPr lang="en-US" dirty="0"/>
              <a:t> 선 </a:t>
            </a:r>
            <a:r>
              <a:rPr lang="en-US" dirty="0" err="1"/>
              <a:t>굵기를</a:t>
            </a:r>
            <a:r>
              <a:rPr lang="en-US" dirty="0"/>
              <a:t> </a:t>
            </a:r>
            <a:r>
              <a:rPr lang="en-US" dirty="0" err="1"/>
              <a:t>나타낼</a:t>
            </a:r>
            <a:r>
              <a:rPr lang="en-US" dirty="0"/>
              <a:t> 수 </a:t>
            </a:r>
            <a:r>
              <a:rPr lang="en-US" dirty="0" err="1"/>
              <a:t>있다</a:t>
            </a:r>
            <a:r>
              <a:rPr lang="en-US" dirty="0"/>
              <a:t>.</a:t>
            </a:r>
            <a:endParaRPr dirty="0"/>
          </a:p>
          <a:p>
            <a:pPr marL="742950" lvl="1" indent="-28575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2000"/>
              <a:buChar char="⬥"/>
            </a:pPr>
            <a:r>
              <a:rPr lang="en-US" dirty="0" err="1"/>
              <a:t>레이아웃으로도</a:t>
            </a:r>
            <a:r>
              <a:rPr lang="en-US" dirty="0"/>
              <a:t> </a:t>
            </a:r>
            <a:r>
              <a:rPr lang="en-US" dirty="0" err="1"/>
              <a:t>활용되나</a:t>
            </a:r>
            <a:r>
              <a:rPr lang="en-US" dirty="0"/>
              <a:t>, </a:t>
            </a:r>
            <a:r>
              <a:rPr lang="en-US" dirty="0" err="1"/>
              <a:t>불가피한</a:t>
            </a:r>
            <a:r>
              <a:rPr lang="en-US" dirty="0"/>
              <a:t> </a:t>
            </a:r>
            <a:r>
              <a:rPr lang="en-US" dirty="0" err="1"/>
              <a:t>경우를</a:t>
            </a:r>
            <a:r>
              <a:rPr lang="en-US" dirty="0"/>
              <a:t> </a:t>
            </a:r>
            <a:r>
              <a:rPr lang="en-US" dirty="0" err="1"/>
              <a:t>제외하면</a:t>
            </a:r>
            <a:r>
              <a:rPr lang="en-US" dirty="0"/>
              <a:t> </a:t>
            </a:r>
            <a:r>
              <a:rPr lang="en-US" dirty="0" err="1"/>
              <a:t>div와</a:t>
            </a:r>
            <a:r>
              <a:rPr lang="en-US" dirty="0"/>
              <a:t> </a:t>
            </a:r>
            <a:r>
              <a:rPr lang="en-US" dirty="0" err="1"/>
              <a:t>css등을</a:t>
            </a:r>
            <a:r>
              <a:rPr lang="en-US" dirty="0"/>
              <a:t> </a:t>
            </a:r>
            <a:r>
              <a:rPr lang="en-US" dirty="0" err="1"/>
              <a:t>이용한다</a:t>
            </a:r>
            <a:r>
              <a:rPr lang="en-US" dirty="0"/>
              <a:t>.</a:t>
            </a:r>
            <a:endParaRPr dirty="0"/>
          </a:p>
          <a:p>
            <a:pPr marL="742950" lvl="1" indent="-28575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2000"/>
              <a:buChar char="⬥"/>
            </a:pPr>
            <a:r>
              <a:rPr lang="en-US" b="1" dirty="0" err="1"/>
              <a:t>th</a:t>
            </a:r>
            <a:r>
              <a:rPr lang="en-US" dirty="0" err="1"/>
              <a:t>는</a:t>
            </a:r>
            <a:r>
              <a:rPr lang="en-US" dirty="0"/>
              <a:t> </a:t>
            </a:r>
            <a:r>
              <a:rPr lang="en-US" dirty="0" err="1"/>
              <a:t>데이터</a:t>
            </a:r>
            <a:r>
              <a:rPr lang="en-US" dirty="0"/>
              <a:t> </a:t>
            </a:r>
            <a:r>
              <a:rPr lang="en-US" dirty="0" err="1"/>
              <a:t>그룹의</a:t>
            </a:r>
            <a:r>
              <a:rPr lang="en-US" dirty="0"/>
              <a:t> </a:t>
            </a:r>
            <a:r>
              <a:rPr lang="en-US" dirty="0" err="1"/>
              <a:t>제목에</a:t>
            </a:r>
            <a:r>
              <a:rPr lang="en-US" dirty="0"/>
              <a:t> </a:t>
            </a:r>
            <a:r>
              <a:rPr lang="en-US" dirty="0" err="1"/>
              <a:t>해당한다</a:t>
            </a:r>
            <a:r>
              <a:rPr lang="en-US" dirty="0"/>
              <a:t>. (header cells)</a:t>
            </a:r>
            <a:endParaRPr dirty="0"/>
          </a:p>
          <a:p>
            <a:pPr marL="742950" lvl="1" indent="-28575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2000"/>
              <a:buChar char="⬥"/>
            </a:pPr>
            <a:r>
              <a:rPr lang="en-US" b="1" dirty="0" err="1"/>
              <a:t>td</a:t>
            </a:r>
            <a:r>
              <a:rPr lang="en-US" dirty="0" err="1"/>
              <a:t>는</a:t>
            </a:r>
            <a:r>
              <a:rPr lang="en-US" dirty="0"/>
              <a:t> </a:t>
            </a:r>
            <a:r>
              <a:rPr lang="en-US" dirty="0" err="1"/>
              <a:t>th에</a:t>
            </a:r>
            <a:r>
              <a:rPr lang="en-US" dirty="0"/>
              <a:t> </a:t>
            </a:r>
            <a:r>
              <a:rPr lang="en-US" dirty="0" err="1"/>
              <a:t>속하는</a:t>
            </a:r>
            <a:r>
              <a:rPr lang="en-US" dirty="0"/>
              <a:t> </a:t>
            </a:r>
            <a:r>
              <a:rPr lang="en-US" dirty="0" err="1"/>
              <a:t>데이터</a:t>
            </a:r>
            <a:r>
              <a:rPr lang="en-US" dirty="0"/>
              <a:t> </a:t>
            </a:r>
            <a:r>
              <a:rPr lang="en-US" dirty="0" err="1"/>
              <a:t>그룹이다</a:t>
            </a:r>
            <a:r>
              <a:rPr lang="en-US" dirty="0"/>
              <a:t>. (standard cells)</a:t>
            </a:r>
            <a:endParaRPr dirty="0"/>
          </a:p>
          <a:p>
            <a:pPr marL="742950" lvl="1" indent="-15875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dirty="0"/>
          </a:p>
          <a:p>
            <a:pPr marL="742950" lvl="1" indent="-15875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dirty="0"/>
          </a:p>
          <a:p>
            <a:pPr marL="457200" lvl="1" indent="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dirty="0"/>
          </a:p>
          <a:p>
            <a:pPr marL="342900" lvl="0" indent="-203200" algn="l" rtl="0">
              <a:lnSpc>
                <a:spcPct val="120000"/>
              </a:lnSpc>
              <a:spcBef>
                <a:spcPts val="440"/>
              </a:spcBef>
              <a:spcAft>
                <a:spcPts val="0"/>
              </a:spcAft>
              <a:buSzPts val="2200"/>
              <a:buNone/>
            </a:pPr>
            <a:endParaRPr dirty="0"/>
          </a:p>
        </p:txBody>
      </p:sp>
      <p:sp>
        <p:nvSpPr>
          <p:cNvPr id="160" name="Google Shape;160;p14"/>
          <p:cNvSpPr txBox="1">
            <a:spLocks noGrp="1"/>
          </p:cNvSpPr>
          <p:nvPr>
            <p:ph type="sldNum" idx="12"/>
          </p:nvPr>
        </p:nvSpPr>
        <p:spPr>
          <a:xfrm>
            <a:off x="9482455" y="641985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sp>
        <p:nvSpPr>
          <p:cNvPr id="161" name="Google Shape;161;p14"/>
          <p:cNvSpPr txBox="1">
            <a:spLocks noGrp="1"/>
          </p:cNvSpPr>
          <p:nvPr>
            <p:ph type="ftr" idx="11"/>
          </p:nvPr>
        </p:nvSpPr>
        <p:spPr>
          <a:xfrm>
            <a:off x="1195705" y="6393180"/>
            <a:ext cx="4146550" cy="349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4"/>
          <p:cNvSpPr/>
          <p:nvPr/>
        </p:nvSpPr>
        <p:spPr>
          <a:xfrm>
            <a:off x="1560195" y="1669415"/>
            <a:ext cx="2586990" cy="212344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&lt;table&gt;</a:t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&lt;tr&gt;</a:t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 &lt;</a:t>
            </a:r>
            <a:r>
              <a:rPr lang="en-US" sz="1100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</a:t>
            </a:r>
            <a:r>
              <a:rPr lang="en-US" sz="11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&gt;제목&lt;/</a:t>
            </a:r>
            <a:r>
              <a:rPr lang="en-US" sz="1100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</a:t>
            </a:r>
            <a:r>
              <a:rPr lang="en-US" sz="11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&gt;</a:t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&lt;/tr&gt;</a:t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&lt;tr&gt;</a:t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 &lt;td&gt;</a:t>
            </a:r>
            <a:r>
              <a:rPr lang="en-US" sz="1100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데이터</a:t>
            </a:r>
            <a:r>
              <a:rPr lang="en-US" sz="11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&lt;/td&gt;</a:t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&lt;/tr&gt;</a:t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&lt;/table&gt;</a:t>
            </a:r>
            <a:endParaRPr dirty="0"/>
          </a:p>
        </p:txBody>
      </p:sp>
      <p:sp>
        <p:nvSpPr>
          <p:cNvPr id="163" name="텍스트 상자 28"/>
          <p:cNvSpPr txBox="1">
            <a:spLocks/>
          </p:cNvSpPr>
          <p:nvPr/>
        </p:nvSpPr>
        <p:spPr>
          <a:xfrm rot="0">
            <a:off x="4640580" y="1485900"/>
            <a:ext cx="5753735" cy="2308225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lang="ko-KR" sz="1800">
                <a:latin typeface="맑은 고딕" charset="0"/>
                <a:ea typeface="맑은 고딕" charset="0"/>
              </a:rPr>
              <a:t>&lt;div</a:t>
            </a:r>
            <a:r>
              <a:rPr lang="ko-KR" sz="1800">
                <a:latin typeface="맑은 고딕" charset="0"/>
                <a:ea typeface="맑은 고딕" charset="0"/>
              </a:rPr>
              <a:t> id = “</a:t>
            </a:r>
            <a:r>
              <a:rPr lang="ko-KR" sz="1800">
                <a:latin typeface="맑은 고딕" charset="0"/>
                <a:ea typeface="맑은 고딕" charset="0"/>
              </a:rPr>
              <a:t>t</a:t>
            </a:r>
            <a:r>
              <a:rPr lang="ko-KR" sz="1800">
                <a:latin typeface="맑은 고딕" charset="0"/>
                <a:ea typeface="맑은 고딕" charset="0"/>
              </a:rPr>
              <a:t>able”&gt;</a:t>
            </a:r>
            <a:r>
              <a:rPr lang="ko-KR" sz="1800">
                <a:latin typeface="맑은 고딕" charset="0"/>
                <a:ea typeface="맑은 고딕" charset="0"/>
              </a:rPr>
              <a:t> 이 </a:t>
            </a:r>
            <a:r>
              <a:rPr lang="ko-KR" sz="1800">
                <a:latin typeface="맑은 고딕" charset="0"/>
                <a:ea typeface="맑은 고딕" charset="0"/>
              </a:rPr>
              <a:t>영역</a:t>
            </a:r>
            <a:r>
              <a:rPr lang="ko-KR" sz="1800">
                <a:latin typeface="맑은 고딕" charset="0"/>
                <a:ea typeface="맑은 고딕" charset="0"/>
              </a:rPr>
              <a:t>을 </a:t>
            </a:r>
            <a:r>
              <a:rPr lang="ko-KR" sz="1800">
                <a:latin typeface="맑은 고딕" charset="0"/>
                <a:ea typeface="맑은 고딕" charset="0"/>
              </a:rPr>
              <a:t>자바 스크</a:t>
            </a:r>
            <a:r>
              <a:rPr lang="ko-KR" sz="1800">
                <a:latin typeface="맑은 고딕" charset="0"/>
                <a:ea typeface="맑은 고딕" charset="0"/>
              </a:rPr>
              <a:t>립트나 </a:t>
            </a:r>
            <a:r>
              <a:rPr lang="ko-KR" sz="1800">
                <a:latin typeface="맑은 고딕" charset="0"/>
                <a:ea typeface="맑은 고딕" charset="0"/>
              </a:rPr>
              <a:t>css로 꾸밀 수 있다 &lt;</a:t>
            </a:r>
            <a:r>
              <a:rPr lang="ko-KR" sz="1800">
                <a:latin typeface="맑은 고딕" charset="0"/>
                <a:ea typeface="맑은 고딕" charset="0"/>
              </a:rPr>
              <a:t>/</a:t>
            </a:r>
            <a:r>
              <a:rPr lang="ko-KR" sz="1800">
                <a:latin typeface="맑은 고딕" charset="0"/>
                <a:ea typeface="맑은 고딕" charset="0"/>
              </a:rPr>
              <a:t>div&gt;</a:t>
            </a:r>
            <a:endParaRPr lang="ko-KR" altLang="en-US" sz="1800">
              <a:latin typeface="맑은 고딕" charset="0"/>
              <a:ea typeface="맑은 고딕" charset="0"/>
            </a:endParaRPr>
          </a:p>
          <a:p>
            <a:pPr marL="0" indent="0" algn="l" hangingPunct="1"/>
            <a:endParaRPr lang="ko-KR" altLang="en-US" sz="1800">
              <a:latin typeface="맑은 고딕" charset="0"/>
              <a:ea typeface="맑은 고딕" charset="0"/>
            </a:endParaRPr>
          </a:p>
          <a:p>
            <a:pPr marL="0" indent="0" algn="l" hangingPunct="1"/>
            <a:r>
              <a:rPr lang="ko-KR" sz="1800">
                <a:latin typeface="맑은 고딕" charset="0"/>
                <a:ea typeface="맑은 고딕" charset="0"/>
              </a:rPr>
              <a:t>Css </a:t>
            </a:r>
            <a:r>
              <a:rPr lang="ko-KR" sz="1800">
                <a:latin typeface="맑은 고딕" charset="0"/>
                <a:ea typeface="맑은 고딕" charset="0"/>
              </a:rPr>
              <a:t>:</a:t>
            </a:r>
            <a:r>
              <a:rPr lang="ko-KR" sz="1800">
                <a:latin typeface="맑은 고딕" charset="0"/>
                <a:ea typeface="맑은 고딕" charset="0"/>
              </a:rPr>
              <a:t> </a:t>
            </a:r>
            <a:r>
              <a:rPr lang="ko-KR" sz="1800">
                <a:latin typeface="맑은 고딕" charset="0"/>
                <a:ea typeface="맑은 고딕" charset="0"/>
              </a:rPr>
              <a:t>꾸밀 때 </a:t>
            </a:r>
            <a:r>
              <a:rPr lang="ko-KR" sz="1800">
                <a:latin typeface="맑은 고딕" charset="0"/>
                <a:ea typeface="맑은 고딕" charset="0"/>
              </a:rPr>
              <a:t>사용</a:t>
            </a:r>
            <a:endParaRPr lang="ko-KR" altLang="en-US" sz="1800">
              <a:latin typeface="맑은 고딕" charset="0"/>
              <a:ea typeface="맑은 고딕" charset="0"/>
            </a:endParaRPr>
          </a:p>
          <a:p>
            <a:pPr marL="0" indent="0" algn="l" hangingPunct="1"/>
            <a:endParaRPr lang="ko-KR" altLang="en-US" sz="1800">
              <a:latin typeface="맑은 고딕" charset="0"/>
              <a:ea typeface="맑은 고딕" charset="0"/>
            </a:endParaRPr>
          </a:p>
          <a:p>
            <a:pPr marL="0" indent="0" algn="l" hangingPunct="1"/>
            <a:r>
              <a:rPr lang="ko-KR" sz="1800">
                <a:latin typeface="맑은 고딕" charset="0"/>
                <a:ea typeface="맑은 고딕" charset="0"/>
              </a:rPr>
              <a:t>J</a:t>
            </a:r>
            <a:r>
              <a:rPr lang="ko-KR" sz="1800">
                <a:latin typeface="맑은 고딕" charset="0"/>
                <a:ea typeface="맑은 고딕" charset="0"/>
              </a:rPr>
              <a:t>avascript </a:t>
            </a:r>
            <a:r>
              <a:rPr lang="ko-KR" sz="1800">
                <a:latin typeface="맑은 고딕" charset="0"/>
                <a:ea typeface="맑은 고딕" charset="0"/>
              </a:rPr>
              <a:t>:</a:t>
            </a:r>
            <a:r>
              <a:rPr lang="ko-KR" sz="1800">
                <a:latin typeface="맑은 고딕" charset="0"/>
                <a:ea typeface="맑은 고딕" charset="0"/>
              </a:rPr>
              <a:t> </a:t>
            </a:r>
            <a:r>
              <a:rPr lang="ko-KR" sz="1800">
                <a:latin typeface="맑은 고딕" charset="0"/>
                <a:ea typeface="맑은 고딕" charset="0"/>
              </a:rPr>
              <a:t>동적으로 </a:t>
            </a:r>
            <a:r>
              <a:rPr lang="ko-KR" sz="1800">
                <a:latin typeface="맑은 고딕" charset="0"/>
                <a:ea typeface="맑은 고딕" charset="0"/>
              </a:rPr>
              <a:t>보여주거나 안</a:t>
            </a:r>
            <a:r>
              <a:rPr lang="ko-KR" sz="1800">
                <a:latin typeface="맑은 고딕" charset="0"/>
                <a:ea typeface="맑은 고딕" charset="0"/>
              </a:rPr>
              <a:t>보여주는 </a:t>
            </a:r>
            <a:r>
              <a:rPr lang="ko-KR" sz="1800">
                <a:latin typeface="맑은 고딕" charset="0"/>
                <a:ea typeface="맑은 고딕" charset="0"/>
              </a:rPr>
              <a:t>기능 ㄱㄴ함 </a:t>
            </a:r>
            <a:r>
              <a:rPr lang="ko-KR" sz="1800">
                <a:latin typeface="맑은 고딕" charset="0"/>
                <a:ea typeface="맑은 고딕" charset="0"/>
              </a:rPr>
              <a:t>-</a:t>
            </a:r>
            <a:r>
              <a:rPr lang="ko-KR" sz="1800">
                <a:latin typeface="맑은 고딕" charset="0"/>
                <a:ea typeface="맑은 고딕" charset="0"/>
              </a:rPr>
              <a:t>&gt; 예를 들어 커서를 </a:t>
            </a:r>
            <a:r>
              <a:rPr lang="ko-KR" sz="1800">
                <a:latin typeface="맑은 고딕" charset="0"/>
                <a:ea typeface="맑은 고딕" charset="0"/>
              </a:rPr>
              <a:t>갖다댈 </a:t>
            </a:r>
            <a:r>
              <a:rPr lang="ko-KR" sz="1800">
                <a:latin typeface="맑은 고딕" charset="0"/>
                <a:ea typeface="맑은 고딕" charset="0"/>
              </a:rPr>
              <a:t>때 보이거나 말거나  -&gt; 한</a:t>
            </a:r>
            <a:r>
              <a:rPr lang="ko-KR" sz="1800">
                <a:latin typeface="맑은 고딕" charset="0"/>
                <a:ea typeface="맑은 고딕" charset="0"/>
              </a:rPr>
              <a:t>마디로 </a:t>
            </a:r>
            <a:r>
              <a:rPr lang="ko-KR" sz="1800">
                <a:latin typeface="맑은 고딕" charset="0"/>
                <a:ea typeface="맑은 고딕" charset="0"/>
              </a:rPr>
              <a:t>이벤트 처</a:t>
            </a:r>
            <a:r>
              <a:rPr lang="ko-KR" sz="1800">
                <a:latin typeface="맑은 고딕" charset="0"/>
                <a:ea typeface="맑은 고딕" charset="0"/>
              </a:rPr>
              <a:t>리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HTML 실습 2-1</a:t>
            </a:r>
            <a:br>
              <a:rPr lang="en-US" dirty="0"/>
            </a:br>
            <a:endParaRPr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BDE7F16-D973-91A6-1E74-67EB4A060F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코드를 작성해 보고 어떤 결과가 나오는지 확인해본다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&lt;table&gt; </a:t>
            </a:r>
            <a:r>
              <a:rPr lang="ko-KR" altLang="en-US" dirty="0"/>
              <a:t>태그를 사용한 코드로 행과 열을 어떻게 표현하는지 생각해본다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68" name="Google Shape;168;p1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sp>
        <p:nvSpPr>
          <p:cNvPr id="169" name="Google Shape;169;p15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15"/>
          <p:cNvSpPr/>
          <p:nvPr/>
        </p:nvSpPr>
        <p:spPr>
          <a:xfrm>
            <a:off x="355600" y="2132674"/>
            <a:ext cx="11480800" cy="4247276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&lt;!DOCTYPE html&gt;</a:t>
            </a:r>
            <a:endParaRPr sz="900"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&lt;html&gt;</a:t>
            </a:r>
            <a:endParaRPr lang="en-US" sz="900"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&lt;head&gt;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9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  &lt;meta charset="UTF-8"&gt;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  </a:t>
            </a:r>
            <a:r>
              <a:rPr lang="en-US" altLang="ko-KR" sz="1050" dirty="0"/>
              <a:t>&lt;title&gt;</a:t>
            </a:r>
            <a:r>
              <a:rPr lang="ko-KR" altLang="en-US" sz="1050" dirty="0"/>
              <a:t>표 실습</a:t>
            </a:r>
            <a:r>
              <a:rPr lang="en-US" altLang="ko-KR" sz="1050" dirty="0"/>
              <a:t>&lt;/title&gt;</a:t>
            </a:r>
            <a:endParaRPr sz="900"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&lt;/head&gt;</a:t>
            </a:r>
            <a:endParaRPr sz="900"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&lt;body&gt;</a:t>
            </a:r>
            <a:endParaRPr sz="900"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  </a:t>
            </a:r>
            <a:r>
              <a:rPr lang="en-US" sz="900" b="1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&lt;table border="1"&gt;</a:t>
            </a:r>
            <a:endParaRPr sz="900"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      &lt;tr&gt;</a:t>
            </a:r>
            <a:endParaRPr sz="900"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          &lt;td&gt;</a:t>
            </a:r>
            <a:r>
              <a:rPr lang="en-US" sz="900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이름</a:t>
            </a:r>
            <a:r>
              <a:rPr lang="en-US" sz="9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&lt;/td&gt;&lt;td&gt;</a:t>
            </a:r>
            <a:r>
              <a:rPr lang="en-US" sz="900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성별</a:t>
            </a:r>
            <a:r>
              <a:rPr lang="en-US" sz="9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&lt;/td&gt;&lt;td&gt;</a:t>
            </a:r>
            <a:r>
              <a:rPr lang="en-US" sz="900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나이</a:t>
            </a:r>
            <a:r>
              <a:rPr lang="en-US" sz="9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&lt;/td&gt;</a:t>
            </a:r>
            <a:endParaRPr sz="900"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      &lt;/tr&gt;</a:t>
            </a:r>
            <a:endParaRPr sz="900"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      &lt;tr&gt;</a:t>
            </a:r>
            <a:endParaRPr sz="900"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          &lt;td&gt;</a:t>
            </a:r>
            <a:r>
              <a:rPr lang="en-US" sz="900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홍길동</a:t>
            </a:r>
            <a:r>
              <a:rPr lang="en-US" sz="9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&lt;/td&gt;&lt;td&gt;남&lt;/td&gt;&lt;td&gt;6&lt;/td&gt;</a:t>
            </a:r>
            <a:endParaRPr sz="900"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      &lt;/tr&gt;</a:t>
            </a:r>
            <a:endParaRPr sz="900"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      &lt;tr&gt;</a:t>
            </a:r>
            <a:endParaRPr sz="900"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          &lt;td&gt;</a:t>
            </a:r>
            <a:r>
              <a:rPr lang="en-US" sz="900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성춘향</a:t>
            </a:r>
            <a:r>
              <a:rPr lang="en-US" sz="9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&lt;/td&gt;&lt;td&gt;여&lt;/td&gt;&lt;td&gt;2&lt;/td&gt;</a:t>
            </a:r>
            <a:endParaRPr sz="900"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      &lt;/tr&gt;</a:t>
            </a:r>
            <a:endParaRPr sz="900"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  &lt;/table&gt;</a:t>
            </a:r>
            <a:endParaRPr sz="900"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&lt;/body&gt;</a:t>
            </a:r>
            <a:endParaRPr sz="900"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&lt;/html&gt;</a:t>
            </a:r>
            <a:endParaRPr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6"/>
          <p:cNvSpPr txBox="1">
            <a:spLocks noGrp="1"/>
          </p:cNvSpPr>
          <p:nvPr>
            <p:ph type="title"/>
          </p:nvPr>
        </p:nvSpPr>
        <p:spPr>
          <a:xfrm>
            <a:off x="590550" y="146050"/>
            <a:ext cx="103632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HTML을 사용한 표 태그에서 속성 및 스타일링하기</a:t>
            </a:r>
            <a:endParaRPr/>
          </a:p>
        </p:txBody>
      </p:sp>
      <p:sp>
        <p:nvSpPr>
          <p:cNvPr id="176" name="Google Shape;176;p16"/>
          <p:cNvSpPr txBox="1">
            <a:spLocks noGrp="1"/>
          </p:cNvSpPr>
          <p:nvPr>
            <p:ph type="body" idx="1"/>
          </p:nvPr>
        </p:nvSpPr>
        <p:spPr>
          <a:xfrm>
            <a:off x="592455" y="1152525"/>
            <a:ext cx="10363200" cy="501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dirty="0"/>
              <a:t>표 </a:t>
            </a:r>
            <a:r>
              <a:rPr lang="en-US" dirty="0" err="1"/>
              <a:t>태그에서</a:t>
            </a:r>
            <a:r>
              <a:rPr lang="en-US" dirty="0"/>
              <a:t> </a:t>
            </a:r>
            <a:r>
              <a:rPr lang="en-US" dirty="0" err="1"/>
              <a:t>속성</a:t>
            </a:r>
            <a:endParaRPr dirty="0"/>
          </a:p>
          <a:p>
            <a:pPr marL="742950" lvl="1" indent="-285750" algn="l" rtl="0">
              <a:lnSpc>
                <a:spcPct val="120000"/>
              </a:lnSpc>
              <a:spcBef>
                <a:spcPts val="320"/>
              </a:spcBef>
              <a:spcAft>
                <a:spcPts val="0"/>
              </a:spcAft>
              <a:buSzPts val="1600"/>
              <a:buChar char="⬥"/>
            </a:pPr>
            <a:r>
              <a:rPr lang="en-US" sz="1600" b="1" dirty="0"/>
              <a:t>border</a:t>
            </a:r>
            <a:r>
              <a:rPr lang="en-US" sz="1600" dirty="0"/>
              <a:t> : </a:t>
            </a:r>
            <a:r>
              <a:rPr lang="en-US" sz="1600" dirty="0" err="1"/>
              <a:t>테두리</a:t>
            </a:r>
            <a:r>
              <a:rPr lang="en-US" sz="1600" dirty="0"/>
              <a:t> </a:t>
            </a:r>
            <a:r>
              <a:rPr lang="en-US" sz="1600" dirty="0" err="1"/>
              <a:t>설정</a:t>
            </a:r>
            <a:endParaRPr dirty="0"/>
          </a:p>
          <a:p>
            <a:pPr marL="742950" lvl="1" indent="-285750" algn="l" rtl="0">
              <a:lnSpc>
                <a:spcPct val="120000"/>
              </a:lnSpc>
              <a:spcBef>
                <a:spcPts val="320"/>
              </a:spcBef>
              <a:spcAft>
                <a:spcPts val="0"/>
              </a:spcAft>
              <a:buSzPts val="1600"/>
              <a:buChar char="⬥"/>
            </a:pPr>
            <a:r>
              <a:rPr lang="en-US" sz="1600" b="1" dirty="0" err="1"/>
              <a:t>colspan</a:t>
            </a:r>
            <a:r>
              <a:rPr lang="en-US" sz="1600" dirty="0"/>
              <a:t> : </a:t>
            </a:r>
            <a:r>
              <a:rPr lang="ko-KR" altLang="en-US" sz="1600" dirty="0"/>
              <a:t>하나의 셀을 여러 개의 열</a:t>
            </a:r>
            <a:r>
              <a:rPr lang="en-US" altLang="ko-KR" sz="1600" dirty="0"/>
              <a:t>(column)</a:t>
            </a:r>
            <a:r>
              <a:rPr lang="ko-KR" altLang="en-US" sz="1600" dirty="0"/>
              <a:t>에 걸쳐 합침</a:t>
            </a:r>
            <a:endParaRPr dirty="0"/>
          </a:p>
          <a:p>
            <a:pPr marL="742950" lvl="1" indent="-285750" algn="l" rtl="0">
              <a:lnSpc>
                <a:spcPct val="120000"/>
              </a:lnSpc>
              <a:spcBef>
                <a:spcPts val="320"/>
              </a:spcBef>
              <a:spcAft>
                <a:spcPts val="0"/>
              </a:spcAft>
              <a:buSzPts val="1600"/>
              <a:buChar char="⬥"/>
            </a:pPr>
            <a:r>
              <a:rPr lang="en-US" sz="1600" b="1" dirty="0" err="1"/>
              <a:t>rowspan</a:t>
            </a:r>
            <a:r>
              <a:rPr lang="en-US" sz="1600" dirty="0"/>
              <a:t> : </a:t>
            </a:r>
            <a:r>
              <a:rPr lang="ko-KR" altLang="en-US" sz="1600" dirty="0"/>
              <a:t>하나의 셀을 여러 개의 행</a:t>
            </a:r>
            <a:r>
              <a:rPr lang="en-US" altLang="ko-KR" sz="1600" dirty="0"/>
              <a:t>(row)</a:t>
            </a:r>
            <a:r>
              <a:rPr lang="ko-KR" altLang="en-US" sz="1600" dirty="0"/>
              <a:t>에 걸쳐 합침</a:t>
            </a:r>
          </a:p>
          <a:p>
            <a:pPr marL="342900" lvl="0" indent="-342900" algn="l" rtl="0">
              <a:lnSpc>
                <a:spcPct val="120000"/>
              </a:lnSpc>
              <a:spcBef>
                <a:spcPts val="440"/>
              </a:spcBef>
              <a:spcAft>
                <a:spcPts val="0"/>
              </a:spcAft>
              <a:buSzPts val="2200"/>
              <a:buChar char="■"/>
            </a:pPr>
            <a:endParaRPr lang="en-US" altLang="ko-KR" dirty="0"/>
          </a:p>
          <a:p>
            <a:pPr marL="342900" lvl="0" indent="-342900" algn="l" rtl="0">
              <a:lnSpc>
                <a:spcPct val="120000"/>
              </a:lnSpc>
              <a:spcBef>
                <a:spcPts val="440"/>
              </a:spcBef>
              <a:spcAft>
                <a:spcPts val="0"/>
              </a:spcAft>
              <a:buSzPts val="2200"/>
              <a:buChar char="■"/>
            </a:pPr>
            <a:r>
              <a:rPr lang="ko-KR" altLang="en-US" dirty="0"/>
              <a:t>병합된 셀 </a:t>
            </a:r>
            <a:r>
              <a:rPr lang="en-US" altLang="ko-KR" dirty="0"/>
              <a:t>/</a:t>
            </a:r>
            <a:r>
              <a:rPr lang="ko-KR" altLang="en-US" dirty="0"/>
              <a:t>표 스타일링</a:t>
            </a:r>
          </a:p>
          <a:p>
            <a:pPr marL="742950" lvl="1" indent="-15875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dirty="0"/>
          </a:p>
        </p:txBody>
      </p:sp>
      <p:sp>
        <p:nvSpPr>
          <p:cNvPr id="177" name="Google Shape;177;p16"/>
          <p:cNvSpPr txBox="1">
            <a:spLocks noGrp="1"/>
          </p:cNvSpPr>
          <p:nvPr>
            <p:ph type="sldNum" idx="12"/>
          </p:nvPr>
        </p:nvSpPr>
        <p:spPr>
          <a:xfrm>
            <a:off x="9482455" y="641985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178" name="Google Shape;178;p16"/>
          <p:cNvSpPr txBox="1">
            <a:spLocks noGrp="1"/>
          </p:cNvSpPr>
          <p:nvPr>
            <p:ph type="ftr" idx="11"/>
          </p:nvPr>
        </p:nvSpPr>
        <p:spPr>
          <a:xfrm>
            <a:off x="1195705" y="6393180"/>
            <a:ext cx="4146550" cy="349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179" name="Google Shape;179;p16"/>
          <p:cNvGraphicFramePr/>
          <p:nvPr>
            <p:extLst>
              <p:ext uri="{D42A27DB-BD31-4B8C-83A1-F6EECF244321}">
                <p14:modId xmlns:p14="http://schemas.microsoft.com/office/powerpoint/2010/main" val="2779365651"/>
              </p:ext>
            </p:extLst>
          </p:nvPr>
        </p:nvGraphicFramePr>
        <p:xfrm>
          <a:off x="912441" y="3630757"/>
          <a:ext cx="3337675" cy="1767850"/>
        </p:xfrm>
        <a:graphic>
          <a:graphicData uri="http://schemas.openxmlformats.org/drawingml/2006/table">
            <a:tbl>
              <a:tblPr firstRow="1" bandRow="1">
                <a:noFill/>
                <a:tableStyleId>{B143AD15-18FB-48BD-BE4C-7BDFF432765B}</a:tableStyleId>
              </a:tblPr>
              <a:tblGrid>
                <a:gridCol w="3337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62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 dirty="0">
                          <a:solidFill>
                            <a:schemeClr val="dk1"/>
                          </a:solidFill>
                        </a:rPr>
                        <a:t>&lt;table border="1"&gt;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u="none" strike="noStrike" cap="none" dirty="0">
                          <a:solidFill>
                            <a:schemeClr val="dk1"/>
                          </a:solidFill>
                        </a:rPr>
                        <a:t>  &lt;tr&gt;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u="none" strike="noStrike" cap="none" dirty="0">
                          <a:solidFill>
                            <a:schemeClr val="dk1"/>
                          </a:solidFill>
                        </a:rPr>
                        <a:t>    &lt;</a:t>
                      </a:r>
                      <a:r>
                        <a:rPr lang="en-US" sz="1100" b="0" u="none" strike="noStrike" cap="none" dirty="0" err="1">
                          <a:solidFill>
                            <a:schemeClr val="dk1"/>
                          </a:solidFill>
                        </a:rPr>
                        <a:t>th</a:t>
                      </a:r>
                      <a:r>
                        <a:rPr lang="en-US" sz="1100" b="1" u="none" strike="noStrike" cap="none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b="1" u="none" strike="noStrike" cap="none" dirty="0" err="1">
                          <a:solidFill>
                            <a:schemeClr val="dk1"/>
                          </a:solidFill>
                        </a:rPr>
                        <a:t>colspan</a:t>
                      </a:r>
                      <a:r>
                        <a:rPr lang="en-US" sz="1100" b="0" u="none" strike="noStrike" cap="none" dirty="0">
                          <a:solidFill>
                            <a:schemeClr val="dk1"/>
                          </a:solidFill>
                        </a:rPr>
                        <a:t>="2"&gt;</a:t>
                      </a:r>
                      <a:r>
                        <a:rPr lang="en-US" sz="1100" b="0" u="none" strike="noStrike" cap="none" dirty="0" err="1">
                          <a:solidFill>
                            <a:schemeClr val="dk1"/>
                          </a:solidFill>
                        </a:rPr>
                        <a:t>이름</a:t>
                      </a:r>
                      <a:r>
                        <a:rPr lang="en-US" sz="1100" b="0" u="none" strike="noStrike" cap="none" dirty="0">
                          <a:solidFill>
                            <a:schemeClr val="dk1"/>
                          </a:solidFill>
                        </a:rPr>
                        <a:t>&lt;/</a:t>
                      </a:r>
                      <a:r>
                        <a:rPr lang="en-US" sz="1100" b="0" u="none" strike="noStrike" cap="none" dirty="0" err="1">
                          <a:solidFill>
                            <a:schemeClr val="dk1"/>
                          </a:solidFill>
                        </a:rPr>
                        <a:t>th</a:t>
                      </a:r>
                      <a:r>
                        <a:rPr lang="en-US" sz="1100" b="0" u="none" strike="noStrike" cap="none" dirty="0">
                          <a:solidFill>
                            <a:schemeClr val="dk1"/>
                          </a:solidFill>
                        </a:rPr>
                        <a:t>&gt;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u="none" strike="noStrike" cap="none" dirty="0">
                          <a:solidFill>
                            <a:schemeClr val="dk1"/>
                          </a:solidFill>
                        </a:rPr>
                        <a:t>    &lt;</a:t>
                      </a:r>
                      <a:r>
                        <a:rPr lang="en-US" sz="1100" b="0" u="none" strike="noStrike" cap="none" dirty="0" err="1">
                          <a:solidFill>
                            <a:schemeClr val="dk1"/>
                          </a:solidFill>
                        </a:rPr>
                        <a:t>th</a:t>
                      </a:r>
                      <a:r>
                        <a:rPr lang="en-US" sz="1100" b="0" u="none" strike="noStrike" cap="none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b="1" u="none" strike="noStrike" cap="none" dirty="0" err="1">
                          <a:solidFill>
                            <a:schemeClr val="dk1"/>
                          </a:solidFill>
                        </a:rPr>
                        <a:t>rowspan</a:t>
                      </a:r>
                      <a:r>
                        <a:rPr lang="en-US" sz="1100" b="0" u="none" strike="noStrike" cap="none" dirty="0">
                          <a:solidFill>
                            <a:schemeClr val="dk1"/>
                          </a:solidFill>
                        </a:rPr>
                        <a:t>="2"&gt;</a:t>
                      </a:r>
                      <a:r>
                        <a:rPr lang="en-US" sz="1100" b="0" u="none" strike="noStrike" cap="none" dirty="0" err="1">
                          <a:solidFill>
                            <a:schemeClr val="dk1"/>
                          </a:solidFill>
                        </a:rPr>
                        <a:t>직업</a:t>
                      </a:r>
                      <a:r>
                        <a:rPr lang="en-US" sz="1100" b="0" u="none" strike="noStrike" cap="none" dirty="0">
                          <a:solidFill>
                            <a:schemeClr val="dk1"/>
                          </a:solidFill>
                        </a:rPr>
                        <a:t>&lt;/</a:t>
                      </a:r>
                      <a:r>
                        <a:rPr lang="en-US" sz="1100" b="0" u="none" strike="noStrike" cap="none" dirty="0" err="1">
                          <a:solidFill>
                            <a:schemeClr val="dk1"/>
                          </a:solidFill>
                        </a:rPr>
                        <a:t>th</a:t>
                      </a:r>
                      <a:r>
                        <a:rPr lang="en-US" sz="1100" b="0" u="none" strike="noStrike" cap="none" dirty="0">
                          <a:solidFill>
                            <a:schemeClr val="dk1"/>
                          </a:solidFill>
                        </a:rPr>
                        <a:t>&gt;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u="none" strike="noStrike" cap="none" dirty="0">
                          <a:solidFill>
                            <a:schemeClr val="dk1"/>
                          </a:solidFill>
                        </a:rPr>
                        <a:t>  &lt;/tr&gt;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u="none" strike="noStrike" cap="none" dirty="0">
                          <a:solidFill>
                            <a:schemeClr val="dk1"/>
                          </a:solidFill>
                        </a:rPr>
                        <a:t>  &lt;tr&gt;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u="none" strike="noStrike" cap="none" dirty="0">
                          <a:solidFill>
                            <a:schemeClr val="dk1"/>
                          </a:solidFill>
                        </a:rPr>
                        <a:t>    &lt;td&gt;</a:t>
                      </a:r>
                      <a:r>
                        <a:rPr lang="en-US" sz="1100" b="0" u="none" strike="noStrike" cap="none" dirty="0" err="1">
                          <a:solidFill>
                            <a:schemeClr val="dk1"/>
                          </a:solidFill>
                        </a:rPr>
                        <a:t>홍길동</a:t>
                      </a:r>
                      <a:r>
                        <a:rPr lang="en-US" sz="1100" b="0" u="none" strike="noStrike" cap="none" dirty="0">
                          <a:solidFill>
                            <a:schemeClr val="dk1"/>
                          </a:solidFill>
                        </a:rPr>
                        <a:t>&lt;/td&gt;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u="none" strike="noStrike" cap="none" dirty="0">
                          <a:solidFill>
                            <a:schemeClr val="dk1"/>
                          </a:solidFill>
                        </a:rPr>
                        <a:t>    &lt;td&gt;</a:t>
                      </a:r>
                      <a:r>
                        <a:rPr lang="en-US" sz="1100" b="0" u="none" strike="noStrike" cap="none" dirty="0" err="1">
                          <a:solidFill>
                            <a:schemeClr val="dk1"/>
                          </a:solidFill>
                        </a:rPr>
                        <a:t>김영희</a:t>
                      </a:r>
                      <a:r>
                        <a:rPr lang="en-US" sz="1100" b="0" u="none" strike="noStrike" cap="none" dirty="0">
                          <a:solidFill>
                            <a:schemeClr val="dk1"/>
                          </a:solidFill>
                        </a:rPr>
                        <a:t>&lt;/td&gt;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u="none" strike="noStrike" cap="none" dirty="0">
                          <a:solidFill>
                            <a:schemeClr val="dk1"/>
                          </a:solidFill>
                        </a:rPr>
                        <a:t>  &lt;/tr&gt;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 dirty="0">
                          <a:solidFill>
                            <a:schemeClr val="dk1"/>
                          </a:solidFill>
                        </a:rPr>
                        <a:t>&lt;/table&gt;</a:t>
                      </a:r>
                      <a:endParaRPr sz="1100" b="1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80" name="Google Shape;180;p16"/>
          <p:cNvGraphicFramePr>
            <a:graphicFrameLocks noGrp="1"/>
          </p:cNvGraphicFramePr>
          <p:nvPr/>
        </p:nvGraphicFramePr>
        <p:xfrm>
          <a:off x="3984625" y="3743325"/>
          <a:ext cx="4533900" cy="1780540"/>
        </p:xfrm>
        <a:graphic>
          <a:graphicData uri="http://schemas.openxmlformats.org/drawingml/2006/table">
            <a:tbl>
              <a:tblPr firstRow="1" bandRow="1">
                <a:tableStyleId>{00000000-0000-0000-0000-000000000000}</a:tableStyleId>
              </a:tblPr>
              <a:tblGrid>
                <a:gridCol w="4533900"/>
              </a:tblGrid>
              <a:tr h="1780540">
                <a:tc>
                  <a:txBody>
                    <a:bodyPr/>
                    <a:lstStyle/>
                    <a:p>
                      <a:pPr marL="0" indent="0" rtl="0" algn="l" lvl="1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100" kern="1200" cap="none" b="1" strike="noStrike">
                          <a:solidFill>
                            <a:srgbClr val="41280D"/>
                          </a:solidFill>
                        </a:rPr>
                        <a:t>&lt;table border="1" style="width: 50%; text-align: center;"&gt;</a:t>
                      </a:r>
                      <a:endParaRPr lang="ko-KR" altLang="en-US" sz="1100" kern="1200" cap="none" b="1" strike="noStrike">
                        <a:solidFill>
                          <a:srgbClr val="41280D"/>
                        </a:solidFill>
                      </a:endParaRPr>
                    </a:p>
                    <a:p>
                      <a:pPr marL="0" indent="0" rtl="0" algn="l" lvl="1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100" kern="1200" cap="none" b="0" strike="noStrike">
                          <a:solidFill>
                            <a:srgbClr val="41280D"/>
                          </a:solidFill>
                        </a:rPr>
                        <a:t>  &lt;tr&gt;</a:t>
                      </a:r>
                      <a:endParaRPr lang="ko-KR" altLang="en-US" sz="1100" kern="1200" cap="none" b="0" strike="noStrike">
                        <a:solidFill>
                          <a:srgbClr val="41280D"/>
                        </a:solidFill>
                      </a:endParaRPr>
                    </a:p>
                    <a:p>
                      <a:pPr marL="0" indent="0" rtl="0" algn="l" lvl="1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100" kern="1200" cap="none" b="0" strike="noStrike">
                          <a:solidFill>
                            <a:srgbClr val="41280D"/>
                          </a:solidFill>
                        </a:rPr>
                        <a:t>    &lt;th&gt;상품명&lt;/th&gt;</a:t>
                      </a:r>
                      <a:endParaRPr lang="ko-KR" altLang="en-US" sz="1100" kern="1200" cap="none" b="0" strike="noStrike">
                        <a:solidFill>
                          <a:srgbClr val="41280D"/>
                        </a:solidFill>
                      </a:endParaRPr>
                    </a:p>
                    <a:p>
                      <a:pPr marL="0" indent="0" rtl="0" algn="l" lvl="1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100" kern="1200" cap="none" b="0" strike="noStrike">
                          <a:solidFill>
                            <a:srgbClr val="41280D"/>
                          </a:solidFill>
                        </a:rPr>
                        <a:t>    &lt;th&gt;가격&lt;/th&gt;</a:t>
                      </a:r>
                      <a:endParaRPr lang="ko-KR" altLang="en-US" sz="1100" kern="1200" cap="none" b="0" strike="noStrike">
                        <a:solidFill>
                          <a:srgbClr val="41280D"/>
                        </a:solidFill>
                      </a:endParaRPr>
                    </a:p>
                    <a:p>
                      <a:pPr marL="0" indent="0" rtl="0" algn="l" lvl="1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100" kern="1200" cap="none" b="0" strike="noStrike">
                          <a:solidFill>
                            <a:srgbClr val="41280D"/>
                          </a:solidFill>
                        </a:rPr>
                        <a:t>  &lt;/tr&gt;</a:t>
                      </a:r>
                      <a:endParaRPr lang="ko-KR" altLang="en-US" sz="1100" kern="1200" cap="none" b="0" strike="noStrike">
                        <a:solidFill>
                          <a:srgbClr val="41280D"/>
                        </a:solidFill>
                      </a:endParaRPr>
                    </a:p>
                    <a:p>
                      <a:pPr marL="0" indent="0" rtl="0" algn="l" lvl="1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100" kern="1200" cap="none" b="0" strike="noStrike">
                          <a:solidFill>
                            <a:srgbClr val="41280D"/>
                          </a:solidFill>
                        </a:rPr>
                        <a:t>  &lt;tr&gt;</a:t>
                      </a:r>
                      <a:endParaRPr lang="ko-KR" altLang="en-US" sz="1100" kern="1200" cap="none" b="0" strike="noStrike">
                        <a:solidFill>
                          <a:srgbClr val="41280D"/>
                        </a:solidFill>
                      </a:endParaRPr>
                    </a:p>
                    <a:p>
                      <a:pPr marL="0" indent="0" rtl="0" algn="l" lvl="1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100" kern="1200" cap="none" b="0" strike="noStrike">
                          <a:solidFill>
                            <a:srgbClr val="41280D"/>
                          </a:solidFill>
                        </a:rPr>
                        <a:t>    &lt;td&gt;노트북&lt;/td&gt;</a:t>
                      </a:r>
                      <a:endParaRPr lang="ko-KR" altLang="en-US" sz="1100" kern="1200" cap="none" b="0" strike="noStrike">
                        <a:solidFill>
                          <a:srgbClr val="41280D"/>
                        </a:solidFill>
                      </a:endParaRPr>
                    </a:p>
                    <a:p>
                      <a:pPr marL="0" indent="0" rtl="0" algn="l" lvl="1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100" kern="1200" cap="none" b="0" strike="noStrike">
                          <a:solidFill>
                            <a:srgbClr val="41280D"/>
                          </a:solidFill>
                        </a:rPr>
                        <a:t>    &lt;td&gt;1,000,000원&lt;/td&gt;</a:t>
                      </a:r>
                      <a:endParaRPr lang="ko-KR" altLang="en-US" sz="1100" kern="1200" cap="none" b="0" strike="noStrike">
                        <a:solidFill>
                          <a:srgbClr val="41280D"/>
                        </a:solidFill>
                      </a:endParaRPr>
                    </a:p>
                    <a:p>
                      <a:pPr marL="0" indent="0" rtl="0" algn="l" lvl="1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100" kern="1200" cap="none" b="0" strike="noStrike">
                          <a:solidFill>
                            <a:srgbClr val="41280D"/>
                          </a:solidFill>
                        </a:rPr>
                        <a:t>  &lt;/tr&gt;</a:t>
                      </a:r>
                      <a:endParaRPr lang="ko-KR" altLang="en-US" sz="1100" kern="1200" cap="none" b="0" strike="noStrike">
                        <a:solidFill>
                          <a:srgbClr val="41280D"/>
                        </a:solidFill>
                      </a:endParaRPr>
                    </a:p>
                    <a:p>
                      <a:pPr marL="0" indent="0" rtl="0" algn="l" lvl="1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100" kern="1200" cap="none" b="1" strike="noStrike">
                          <a:solidFill>
                            <a:srgbClr val="41280D"/>
                          </a:solidFill>
                        </a:rPr>
                        <a:t>&lt;/table&gt;</a:t>
                      </a:r>
                      <a:endParaRPr lang="ko-KR" altLang="en-US" sz="1100" kern="1200" cap="none" b="1" strike="noStrike">
                        <a:solidFill>
                          <a:srgbClr val="41280D"/>
                        </a:solidFill>
                      </a:endParaRPr>
                    </a:p>
                  </a:txBody>
                  <a:tcPr marL="91440" marR="91440" marT="45720" marB="45720" anchor="t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81" name="잉크 29"/>
              <p14:cNvContentPartPr/>
              <p14:nvPr/>
            </p14:nvContentPartPr>
            <p14:xfrm>
              <a:off x="7155180" y="1356360"/>
              <a:ext cx="190500" cy="1905000"/>
            </p14:xfrm>
          </p:contentPart>
        </mc:Choice>
        <mc:Fallback>
          <p:pic>
            <p:nvPicPr>
              <p:cNvPr id="181" name="잉크 29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155180" y="1356360"/>
                <a:ext cx="190500" cy="190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82" name="잉크 30"/>
              <p14:cNvContentPartPr/>
              <p14:nvPr/>
            </p14:nvContentPartPr>
            <p14:xfrm>
              <a:off x="7612380" y="1584960"/>
              <a:ext cx="708660" cy="914400"/>
            </p14:xfrm>
          </p:contentPart>
        </mc:Choice>
        <mc:Fallback>
          <p:pic>
            <p:nvPicPr>
              <p:cNvPr id="182" name="잉크 30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612380" y="1584960"/>
                <a:ext cx="708660" cy="91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83" name="잉크 31"/>
              <p14:cNvContentPartPr/>
              <p14:nvPr/>
            </p14:nvContentPartPr>
            <p14:xfrm>
              <a:off x="7101840" y="3230880"/>
              <a:ext cx="2103120" cy="2438400"/>
            </p14:xfrm>
          </p:contentPart>
        </mc:Choice>
        <mc:Fallback>
          <p:pic>
            <p:nvPicPr>
              <p:cNvPr id="183" name="잉크 31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101840" y="3230880"/>
                <a:ext cx="2103120" cy="2438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7"/>
          <p:cNvSpPr txBox="1">
            <a:spLocks noGrp="1"/>
          </p:cNvSpPr>
          <p:nvPr>
            <p:ph type="title"/>
          </p:nvPr>
        </p:nvSpPr>
        <p:spPr>
          <a:xfrm>
            <a:off x="590550" y="146050"/>
            <a:ext cx="103632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HTML 실습 2-2</a:t>
            </a:r>
            <a:br>
              <a:rPr lang="en-US" dirty="0"/>
            </a:br>
            <a:endParaRPr dirty="0"/>
          </a:p>
        </p:txBody>
      </p:sp>
      <p:sp>
        <p:nvSpPr>
          <p:cNvPr id="186" name="Google Shape;186;p17"/>
          <p:cNvSpPr txBox="1">
            <a:spLocks noGrp="1"/>
          </p:cNvSpPr>
          <p:nvPr>
            <p:ph type="body" idx="1"/>
          </p:nvPr>
        </p:nvSpPr>
        <p:spPr>
          <a:xfrm>
            <a:off x="592455" y="1152525"/>
            <a:ext cx="10363200" cy="627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dirty="0" err="1"/>
              <a:t>다음</a:t>
            </a:r>
            <a:r>
              <a:rPr lang="en-US" dirty="0"/>
              <a:t> </a:t>
            </a:r>
            <a:r>
              <a:rPr lang="en-US" dirty="0" err="1"/>
              <a:t>데이터를</a:t>
            </a:r>
            <a:r>
              <a:rPr lang="en-US" dirty="0"/>
              <a:t> </a:t>
            </a:r>
            <a:r>
              <a:rPr lang="en-US" dirty="0" err="1"/>
              <a:t>참고하여</a:t>
            </a:r>
            <a:r>
              <a:rPr lang="en-US" dirty="0"/>
              <a:t> Table </a:t>
            </a:r>
            <a:r>
              <a:rPr lang="en-US" dirty="0" err="1"/>
              <a:t>태그를</a:t>
            </a:r>
            <a:r>
              <a:rPr lang="en-US" dirty="0"/>
              <a:t> </a:t>
            </a:r>
            <a:r>
              <a:rPr lang="en-US" dirty="0" err="1"/>
              <a:t>사용해서</a:t>
            </a:r>
            <a:r>
              <a:rPr lang="en-US" dirty="0"/>
              <a:t> </a:t>
            </a:r>
            <a:r>
              <a:rPr lang="en-US" dirty="0" err="1"/>
              <a:t>만들어</a:t>
            </a:r>
            <a:r>
              <a:rPr lang="en-US" dirty="0"/>
              <a:t> 보시오.</a:t>
            </a:r>
            <a:endParaRPr dirty="0"/>
          </a:p>
        </p:txBody>
      </p:sp>
      <p:sp>
        <p:nvSpPr>
          <p:cNvPr id="187" name="Google Shape;187;p17"/>
          <p:cNvSpPr txBox="1">
            <a:spLocks noGrp="1"/>
          </p:cNvSpPr>
          <p:nvPr>
            <p:ph type="sldNum" idx="12"/>
          </p:nvPr>
        </p:nvSpPr>
        <p:spPr>
          <a:xfrm>
            <a:off x="9482455" y="641985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sp>
        <p:nvSpPr>
          <p:cNvPr id="188" name="Google Shape;188;p17"/>
          <p:cNvSpPr txBox="1">
            <a:spLocks noGrp="1"/>
          </p:cNvSpPr>
          <p:nvPr>
            <p:ph type="ftr" idx="11"/>
          </p:nvPr>
        </p:nvSpPr>
        <p:spPr>
          <a:xfrm>
            <a:off x="1195705" y="6393180"/>
            <a:ext cx="4146550" cy="349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189" name="Google Shape;189;p17"/>
          <p:cNvGraphicFramePr/>
          <p:nvPr/>
        </p:nvGraphicFramePr>
        <p:xfrm>
          <a:off x="835329" y="1843190"/>
          <a:ext cx="10363200" cy="1923100"/>
        </p:xfrm>
        <a:graphic>
          <a:graphicData uri="http://schemas.openxmlformats.org/drawingml/2006/table">
            <a:tbl>
              <a:tblPr>
                <a:noFill/>
                <a:tableStyleId>{6246F7F3-65B4-4687-8165-8F984BE82663}</a:tableStyleId>
              </a:tblPr>
              <a:tblGrid>
                <a:gridCol w="259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0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dk1"/>
                          </a:solidFill>
                        </a:rPr>
                        <a:t>제품명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</a:rPr>
                        <a:t>카테고리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</a:rPr>
                        <a:t>가격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</a:rPr>
                        <a:t>재고 상태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노트북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전자제품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1,200,000원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재고 있음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스마트폰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전자제품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800,000원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재고 부족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 err="1"/>
                        <a:t>책상</a:t>
                      </a:r>
                      <a:endParaRPr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가구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200,000원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 err="1"/>
                        <a:t>재고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있음</a:t>
                      </a:r>
                      <a:endParaRPr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90" name="잉크 1"/>
              <p14:cNvContentPartPr/>
              <p14:nvPr/>
            </p14:nvContentPartPr>
            <p14:xfrm>
              <a:off x="9314180" y="4131310"/>
              <a:ext cx="930275" cy="1685290"/>
            </p14:xfrm>
          </p:contentPart>
        </mc:Choice>
        <mc:Fallback>
          <p:pic>
            <p:nvPicPr>
              <p:cNvPr id="190" name="잉크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314180" y="4131310"/>
                <a:ext cx="930275" cy="168529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91" name="잉크 2"/>
              <p14:cNvContentPartPr/>
              <p14:nvPr/>
            </p14:nvContentPartPr>
            <p14:xfrm>
              <a:off x="10220960" y="4725035"/>
              <a:ext cx="328930" cy="553720"/>
            </p14:xfrm>
          </p:contentPart>
        </mc:Choice>
        <mc:Fallback>
          <p:pic>
            <p:nvPicPr>
              <p:cNvPr id="191" name="잉크 2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220960" y="4725035"/>
                <a:ext cx="328930" cy="55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92" name="잉크 3"/>
              <p14:cNvContentPartPr/>
              <p14:nvPr/>
            </p14:nvContentPartPr>
            <p14:xfrm>
              <a:off x="10485120" y="4677410"/>
              <a:ext cx="465455" cy="753745"/>
            </p14:xfrm>
          </p:contentPart>
        </mc:Choice>
        <mc:Fallback>
          <p:pic>
            <p:nvPicPr>
              <p:cNvPr id="192" name="잉크 3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485120" y="4677410"/>
                <a:ext cx="465455" cy="7537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93" name="잉크 4"/>
              <p14:cNvContentPartPr/>
              <p14:nvPr/>
            </p14:nvContentPartPr>
            <p14:xfrm>
              <a:off x="11135360" y="4925695"/>
              <a:ext cx="0" cy="489585"/>
            </p14:xfrm>
          </p:contentPart>
        </mc:Choice>
        <mc:Fallback>
          <p:pic>
            <p:nvPicPr>
              <p:cNvPr id="193" name="잉크 4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1135360" y="4925695"/>
                <a:ext cx="0" cy="4895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94" name="잉크 5"/>
              <p14:cNvContentPartPr/>
              <p14:nvPr/>
            </p14:nvContentPartPr>
            <p14:xfrm>
              <a:off x="11336020" y="5022215"/>
              <a:ext cx="0" cy="360680"/>
            </p14:xfrm>
          </p:contentPart>
        </mc:Choice>
        <mc:Fallback>
          <p:pic>
            <p:nvPicPr>
              <p:cNvPr id="194" name="잉크 5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1336020" y="5022215"/>
                <a:ext cx="0" cy="360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615F66-EF2F-2186-B783-9B5E07C43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HTML에서</a:t>
            </a:r>
            <a:r>
              <a:rPr lang="en-US" altLang="ko-KR" dirty="0"/>
              <a:t> </a:t>
            </a:r>
            <a:r>
              <a:rPr lang="en-US" altLang="ko-KR" dirty="0" err="1"/>
              <a:t>멀티미디어</a:t>
            </a:r>
            <a:r>
              <a:rPr lang="en-US" altLang="ko-KR" dirty="0"/>
              <a:t> </a:t>
            </a:r>
            <a:r>
              <a:rPr lang="en-US" altLang="ko-KR" dirty="0" err="1"/>
              <a:t>관련</a:t>
            </a:r>
            <a:r>
              <a:rPr lang="en-US" altLang="ko-KR" dirty="0"/>
              <a:t> </a:t>
            </a:r>
            <a:r>
              <a:rPr lang="en-US" altLang="ko-KR" dirty="0" err="1"/>
              <a:t>태그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14851E5-1583-AEEF-BF8B-4D5BAA14AE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2667" y="1152526"/>
            <a:ext cx="10363200" cy="2160829"/>
          </a:xfrm>
        </p:spPr>
        <p:txBody>
          <a:bodyPr>
            <a:normAutofit fontScale="62500" lnSpcReduction="20000"/>
          </a:bodyPr>
          <a:lstStyle/>
          <a:p>
            <a:r>
              <a:rPr lang="ko-KR" altLang="en-US" b="1" dirty="0"/>
              <a:t>비디오 태그</a:t>
            </a:r>
            <a:r>
              <a:rPr lang="en-US" altLang="ko-KR" b="1" dirty="0"/>
              <a:t>/</a:t>
            </a:r>
            <a:r>
              <a:rPr lang="ko-KR" altLang="en-US" b="1" dirty="0"/>
              <a:t>오디오 태그</a:t>
            </a:r>
          </a:p>
          <a:p>
            <a:pPr lvl="1"/>
            <a:r>
              <a:rPr lang="ko-KR" altLang="en-US" dirty="0"/>
              <a:t>비디오 태그나 오디오 태그는 로컬에 해당 비디오 파일이나 오디오 파일이 있을때는 정삭적으로 동작한다</a:t>
            </a:r>
          </a:p>
          <a:p>
            <a:pPr lvl="1"/>
            <a:r>
              <a:rPr lang="ko-KR" altLang="en-US" dirty="0"/>
              <a:t>유튜브와 같은 외부 링크를 통해서 재생하려면 </a:t>
            </a:r>
            <a:r>
              <a:rPr lang="en-US" altLang="ko-KR" b="1" dirty="0"/>
              <a:t>&lt;iframe&gt; </a:t>
            </a:r>
            <a:r>
              <a:rPr lang="ko-KR" altLang="en-US" dirty="0"/>
              <a:t>태그를 사용해야 된다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주요 속성</a:t>
            </a:r>
            <a:endParaRPr lang="en-US" altLang="ko-KR" b="1" dirty="0"/>
          </a:p>
          <a:p>
            <a:pPr lvl="1"/>
            <a:r>
              <a:rPr lang="en-US" altLang="ko-KR" b="1" dirty="0"/>
              <a:t>src</a:t>
            </a:r>
            <a:r>
              <a:rPr lang="en-US" altLang="ko-KR" dirty="0"/>
              <a:t> : </a:t>
            </a:r>
            <a:r>
              <a:rPr lang="ko-KR" altLang="en-US" dirty="0"/>
              <a:t>비디오</a:t>
            </a:r>
            <a:r>
              <a:rPr lang="en-US" altLang="ko-KR" dirty="0"/>
              <a:t>/</a:t>
            </a:r>
            <a:r>
              <a:rPr lang="ko-KR" altLang="en-US" dirty="0"/>
              <a:t>오디오 파일 경로</a:t>
            </a:r>
          </a:p>
          <a:p>
            <a:pPr lvl="1"/>
            <a:r>
              <a:rPr lang="en-US" altLang="ko-KR" b="1" dirty="0"/>
              <a:t>controls</a:t>
            </a:r>
            <a:r>
              <a:rPr lang="en-US" altLang="ko-KR" dirty="0"/>
              <a:t> : </a:t>
            </a:r>
            <a:r>
              <a:rPr lang="ko-KR" altLang="en-US" dirty="0"/>
              <a:t>재생</a:t>
            </a:r>
            <a:r>
              <a:rPr lang="en-US" altLang="ko-KR" dirty="0"/>
              <a:t>, </a:t>
            </a:r>
            <a:r>
              <a:rPr lang="ko-KR" altLang="en-US" dirty="0"/>
              <a:t>일시 정지 등의 기본 컨트롤 표시</a:t>
            </a:r>
          </a:p>
          <a:p>
            <a:pPr lvl="1"/>
            <a:r>
              <a:rPr lang="en-US" altLang="ko-KR" b="1" dirty="0"/>
              <a:t>autoplay</a:t>
            </a:r>
            <a:r>
              <a:rPr lang="en-US" altLang="ko-KR" dirty="0"/>
              <a:t> : </a:t>
            </a:r>
            <a:r>
              <a:rPr lang="ko-KR" altLang="en-US" dirty="0"/>
              <a:t>페이지 로드 시 자동 재생</a:t>
            </a:r>
          </a:p>
          <a:p>
            <a:pPr lvl="1"/>
            <a:r>
              <a:rPr lang="en-US" altLang="ko-KR" b="1" dirty="0"/>
              <a:t>loop</a:t>
            </a:r>
            <a:r>
              <a:rPr lang="en-US" altLang="ko-KR" dirty="0"/>
              <a:t> : </a:t>
            </a:r>
            <a:r>
              <a:rPr lang="ko-KR" altLang="en-US" dirty="0"/>
              <a:t>비디오</a:t>
            </a:r>
            <a:r>
              <a:rPr lang="en-US" altLang="ko-KR" dirty="0"/>
              <a:t>/</a:t>
            </a:r>
            <a:r>
              <a:rPr lang="ko-KR" altLang="en-US" dirty="0"/>
              <a:t>오디오 반복 재생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8F2AEC-4E78-02DD-B415-9C259185B51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435986-EA8C-6D64-5A59-CBE0D36DD5B1}"/>
              </a:ext>
            </a:extLst>
          </p:cNvPr>
          <p:cNvSpPr txBox="1"/>
          <p:nvPr/>
        </p:nvSpPr>
        <p:spPr>
          <a:xfrm>
            <a:off x="1043492" y="3429000"/>
            <a:ext cx="4120039" cy="2677656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&lt;!DOCTYPE html&gt;</a:t>
            </a:r>
          </a:p>
          <a:p>
            <a:r>
              <a:rPr lang="en-US" altLang="ko-KR" dirty="0"/>
              <a:t>&lt;html&gt;</a:t>
            </a:r>
          </a:p>
          <a:p>
            <a:r>
              <a:rPr lang="en-US" altLang="ko-KR" dirty="0"/>
              <a:t>&lt;head&gt;</a:t>
            </a:r>
          </a:p>
          <a:p>
            <a:r>
              <a:rPr lang="en-US" altLang="ko-KR" dirty="0"/>
              <a:t>    &lt;title&gt;</a:t>
            </a:r>
            <a:r>
              <a:rPr lang="ko-KR" altLang="en-US" b="1" dirty="0"/>
              <a:t>비디오 태그 예제</a:t>
            </a:r>
            <a:r>
              <a:rPr lang="en-US" altLang="ko-KR" dirty="0"/>
              <a:t>&lt;/title&gt;</a:t>
            </a:r>
          </a:p>
          <a:p>
            <a:r>
              <a:rPr lang="en-US" altLang="ko-KR" dirty="0"/>
              <a:t>&lt;/head&gt;</a:t>
            </a:r>
          </a:p>
          <a:p>
            <a:r>
              <a:rPr lang="en-US" altLang="ko-KR" dirty="0"/>
              <a:t>&lt;body&gt;</a:t>
            </a:r>
          </a:p>
          <a:p>
            <a:r>
              <a:rPr lang="en-US" altLang="ko-KR" dirty="0"/>
              <a:t>    &lt;video controls width="600"&gt;</a:t>
            </a:r>
          </a:p>
          <a:p>
            <a:r>
              <a:rPr lang="en-US" altLang="ko-KR" dirty="0"/>
              <a:t>        &lt;source src="video.mp4" type="video/mp4"&gt;</a:t>
            </a:r>
          </a:p>
          <a:p>
            <a:r>
              <a:rPr lang="en-US" altLang="ko-KR" dirty="0"/>
              <a:t>        </a:t>
            </a:r>
            <a:r>
              <a:rPr lang="ko-KR" altLang="en-US" dirty="0"/>
              <a:t>지원되지 않는 브라우저입니다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   &lt;/video&gt;</a:t>
            </a:r>
          </a:p>
          <a:p>
            <a:r>
              <a:rPr lang="en-US" altLang="ko-KR" dirty="0"/>
              <a:t>&lt;/body&gt;</a:t>
            </a:r>
          </a:p>
          <a:p>
            <a:r>
              <a:rPr lang="en-US" altLang="ko-KR" dirty="0"/>
              <a:t>&lt;/html&gt;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E04B2F-B5F0-B9E7-B6F3-105ECBD9C7DF}"/>
              </a:ext>
            </a:extLst>
          </p:cNvPr>
          <p:cNvSpPr txBox="1"/>
          <p:nvPr/>
        </p:nvSpPr>
        <p:spPr>
          <a:xfrm>
            <a:off x="6293224" y="3394038"/>
            <a:ext cx="4764446" cy="2677656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&lt;!DOCTYPE html&gt;</a:t>
            </a:r>
          </a:p>
          <a:p>
            <a:r>
              <a:rPr lang="en-US" altLang="ko-KR" dirty="0"/>
              <a:t>&lt;html&gt;</a:t>
            </a:r>
          </a:p>
          <a:p>
            <a:r>
              <a:rPr lang="en-US" altLang="ko-KR" dirty="0"/>
              <a:t>&lt;head&gt;</a:t>
            </a:r>
          </a:p>
          <a:p>
            <a:r>
              <a:rPr lang="en-US" altLang="ko-KR" dirty="0"/>
              <a:t>    &lt;title&gt;</a:t>
            </a:r>
            <a:r>
              <a:rPr lang="ko-KR" altLang="en-US" b="1" dirty="0"/>
              <a:t>오디오 태그 예제</a:t>
            </a:r>
            <a:r>
              <a:rPr lang="en-US" altLang="ko-KR" dirty="0"/>
              <a:t>&lt;/title&gt;</a:t>
            </a:r>
          </a:p>
          <a:p>
            <a:r>
              <a:rPr lang="en-US" altLang="ko-KR" dirty="0"/>
              <a:t>&lt;/head&gt;</a:t>
            </a:r>
          </a:p>
          <a:p>
            <a:r>
              <a:rPr lang="en-US" altLang="ko-KR" dirty="0"/>
              <a:t>&lt;body&gt;</a:t>
            </a:r>
          </a:p>
          <a:p>
            <a:r>
              <a:rPr lang="en-US" altLang="ko-KR" dirty="0"/>
              <a:t>    &lt;audio controls&gt;</a:t>
            </a:r>
          </a:p>
          <a:p>
            <a:r>
              <a:rPr lang="en-US" altLang="ko-KR" dirty="0"/>
              <a:t>	&lt;source src="audio.mp3" type="audio/mpeg"&gt;</a:t>
            </a:r>
          </a:p>
          <a:p>
            <a:r>
              <a:rPr lang="en-US" altLang="ko-KR" dirty="0"/>
              <a:t>	</a:t>
            </a:r>
            <a:r>
              <a:rPr lang="ko-KR" altLang="en-US" dirty="0"/>
              <a:t>지원되지 않는 브라우저입니다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   &lt;/audio&gt;</a:t>
            </a:r>
          </a:p>
          <a:p>
            <a:r>
              <a:rPr lang="en-US" altLang="ko-KR" dirty="0"/>
              <a:t>&lt;/body&gt;</a:t>
            </a:r>
          </a:p>
          <a:p>
            <a:r>
              <a:rPr lang="en-US" altLang="ko-KR" dirty="0"/>
              <a:t>&lt;/html&gt;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802742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ABF2C8-B1E1-E7EA-2C5C-34677309C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HTML 실습 3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1CB9597-AB0B-72C5-2992-678A107CCF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멀티미디어 페이지 만들기</a:t>
            </a:r>
            <a:endParaRPr lang="en-US" altLang="ko-KR" dirty="0"/>
          </a:p>
          <a:p>
            <a:pPr lvl="1"/>
            <a:r>
              <a:rPr lang="ko-KR" altLang="en-US" dirty="0"/>
              <a:t>주어진 비디오 파일과 오디오 파일을 사용한다</a:t>
            </a:r>
            <a:r>
              <a:rPr lang="en-US" altLang="ko-KR" dirty="0"/>
              <a:t>.</a:t>
            </a:r>
            <a:endParaRPr lang="ko-KR" altLang="en-US" dirty="0"/>
          </a:p>
          <a:p>
            <a:pPr lvl="1"/>
            <a:r>
              <a:rPr lang="ko-KR" altLang="en-US" dirty="0"/>
              <a:t>비디오와 오디오를 포함한 웹 페이지를 작성해본다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비디오는 컨트롤을 추가하고</a:t>
            </a:r>
            <a:r>
              <a:rPr lang="en-US" altLang="ko-KR" dirty="0"/>
              <a:t>, MP4 </a:t>
            </a:r>
            <a:r>
              <a:rPr lang="ko-KR" altLang="en-US" dirty="0"/>
              <a:t>형식 사용한다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CB7907-9EB4-05B8-ED23-D3A58149D6E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6669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0"/>
          <p:cNvSpPr txBox="1">
            <a:spLocks noGrp="1"/>
          </p:cNvSpPr>
          <p:nvPr>
            <p:ph type="title"/>
          </p:nvPr>
        </p:nvSpPr>
        <p:spPr>
          <a:xfrm>
            <a:off x="590551" y="146050"/>
            <a:ext cx="103632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 err="1"/>
              <a:t>HTML의</a:t>
            </a:r>
            <a:r>
              <a:rPr lang="en-US" altLang="ko-KR" dirty="0"/>
              <a:t> </a:t>
            </a:r>
            <a:r>
              <a:rPr lang="en-US" altLang="ko-KR" dirty="0" err="1"/>
              <a:t>목록</a:t>
            </a:r>
            <a:r>
              <a:rPr lang="en-US" altLang="ko-KR" dirty="0"/>
              <a:t> </a:t>
            </a:r>
            <a:r>
              <a:rPr lang="en-US" altLang="ko-KR" dirty="0" err="1"/>
              <a:t>태그</a:t>
            </a:r>
            <a:r>
              <a:rPr lang="en-US" altLang="ko-KR" dirty="0"/>
              <a:t> (1)</a:t>
            </a:r>
            <a:br>
              <a:rPr lang="en-US" altLang="ko-KR" dirty="0"/>
            </a:br>
            <a:endParaRPr dirty="0"/>
          </a:p>
        </p:txBody>
      </p:sp>
      <p:sp>
        <p:nvSpPr>
          <p:cNvPr id="213" name="Google Shape;213;p20"/>
          <p:cNvSpPr txBox="1">
            <a:spLocks noGrp="1"/>
          </p:cNvSpPr>
          <p:nvPr>
            <p:ph type="body" idx="1"/>
          </p:nvPr>
        </p:nvSpPr>
        <p:spPr>
          <a:xfrm>
            <a:off x="592667" y="1152526"/>
            <a:ext cx="10363200" cy="134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dirty="0" err="1"/>
              <a:t>목록</a:t>
            </a:r>
            <a:r>
              <a:rPr lang="en-US" dirty="0"/>
              <a:t> </a:t>
            </a:r>
            <a:r>
              <a:rPr lang="en-US" dirty="0" err="1"/>
              <a:t>태그</a:t>
            </a:r>
            <a:r>
              <a:rPr lang="en-US" dirty="0"/>
              <a:t>(Tag)</a:t>
            </a:r>
            <a:endParaRPr dirty="0"/>
          </a:p>
          <a:p>
            <a:pPr marL="742950" lvl="1" indent="-28575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2000"/>
              <a:buChar char="⬥"/>
            </a:pPr>
            <a:r>
              <a:rPr lang="en-US" dirty="0"/>
              <a:t>목록이란 </a:t>
            </a:r>
            <a:r>
              <a:rPr lang="en-US" dirty="0" err="1"/>
              <a:t>연관된</a:t>
            </a:r>
            <a:r>
              <a:rPr lang="en-US" dirty="0"/>
              <a:t> 항목들을 </a:t>
            </a:r>
            <a:r>
              <a:rPr lang="en-US" dirty="0" err="1"/>
              <a:t>열거할</a:t>
            </a:r>
            <a:r>
              <a:rPr lang="en-US" dirty="0"/>
              <a:t> 때 </a:t>
            </a:r>
            <a:r>
              <a:rPr lang="en-US" dirty="0" err="1"/>
              <a:t>사용한다</a:t>
            </a:r>
            <a:r>
              <a:rPr lang="en-US" dirty="0"/>
              <a:t>.</a:t>
            </a:r>
          </a:p>
          <a:p>
            <a:pPr marL="1200150" lvl="2" indent="-285750">
              <a:spcBef>
                <a:spcPts val="400"/>
              </a:spcBef>
              <a:buSzPts val="2000"/>
              <a:buChar char="⬥"/>
            </a:pPr>
            <a:r>
              <a:rPr lang="ko-KR" altLang="en-US" dirty="0"/>
              <a:t>아래의 코드를 보면 연관되어 있는 항목들을 나열할 때 사용할 수 있다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214" name="Google Shape;214;p20"/>
          <p:cNvSpPr txBox="1">
            <a:spLocks noGrp="1"/>
          </p:cNvSpPr>
          <p:nvPr>
            <p:ph type="sldNum" idx="12"/>
          </p:nvPr>
        </p:nvSpPr>
        <p:spPr>
          <a:xfrm>
            <a:off x="9482667" y="641985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sp>
        <p:nvSpPr>
          <p:cNvPr id="215" name="Google Shape;215;p20"/>
          <p:cNvSpPr txBox="1">
            <a:spLocks noGrp="1"/>
          </p:cNvSpPr>
          <p:nvPr>
            <p:ph type="ftr" idx="11"/>
          </p:nvPr>
        </p:nvSpPr>
        <p:spPr>
          <a:xfrm>
            <a:off x="1195918" y="6392863"/>
            <a:ext cx="4146549" cy="349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225;p21">
            <a:extLst>
              <a:ext uri="{FF2B5EF4-FFF2-40B4-BE49-F238E27FC236}">
                <a16:creationId xmlns:a16="http://schemas.microsoft.com/office/drawing/2014/main" id="{361106EA-A6A2-EE07-B628-7618EBD3FACD}"/>
              </a:ext>
            </a:extLst>
          </p:cNvPr>
          <p:cNvSpPr txBox="1"/>
          <p:nvPr/>
        </p:nvSpPr>
        <p:spPr>
          <a:xfrm>
            <a:off x="555684" y="2611020"/>
            <a:ext cx="11043649" cy="353939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&lt;!DOCTYPE html&gt;</a:t>
            </a:r>
            <a:endParaRPr sz="16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&lt;html&gt;</a:t>
            </a:r>
            <a:endParaRPr sz="16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&lt;head&gt;</a:t>
            </a:r>
            <a:endParaRPr sz="16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6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	&lt;meta charset="UTF-8"&gt;</a:t>
            </a:r>
            <a:r>
              <a:rPr lang="en-US" sz="16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&lt;/head&gt;</a:t>
            </a:r>
            <a:endParaRPr sz="16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&lt;body&gt;</a:t>
            </a:r>
            <a:endParaRPr sz="16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  &lt;ul&gt;</a:t>
            </a:r>
            <a:endParaRPr sz="16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      &lt;li&gt;table&lt;/li&gt;</a:t>
            </a:r>
            <a:endParaRPr sz="16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      &lt;li&gt;ol&lt;/li&gt;</a:t>
            </a:r>
            <a:endParaRPr sz="16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      &lt;li&gt;body&lt;/li&gt;</a:t>
            </a:r>
            <a:endParaRPr sz="16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      &lt;li&gt;img&lt;/li&gt;</a:t>
            </a:r>
            <a:endParaRPr sz="16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  &lt;/ul&gt;</a:t>
            </a:r>
            <a:endParaRPr sz="16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&lt;/body&gt;</a:t>
            </a:r>
            <a:endParaRPr sz="16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&lt;/html&gt;</a:t>
            </a:r>
            <a:endParaRPr sz="1600" dirty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668503-D463-CD6D-F0B4-5D7A8C9A8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HTML의</a:t>
            </a:r>
            <a:r>
              <a:rPr lang="en-US" altLang="ko-KR" dirty="0"/>
              <a:t> </a:t>
            </a:r>
            <a:r>
              <a:rPr lang="en-US" altLang="ko-KR" dirty="0" err="1"/>
              <a:t>목록</a:t>
            </a:r>
            <a:r>
              <a:rPr lang="en-US" altLang="ko-KR" dirty="0"/>
              <a:t> </a:t>
            </a:r>
            <a:r>
              <a:rPr lang="en-US" altLang="ko-KR" dirty="0" err="1"/>
              <a:t>태그</a:t>
            </a:r>
            <a:r>
              <a:rPr lang="en-US" altLang="ko-KR" dirty="0"/>
              <a:t> (2)</a:t>
            </a:r>
            <a:br>
              <a:rPr lang="en-US" altLang="ko-KR" dirty="0"/>
            </a:b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CC279C-8E4C-5A40-665C-78C194D06F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&lt;ol&gt;&lt;/ol&gt; </a:t>
            </a:r>
            <a:r>
              <a:rPr lang="ko-KR" altLang="en-US" dirty="0"/>
              <a:t>태그와 </a:t>
            </a:r>
            <a:r>
              <a:rPr lang="en-US" altLang="ko-KR" dirty="0"/>
              <a:t>&lt;ul&gt;&lt;/ul&gt; </a:t>
            </a:r>
            <a:r>
              <a:rPr lang="ko-KR" altLang="en-US" dirty="0"/>
              <a:t>태그의 차이점</a:t>
            </a:r>
            <a:endParaRPr lang="en-US" altLang="ko-KR" dirty="0"/>
          </a:p>
          <a:p>
            <a:pPr lvl="1"/>
            <a:r>
              <a:rPr lang="en-US" altLang="ko-KR" dirty="0"/>
              <a:t>&lt;ul&gt; (unordered list)</a:t>
            </a:r>
            <a:r>
              <a:rPr lang="ko-KR" altLang="en-US" dirty="0"/>
              <a:t>과 </a:t>
            </a:r>
            <a:r>
              <a:rPr lang="en-US" altLang="ko-KR" dirty="0"/>
              <a:t>&lt;ol&gt; (ordered list)</a:t>
            </a:r>
            <a:r>
              <a:rPr lang="ko-KR" altLang="en-US" dirty="0"/>
              <a:t>의 차이점은 리스트 항목이 정렬되는 방식이다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09453B-3DB2-1B19-A52D-21B175DF00D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7E483A-1391-8F9A-65E7-87A3880C3289}"/>
              </a:ext>
            </a:extLst>
          </p:cNvPr>
          <p:cNvSpPr txBox="1"/>
          <p:nvPr/>
        </p:nvSpPr>
        <p:spPr>
          <a:xfrm>
            <a:off x="796066" y="2613392"/>
            <a:ext cx="2896947" cy="1631216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2000" b="1" dirty="0"/>
              <a:t>&lt;ul&gt; </a:t>
            </a:r>
          </a:p>
          <a:p>
            <a:r>
              <a:rPr lang="en-US" altLang="ko-KR" sz="2000" b="1" dirty="0"/>
              <a:t>	&lt;li&gt;</a:t>
            </a:r>
            <a:r>
              <a:rPr lang="ko-KR" altLang="en-US" sz="2000" b="1" dirty="0"/>
              <a:t>사과</a:t>
            </a:r>
            <a:r>
              <a:rPr lang="en-US" altLang="ko-KR" sz="2000" b="1" dirty="0"/>
              <a:t>&lt;/li&gt; </a:t>
            </a:r>
          </a:p>
          <a:p>
            <a:r>
              <a:rPr lang="en-US" altLang="ko-KR" sz="2000" b="1" dirty="0"/>
              <a:t>	&lt;li&gt;</a:t>
            </a:r>
            <a:r>
              <a:rPr lang="ko-KR" altLang="en-US" sz="2000" b="1" dirty="0"/>
              <a:t>바나나</a:t>
            </a:r>
            <a:r>
              <a:rPr lang="en-US" altLang="ko-KR" sz="2000" b="1" dirty="0"/>
              <a:t>&lt;/li&gt; </a:t>
            </a:r>
          </a:p>
          <a:p>
            <a:r>
              <a:rPr lang="en-US" altLang="ko-KR" sz="2000" b="1" dirty="0"/>
              <a:t>	&lt;li&gt;</a:t>
            </a:r>
            <a:r>
              <a:rPr lang="ko-KR" altLang="en-US" sz="2000" b="1" dirty="0"/>
              <a:t>포도</a:t>
            </a:r>
            <a:r>
              <a:rPr lang="en-US" altLang="ko-KR" sz="2000" b="1" dirty="0"/>
              <a:t>&lt;/li&gt; </a:t>
            </a:r>
          </a:p>
          <a:p>
            <a:r>
              <a:rPr lang="en-US" altLang="ko-KR" sz="2000" b="1" dirty="0"/>
              <a:t>&lt;/ul&gt;</a:t>
            </a:r>
            <a:endParaRPr lang="ko-KR" altLang="en-US" sz="20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A60973-C0A8-887F-716D-A3F8CBB95733}"/>
              </a:ext>
            </a:extLst>
          </p:cNvPr>
          <p:cNvSpPr txBox="1"/>
          <p:nvPr/>
        </p:nvSpPr>
        <p:spPr>
          <a:xfrm>
            <a:off x="796066" y="4608240"/>
            <a:ext cx="15060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/>
              <a:t>● 사과</a:t>
            </a:r>
          </a:p>
          <a:p>
            <a:r>
              <a:rPr lang="ko-KR" altLang="en-US" sz="2400" dirty="0"/>
              <a:t>● 바나나</a:t>
            </a:r>
          </a:p>
          <a:p>
            <a:r>
              <a:rPr lang="ko-KR" altLang="en-US" sz="2400" dirty="0"/>
              <a:t>● 포도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3C0229-F9A3-588A-049E-EA7E39AEF9DB}"/>
              </a:ext>
            </a:extLst>
          </p:cNvPr>
          <p:cNvSpPr txBox="1"/>
          <p:nvPr/>
        </p:nvSpPr>
        <p:spPr>
          <a:xfrm>
            <a:off x="5421854" y="2613392"/>
            <a:ext cx="4506362" cy="1631216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2000" b="1" dirty="0"/>
              <a:t>&lt;ol&gt;</a:t>
            </a:r>
          </a:p>
          <a:p>
            <a:r>
              <a:rPr lang="en-US" altLang="ko-KR" sz="2000" b="1" dirty="0"/>
              <a:t>  	&lt;li&gt;</a:t>
            </a:r>
            <a:r>
              <a:rPr lang="ko-KR" altLang="en-US" sz="2000" b="1" dirty="0"/>
              <a:t>밀가루 반죽을 만든다</a:t>
            </a:r>
            <a:r>
              <a:rPr lang="en-US" altLang="ko-KR" sz="2000" b="1" dirty="0"/>
              <a:t>&lt;/li&gt;</a:t>
            </a:r>
          </a:p>
          <a:p>
            <a:r>
              <a:rPr lang="en-US" altLang="ko-KR" sz="2000" b="1" dirty="0"/>
              <a:t>  	&lt;li&gt;</a:t>
            </a:r>
            <a:r>
              <a:rPr lang="ko-KR" altLang="en-US" sz="2000" b="1" dirty="0"/>
              <a:t>오븐에 굽는다</a:t>
            </a:r>
            <a:r>
              <a:rPr lang="en-US" altLang="ko-KR" sz="2000" b="1" dirty="0"/>
              <a:t>&lt;/li&gt;</a:t>
            </a:r>
          </a:p>
          <a:p>
            <a:r>
              <a:rPr lang="en-US" altLang="ko-KR" sz="2000" b="1" dirty="0"/>
              <a:t>  	&lt;li&gt;</a:t>
            </a:r>
            <a:r>
              <a:rPr lang="ko-KR" altLang="en-US" sz="2000" b="1" dirty="0"/>
              <a:t>식힌 후 먹는다</a:t>
            </a:r>
            <a:r>
              <a:rPr lang="en-US" altLang="ko-KR" sz="2000" b="1" dirty="0"/>
              <a:t>&lt;/li&gt;</a:t>
            </a:r>
          </a:p>
          <a:p>
            <a:r>
              <a:rPr lang="en-US" altLang="ko-KR" sz="2000" b="1" dirty="0"/>
              <a:t>&lt;/ol&gt;</a:t>
            </a:r>
            <a:endParaRPr lang="ko-KR" altLang="en-US" sz="20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6E46DA-585C-BCD4-A2F9-1D9843DFAAD6}"/>
              </a:ext>
            </a:extLst>
          </p:cNvPr>
          <p:cNvSpPr txBox="1"/>
          <p:nvPr/>
        </p:nvSpPr>
        <p:spPr>
          <a:xfrm>
            <a:off x="5499747" y="4689811"/>
            <a:ext cx="609958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dirty="0"/>
              <a:t>1. 밀가루 반죽을 만든다</a:t>
            </a:r>
          </a:p>
          <a:p>
            <a:r>
              <a:rPr lang="ko-KR" altLang="en-US" sz="2000" dirty="0"/>
              <a:t>2. 오븐에 굽는다</a:t>
            </a:r>
          </a:p>
          <a:p>
            <a:r>
              <a:rPr lang="ko-KR" altLang="en-US" sz="2000" dirty="0"/>
              <a:t>3. 식힌 후 먹는다</a:t>
            </a:r>
          </a:p>
        </p:txBody>
      </p:sp>
    </p:spTree>
    <p:extLst>
      <p:ext uri="{BB962C8B-B14F-4D97-AF65-F5344CB8AC3E}">
        <p14:creationId xmlns:p14="http://schemas.microsoft.com/office/powerpoint/2010/main" val="21504792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B5423E-7418-3A2A-B5FB-AE86A69CB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HTML </a:t>
            </a:r>
            <a:r>
              <a:rPr lang="ko-KR" altLang="en-US" dirty="0"/>
              <a:t>실습 </a:t>
            </a:r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7460403-F2C0-247B-32E3-210A6380F1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sz="1400" b="1" dirty="0"/>
              <a:t>이 코드는 순서가 있는 리스트</a:t>
            </a:r>
            <a:r>
              <a:rPr lang="en-US" altLang="ko-KR" sz="1400" b="1" dirty="0"/>
              <a:t>(&lt;ol&gt;)</a:t>
            </a:r>
            <a:r>
              <a:rPr lang="ko-KR" altLang="en-US" sz="1400" b="1" dirty="0"/>
              <a:t>를 사용하여 </a:t>
            </a:r>
            <a:r>
              <a:rPr lang="en-US" altLang="ko-KR" sz="1400" b="1" dirty="0"/>
              <a:t>6</a:t>
            </a:r>
            <a:r>
              <a:rPr lang="ko-KR" altLang="en-US" sz="1400" b="1" dirty="0"/>
              <a:t>개의 항목을 나열한다</a:t>
            </a:r>
            <a:r>
              <a:rPr lang="en-US" altLang="ko-KR" sz="1400" b="1" dirty="0"/>
              <a:t>.</a:t>
            </a:r>
          </a:p>
          <a:p>
            <a:pPr lvl="1"/>
            <a:r>
              <a:rPr lang="ko-KR" altLang="en-US" sz="1400" dirty="0"/>
              <a:t>각 항목은 자동으로 </a:t>
            </a:r>
            <a:r>
              <a:rPr lang="en-US" altLang="ko-KR" sz="1400" dirty="0"/>
              <a:t>1</a:t>
            </a:r>
            <a:r>
              <a:rPr lang="ko-KR" altLang="en-US" sz="1400" dirty="0"/>
              <a:t>부터 </a:t>
            </a:r>
            <a:r>
              <a:rPr lang="en-US" altLang="ko-KR" sz="1400" dirty="0"/>
              <a:t>6</a:t>
            </a:r>
            <a:r>
              <a:rPr lang="ko-KR" altLang="en-US" sz="1400" dirty="0"/>
              <a:t>까지 번호가 매겨진다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1F9CF3-3CF6-DF85-0D57-42DA351B93F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28</a:t>
            </a:fld>
            <a:endParaRPr lang="en-US"/>
          </a:p>
        </p:txBody>
      </p:sp>
      <p:sp>
        <p:nvSpPr>
          <p:cNvPr id="5" name="Google Shape;241;p23">
            <a:extLst>
              <a:ext uri="{FF2B5EF4-FFF2-40B4-BE49-F238E27FC236}">
                <a16:creationId xmlns:a16="http://schemas.microsoft.com/office/drawing/2014/main" id="{828D89AD-4781-1F97-9CE9-E075FC21A7AA}"/>
              </a:ext>
            </a:extLst>
          </p:cNvPr>
          <p:cNvSpPr txBox="1"/>
          <p:nvPr/>
        </p:nvSpPr>
        <p:spPr>
          <a:xfrm>
            <a:off x="698114" y="1892550"/>
            <a:ext cx="11043600" cy="4154943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&lt;!DOCTYPE html&gt;</a:t>
            </a:r>
            <a:endParaRPr sz="12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&lt;html&gt;</a:t>
            </a:r>
            <a:endParaRPr sz="12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&lt;head&gt;</a:t>
            </a:r>
            <a:endParaRPr sz="12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2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	&lt;meta charset="UTF-8"&gt;</a:t>
            </a:r>
            <a:r>
              <a:rPr lang="en-US" sz="12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&lt;/head&gt;</a:t>
            </a:r>
            <a:endParaRPr sz="12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&lt;body&gt;</a:t>
            </a:r>
            <a:endParaRPr sz="12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  </a:t>
            </a:r>
            <a:r>
              <a:rPr lang="en-US" sz="1200" b="1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&lt;ol&gt;</a:t>
            </a:r>
            <a:endParaRPr sz="12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      &lt;li&gt;html</a:t>
            </a:r>
            <a:endParaRPr sz="12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          &lt;ol&gt;</a:t>
            </a:r>
            <a:endParaRPr sz="12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              &lt;li&gt;</a:t>
            </a:r>
            <a:r>
              <a:rPr lang="en-US" sz="1200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수업</a:t>
            </a:r>
            <a:r>
              <a:rPr lang="en-US" sz="12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&lt;/li&gt;</a:t>
            </a:r>
            <a:endParaRPr sz="12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              &lt;li&gt;</a:t>
            </a:r>
            <a:r>
              <a:rPr lang="en-US" sz="1200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사전</a:t>
            </a:r>
            <a:r>
              <a:rPr lang="en-US" sz="12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&lt;/li&gt;</a:t>
            </a:r>
            <a:endParaRPr sz="12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              &lt;li&gt;</a:t>
            </a:r>
            <a:r>
              <a:rPr lang="en-US" sz="1200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ebook</a:t>
            </a:r>
            <a:r>
              <a:rPr lang="en-US" sz="12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&lt;/li&gt;</a:t>
            </a:r>
            <a:endParaRPr sz="12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          </a:t>
            </a:r>
            <a:r>
              <a:rPr lang="en-US" sz="1200" b="1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&lt;/ol&gt;</a:t>
            </a:r>
            <a:endParaRPr sz="12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      &lt;/li&gt;</a:t>
            </a:r>
            <a:endParaRPr sz="12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      &lt;li&gt;css&lt;/li&gt;</a:t>
            </a:r>
            <a:endParaRPr sz="12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      &lt;li&gt;javascript&lt;/li&gt;</a:t>
            </a:r>
            <a:endParaRPr sz="12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      &lt;li&gt;</a:t>
            </a:r>
            <a:r>
              <a:rPr lang="en-US" sz="1200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os</a:t>
            </a:r>
            <a:r>
              <a:rPr lang="en-US" sz="12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&lt;/li&gt;</a:t>
            </a:r>
            <a:endParaRPr sz="12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      &lt;li&gt;jsp&lt;/li&gt;</a:t>
            </a:r>
            <a:endParaRPr sz="12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      &lt;li&gt;database&lt;/li&gt;</a:t>
            </a:r>
            <a:endParaRPr sz="12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  </a:t>
            </a:r>
            <a:r>
              <a:rPr lang="en-US" sz="1200" b="1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&lt;/ol&gt;</a:t>
            </a:r>
            <a:endParaRPr sz="12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&lt;/body&gt;</a:t>
            </a:r>
            <a:endParaRPr sz="12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&lt;/html&gt;</a:t>
            </a:r>
            <a:endParaRPr sz="1200" dirty="0"/>
          </a:p>
        </p:txBody>
      </p:sp>
    </p:spTree>
    <p:extLst>
      <p:ext uri="{BB962C8B-B14F-4D97-AF65-F5344CB8AC3E}">
        <p14:creationId xmlns:p14="http://schemas.microsoft.com/office/powerpoint/2010/main" val="39410667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FFFF2A-2B6F-988A-F012-A554D0348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HTML</a:t>
            </a:r>
            <a:r>
              <a:rPr lang="ko-KR" altLang="en-US" dirty="0"/>
              <a:t>에서 시멘틱 태그 사용하기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C41336F-AEE3-5408-AB23-B383FC691F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800" dirty="0"/>
              <a:t>시맨틱 태그는 요소의 의미를 명확하게 나타낸다</a:t>
            </a:r>
            <a:r>
              <a:rPr lang="en-US" altLang="ko-KR" sz="1800" dirty="0"/>
              <a:t>.</a:t>
            </a:r>
          </a:p>
          <a:p>
            <a:pPr lvl="1"/>
            <a:r>
              <a:rPr lang="ko-KR" altLang="en-US" sz="1800" dirty="0"/>
              <a:t>특징</a:t>
            </a:r>
          </a:p>
          <a:p>
            <a:pPr lvl="2"/>
            <a:r>
              <a:rPr lang="ko-KR" altLang="en-US" sz="1800" dirty="0"/>
              <a:t>웹 접근성이 향상된다</a:t>
            </a:r>
            <a:r>
              <a:rPr lang="en-US" altLang="ko-KR" sz="1800" dirty="0"/>
              <a:t>.</a:t>
            </a:r>
          </a:p>
          <a:p>
            <a:pPr lvl="2"/>
            <a:r>
              <a:rPr lang="ko-KR" altLang="en-US" sz="1800" dirty="0"/>
              <a:t>코드 가독성이 증가한다</a:t>
            </a:r>
            <a:r>
              <a:rPr lang="en-US" altLang="ko-KR" sz="1800" dirty="0"/>
              <a:t>.</a:t>
            </a:r>
          </a:p>
          <a:p>
            <a:pPr lvl="2"/>
            <a:r>
              <a:rPr lang="ko-KR" altLang="en-US" sz="1800" dirty="0"/>
              <a:t>검색 엔진이 페이지를 쉽게 읽어들인다</a:t>
            </a:r>
            <a:r>
              <a:rPr lang="en-US" altLang="ko-KR" sz="1800" dirty="0"/>
              <a:t>.</a:t>
            </a:r>
          </a:p>
          <a:p>
            <a:r>
              <a:rPr lang="ko-KR" altLang="en-US" sz="1800" dirty="0"/>
              <a:t>주요 태그</a:t>
            </a:r>
          </a:p>
          <a:p>
            <a:pPr lvl="1"/>
            <a:r>
              <a:rPr lang="ko-KR" altLang="en-US" sz="1800" dirty="0"/>
              <a:t>헤더 영역</a:t>
            </a:r>
            <a:r>
              <a:rPr lang="en-US" altLang="ko-KR" sz="1800" dirty="0"/>
              <a:t>(header) : </a:t>
            </a:r>
            <a:r>
              <a:rPr lang="ko-KR" altLang="en-US" sz="1800" dirty="0"/>
              <a:t>웹 페이지나 섹션의 머리말을 정의한다</a:t>
            </a:r>
            <a:r>
              <a:rPr lang="en-US" altLang="ko-KR" sz="1800" dirty="0"/>
              <a:t>.</a:t>
            </a:r>
          </a:p>
          <a:p>
            <a:pPr lvl="1"/>
            <a:r>
              <a:rPr lang="ko-KR" altLang="en-US" sz="1800" dirty="0"/>
              <a:t>네비게이션</a:t>
            </a:r>
            <a:r>
              <a:rPr lang="en-US" altLang="ko-KR" sz="1800" dirty="0"/>
              <a:t>(nav) : </a:t>
            </a:r>
            <a:r>
              <a:rPr lang="ko-KR" altLang="en-US" sz="1800" dirty="0"/>
              <a:t>웹 페이지에서 </a:t>
            </a:r>
            <a:r>
              <a:rPr lang="en-US" altLang="ko-KR" sz="1800" dirty="0"/>
              <a:t>menu </a:t>
            </a:r>
            <a:r>
              <a:rPr lang="ko-KR" altLang="en-US" sz="1800" dirty="0"/>
              <a:t>역할을 하는 링크를 만든다</a:t>
            </a:r>
            <a:r>
              <a:rPr lang="en-US" altLang="ko-KR" sz="1800" dirty="0"/>
              <a:t>.</a:t>
            </a:r>
          </a:p>
          <a:p>
            <a:pPr lvl="2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DA7685-9751-D250-DEC8-8C545F0873B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5FEA0D-A1CC-1CC4-638F-CF9DEE989761}"/>
              </a:ext>
            </a:extLst>
          </p:cNvPr>
          <p:cNvSpPr txBox="1"/>
          <p:nvPr/>
        </p:nvSpPr>
        <p:spPr>
          <a:xfrm>
            <a:off x="1590094" y="4321345"/>
            <a:ext cx="4661854" cy="1600438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/>
              <a:t>&lt;nav&gt;</a:t>
            </a:r>
          </a:p>
          <a:p>
            <a:r>
              <a:rPr lang="en-US" altLang="ko-KR" b="1" dirty="0"/>
              <a:t>	&lt;</a:t>
            </a:r>
            <a:r>
              <a:rPr lang="en-US" altLang="ko-KR" b="1" dirty="0" err="1"/>
              <a:t>ul</a:t>
            </a:r>
            <a:r>
              <a:rPr lang="en-US" altLang="ko-KR" b="1" dirty="0"/>
              <a:t>&gt;</a:t>
            </a:r>
          </a:p>
          <a:p>
            <a:r>
              <a:rPr lang="en-US" altLang="ko-KR" b="1" dirty="0"/>
              <a:t>		&lt;li&gt;&lt;a href="#"&gt;</a:t>
            </a:r>
            <a:r>
              <a:rPr lang="ko-KR" altLang="en-US" b="1" dirty="0"/>
              <a:t>홈</a:t>
            </a:r>
            <a:r>
              <a:rPr lang="en-US" altLang="ko-KR" b="1" dirty="0"/>
              <a:t>&lt;/a&gt;&lt;/li&gt;</a:t>
            </a:r>
          </a:p>
          <a:p>
            <a:r>
              <a:rPr lang="en-US" altLang="ko-KR" b="1" dirty="0"/>
              <a:t>		&lt;li&gt;&lt;a href="#"&gt;</a:t>
            </a:r>
            <a:r>
              <a:rPr lang="ko-KR" altLang="en-US" b="1" dirty="0"/>
              <a:t>서비스</a:t>
            </a:r>
            <a:r>
              <a:rPr lang="en-US" altLang="ko-KR" b="1" dirty="0"/>
              <a:t>&lt;/a&gt;&lt;/li&gt;</a:t>
            </a:r>
          </a:p>
          <a:p>
            <a:r>
              <a:rPr lang="en-US" altLang="ko-KR" b="1" dirty="0"/>
              <a:t>		&lt;li&gt;&lt;a href="#"&gt;</a:t>
            </a:r>
            <a:r>
              <a:rPr lang="ko-KR" altLang="en-US" b="1" dirty="0"/>
              <a:t>블로그</a:t>
            </a:r>
            <a:r>
              <a:rPr lang="en-US" altLang="ko-KR" b="1" dirty="0"/>
              <a:t>&lt;/a&gt;&lt;/li&gt;</a:t>
            </a:r>
          </a:p>
          <a:p>
            <a:r>
              <a:rPr lang="en-US" altLang="ko-KR" b="1" dirty="0"/>
              <a:t>	&lt;/</a:t>
            </a:r>
            <a:r>
              <a:rPr lang="en-US" altLang="ko-KR" b="1" dirty="0" err="1"/>
              <a:t>ul</a:t>
            </a:r>
            <a:r>
              <a:rPr lang="en-US" altLang="ko-KR" b="1" dirty="0"/>
              <a:t>&gt;</a:t>
            </a:r>
          </a:p>
          <a:p>
            <a:r>
              <a:rPr lang="en-US" altLang="ko-KR" b="1" dirty="0"/>
              <a:t>&lt;/nav&gt;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1124049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B8300-D31C-B1D8-93CD-C858761FB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9E1B66-2589-A3C6-BA38-2E3C0128F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HTML</a:t>
            </a:r>
            <a:r>
              <a:rPr lang="ko-KR" altLang="en-US" dirty="0"/>
              <a:t>에서 시멘틱 태그 사용하기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541327A-5794-0185-813D-D200E6AA09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sz="1800" dirty="0"/>
              <a:t>주요 콘텐츠 영역</a:t>
            </a:r>
            <a:r>
              <a:rPr lang="en-US" altLang="ko-KR" sz="1800" dirty="0"/>
              <a:t>(main) : </a:t>
            </a:r>
            <a:r>
              <a:rPr lang="ko-KR" altLang="en-US" sz="1800" dirty="0"/>
              <a:t>웹 페이지의 핵심적인 내용이 들어가며</a:t>
            </a:r>
            <a:r>
              <a:rPr lang="en-US" altLang="ko-KR" sz="1800" dirty="0"/>
              <a:t>, </a:t>
            </a:r>
            <a:r>
              <a:rPr lang="ko-KR" altLang="en-US" sz="1800" dirty="0"/>
              <a:t>한 페이지에 하나만 사용해야 된다</a:t>
            </a:r>
            <a:r>
              <a:rPr lang="en-US" altLang="ko-KR" sz="1800" dirty="0"/>
              <a:t>.</a:t>
            </a:r>
          </a:p>
          <a:p>
            <a:r>
              <a:rPr lang="ko-KR" altLang="en-US" sz="1800" dirty="0"/>
              <a:t>독립적인 콘텐츠</a:t>
            </a:r>
            <a:r>
              <a:rPr lang="en-US" altLang="ko-KR" sz="1800" dirty="0"/>
              <a:t>(article) : </a:t>
            </a:r>
            <a:r>
              <a:rPr lang="ko-KR" altLang="en-US" sz="1800" dirty="0"/>
              <a:t>독립적으로 사용된 콘텐츠를 의미한다</a:t>
            </a:r>
            <a:r>
              <a:rPr lang="en-US" altLang="ko-KR" sz="1800" dirty="0"/>
              <a:t>.</a:t>
            </a:r>
          </a:p>
          <a:p>
            <a:r>
              <a:rPr lang="ko-KR" altLang="en-US" sz="1800" dirty="0"/>
              <a:t>논리적 구획</a:t>
            </a:r>
            <a:r>
              <a:rPr lang="en-US" altLang="ko-KR" sz="1800" dirty="0"/>
              <a:t>(section) : </a:t>
            </a:r>
            <a:r>
              <a:rPr lang="ko-KR" altLang="en-US" sz="1800" dirty="0"/>
              <a:t>연관된 내용을 그룹화 할 때 사용한다</a:t>
            </a:r>
            <a:r>
              <a:rPr lang="en-US" altLang="ko-KR" sz="1800" dirty="0"/>
              <a:t>.</a:t>
            </a:r>
          </a:p>
          <a:p>
            <a:endParaRPr lang="en-US" altLang="ko-KR" sz="1800" dirty="0"/>
          </a:p>
          <a:p>
            <a:endParaRPr lang="en-US" altLang="ko-KR" sz="1800" dirty="0"/>
          </a:p>
          <a:p>
            <a:endParaRPr lang="en-US" altLang="ko-KR" sz="1800" dirty="0"/>
          </a:p>
          <a:p>
            <a:endParaRPr lang="en-US" altLang="ko-KR" sz="1800" dirty="0"/>
          </a:p>
          <a:p>
            <a:r>
              <a:rPr lang="ko-KR" altLang="en-US" sz="1800" dirty="0"/>
              <a:t>사이드 콘텐츠</a:t>
            </a:r>
            <a:r>
              <a:rPr lang="en-US" altLang="ko-KR" sz="1800" dirty="0"/>
              <a:t>(aside) : </a:t>
            </a:r>
            <a:r>
              <a:rPr lang="ko-KR" altLang="en-US" sz="1800" dirty="0"/>
              <a:t>주 콘텐츠와 관련된 보조 정보를 담는다</a:t>
            </a:r>
            <a:r>
              <a:rPr lang="en-US" altLang="ko-KR" sz="1800" dirty="0"/>
              <a:t>.</a:t>
            </a:r>
          </a:p>
          <a:p>
            <a:r>
              <a:rPr lang="ko-KR" altLang="en-US" sz="1800" dirty="0"/>
              <a:t>푸터 영역</a:t>
            </a:r>
            <a:r>
              <a:rPr lang="en-US" altLang="ko-KR" sz="1800" dirty="0"/>
              <a:t>(footer) : </a:t>
            </a:r>
            <a:r>
              <a:rPr lang="ko-KR" altLang="en-US" sz="1800" dirty="0"/>
              <a:t>웹 사이트의 하단 부분에 위치한다</a:t>
            </a:r>
            <a:r>
              <a:rPr lang="en-US" altLang="ko-KR" sz="1800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AB4E54A-BF01-A247-8730-2ED78B2AE4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30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1E7269-A875-33F5-7499-CE8DB6839E55}"/>
              </a:ext>
            </a:extLst>
          </p:cNvPr>
          <p:cNvSpPr txBox="1"/>
          <p:nvPr/>
        </p:nvSpPr>
        <p:spPr>
          <a:xfrm>
            <a:off x="7531510" y="570271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F437E3-4F3B-7491-5748-A7224C7D593B}"/>
              </a:ext>
            </a:extLst>
          </p:cNvPr>
          <p:cNvSpPr txBox="1"/>
          <p:nvPr/>
        </p:nvSpPr>
        <p:spPr>
          <a:xfrm>
            <a:off x="1103671" y="2813898"/>
            <a:ext cx="5267631" cy="1077218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dirty="0"/>
              <a:t>&lt;section&gt; </a:t>
            </a:r>
          </a:p>
          <a:p>
            <a:r>
              <a:rPr lang="en-US" altLang="ko-KR" sz="1600" dirty="0"/>
              <a:t>	&lt;h2&gt;</a:t>
            </a:r>
            <a:r>
              <a:rPr lang="ko-KR" altLang="en-US" sz="1600" dirty="0"/>
              <a:t>우리의 서비스</a:t>
            </a:r>
            <a:r>
              <a:rPr lang="en-US" altLang="ko-KR" sz="1600" dirty="0"/>
              <a:t>&lt;/h2&gt; </a:t>
            </a:r>
          </a:p>
          <a:p>
            <a:r>
              <a:rPr lang="en-US" altLang="ko-KR" sz="1600" dirty="0"/>
              <a:t>	&lt;p&gt;</a:t>
            </a:r>
            <a:r>
              <a:rPr lang="ko-KR" altLang="en-US" sz="1600" dirty="0"/>
              <a:t>다양한 웹 개발 서비스를 제공합니다</a:t>
            </a:r>
            <a:r>
              <a:rPr lang="en-US" altLang="ko-KR" sz="1600" dirty="0"/>
              <a:t>.&lt;/p&gt; </a:t>
            </a:r>
          </a:p>
          <a:p>
            <a:r>
              <a:rPr lang="en-US" altLang="ko-KR" sz="1600" dirty="0"/>
              <a:t>&lt;/section&gt;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8484480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81F33-38C7-E5BF-9A01-00F31523E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E5C5E7-082E-05FC-CE21-1D3178A83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HTML</a:t>
            </a:r>
            <a:r>
              <a:rPr lang="ko-KR" altLang="en-US" dirty="0"/>
              <a:t>에서 시멘틱 태그 사용하기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0339800-6689-555F-019C-806D39BB67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ko-KR" sz="1800" dirty="0"/>
          </a:p>
          <a:p>
            <a:endParaRPr lang="en-US" altLang="ko-KR" sz="1800" dirty="0"/>
          </a:p>
          <a:p>
            <a:endParaRPr lang="en-US" altLang="ko-KR" sz="1800" dirty="0"/>
          </a:p>
          <a:p>
            <a:endParaRPr lang="en-US" altLang="ko-KR" sz="18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6B6407-DCA9-836E-D10E-32DFBF930B4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72DF30-2369-2997-0A96-29301ADF1D49}"/>
              </a:ext>
            </a:extLst>
          </p:cNvPr>
          <p:cNvSpPr txBox="1"/>
          <p:nvPr/>
        </p:nvSpPr>
        <p:spPr>
          <a:xfrm>
            <a:off x="7531510" y="570271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89882E-281C-7D01-663C-7DDCAC1EC93A}"/>
              </a:ext>
            </a:extLst>
          </p:cNvPr>
          <p:cNvSpPr txBox="1"/>
          <p:nvPr/>
        </p:nvSpPr>
        <p:spPr>
          <a:xfrm>
            <a:off x="590551" y="1215539"/>
            <a:ext cx="5595596" cy="4893647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800" b="1" dirty="0"/>
              <a:t>&lt;!DOCTYPE </a:t>
            </a:r>
            <a:r>
              <a:rPr lang="ko-KR" altLang="en-US" sz="800" b="1" dirty="0" err="1"/>
              <a:t>html</a:t>
            </a:r>
            <a:r>
              <a:rPr lang="ko-KR" altLang="en-US" sz="800" b="1" dirty="0"/>
              <a:t>&gt;</a:t>
            </a:r>
          </a:p>
          <a:p>
            <a:r>
              <a:rPr lang="ko-KR" altLang="en-US" sz="800" dirty="0"/>
              <a:t>&lt;</a:t>
            </a:r>
            <a:r>
              <a:rPr lang="ko-KR" altLang="en-US" sz="800" dirty="0" err="1"/>
              <a:t>html</a:t>
            </a:r>
            <a:r>
              <a:rPr lang="ko-KR" altLang="en-US" sz="800" dirty="0"/>
              <a:t>&gt;</a:t>
            </a:r>
          </a:p>
          <a:p>
            <a:r>
              <a:rPr lang="ko-KR" altLang="en-US" sz="800" dirty="0"/>
              <a:t>&lt;</a:t>
            </a:r>
            <a:r>
              <a:rPr lang="ko-KR" altLang="en-US" sz="800" dirty="0" err="1"/>
              <a:t>head</a:t>
            </a:r>
            <a:r>
              <a:rPr lang="ko-KR" altLang="en-US" sz="800" dirty="0"/>
              <a:t>&gt;</a:t>
            </a:r>
          </a:p>
          <a:p>
            <a:r>
              <a:rPr lang="ko-KR" altLang="en-US" sz="800" dirty="0"/>
              <a:t>	&lt;</a:t>
            </a:r>
            <a:r>
              <a:rPr lang="ko-KR" altLang="en-US" sz="800" dirty="0" err="1"/>
              <a:t>meta</a:t>
            </a:r>
            <a:r>
              <a:rPr lang="ko-KR" altLang="en-US" sz="800" dirty="0"/>
              <a:t> </a:t>
            </a:r>
            <a:r>
              <a:rPr lang="ko-KR" altLang="en-US" sz="800" dirty="0" err="1"/>
              <a:t>charset</a:t>
            </a:r>
            <a:r>
              <a:rPr lang="ko-KR" altLang="en-US" sz="800" dirty="0"/>
              <a:t>="UTF-8"&gt;</a:t>
            </a:r>
          </a:p>
          <a:p>
            <a:r>
              <a:rPr lang="ko-KR" altLang="en-US" sz="800" dirty="0"/>
              <a:t>	&lt;</a:t>
            </a:r>
            <a:r>
              <a:rPr lang="ko-KR" altLang="en-US" sz="800" dirty="0" err="1"/>
              <a:t>title</a:t>
            </a:r>
            <a:r>
              <a:rPr lang="ko-KR" altLang="en-US" sz="800" dirty="0"/>
              <a:t>&gt;시멘틱 태그 예제&lt;/</a:t>
            </a:r>
            <a:r>
              <a:rPr lang="ko-KR" altLang="en-US" sz="800" dirty="0" err="1"/>
              <a:t>title</a:t>
            </a:r>
            <a:r>
              <a:rPr lang="ko-KR" altLang="en-US" sz="800" dirty="0"/>
              <a:t>&gt;</a:t>
            </a:r>
          </a:p>
          <a:p>
            <a:r>
              <a:rPr lang="ko-KR" altLang="en-US" sz="800" dirty="0"/>
              <a:t>&lt;/</a:t>
            </a:r>
            <a:r>
              <a:rPr lang="ko-KR" altLang="en-US" sz="800" dirty="0" err="1"/>
              <a:t>head</a:t>
            </a:r>
            <a:r>
              <a:rPr lang="ko-KR" altLang="en-US" sz="800" dirty="0"/>
              <a:t>&gt;</a:t>
            </a:r>
            <a:endParaRPr lang="en-US" altLang="ko-KR" sz="800" dirty="0"/>
          </a:p>
          <a:p>
            <a:r>
              <a:rPr lang="ko-KR" altLang="en-US" sz="800" b="1" dirty="0"/>
              <a:t>&lt;body&gt;</a:t>
            </a:r>
          </a:p>
          <a:p>
            <a:r>
              <a:rPr lang="ko-KR" altLang="en-US" sz="800" dirty="0"/>
              <a:t>	&lt;</a:t>
            </a:r>
            <a:r>
              <a:rPr lang="ko-KR" altLang="en-US" sz="800" dirty="0" err="1"/>
              <a:t>header</a:t>
            </a:r>
            <a:r>
              <a:rPr lang="ko-KR" altLang="en-US" sz="800" dirty="0"/>
              <a:t>&gt;</a:t>
            </a:r>
          </a:p>
          <a:p>
            <a:r>
              <a:rPr lang="ko-KR" altLang="en-US" sz="800" dirty="0"/>
              <a:t>	    &lt;h1&gt;</a:t>
            </a:r>
            <a:r>
              <a:rPr lang="ko-KR" altLang="en-US" sz="800" dirty="0" err="1"/>
              <a:t>My</a:t>
            </a:r>
            <a:r>
              <a:rPr lang="ko-KR" altLang="en-US" sz="800" dirty="0"/>
              <a:t> </a:t>
            </a:r>
            <a:r>
              <a:rPr lang="ko-KR" altLang="en-US" sz="800" dirty="0" err="1"/>
              <a:t>Website</a:t>
            </a:r>
            <a:r>
              <a:rPr lang="ko-KR" altLang="en-US" sz="800" dirty="0"/>
              <a:t>&lt;/h1&gt;</a:t>
            </a:r>
          </a:p>
          <a:p>
            <a:r>
              <a:rPr lang="ko-KR" altLang="en-US" sz="800" dirty="0"/>
              <a:t>	    &lt;</a:t>
            </a:r>
            <a:r>
              <a:rPr lang="ko-KR" altLang="en-US" sz="800" dirty="0" err="1"/>
              <a:t>nav</a:t>
            </a:r>
            <a:r>
              <a:rPr lang="ko-KR" altLang="en-US" sz="800" dirty="0"/>
              <a:t>&gt;</a:t>
            </a:r>
          </a:p>
          <a:p>
            <a:r>
              <a:rPr lang="ko-KR" altLang="en-US" sz="800" dirty="0"/>
              <a:t>	        &lt;</a:t>
            </a:r>
            <a:r>
              <a:rPr lang="ko-KR" altLang="en-US" sz="800" dirty="0" err="1"/>
              <a:t>ul</a:t>
            </a:r>
            <a:r>
              <a:rPr lang="ko-KR" altLang="en-US" sz="800" dirty="0"/>
              <a:t>&gt;</a:t>
            </a:r>
          </a:p>
          <a:p>
            <a:r>
              <a:rPr lang="ko-KR" altLang="en-US" sz="800" dirty="0"/>
              <a:t>	            &lt;</a:t>
            </a:r>
            <a:r>
              <a:rPr lang="ko-KR" altLang="en-US" sz="800" dirty="0" err="1"/>
              <a:t>li</a:t>
            </a:r>
            <a:r>
              <a:rPr lang="ko-KR" altLang="en-US" sz="800" dirty="0"/>
              <a:t>&gt;&lt;</a:t>
            </a:r>
            <a:r>
              <a:rPr lang="ko-KR" altLang="en-US" sz="800" dirty="0" err="1"/>
              <a:t>a</a:t>
            </a:r>
            <a:r>
              <a:rPr lang="ko-KR" altLang="en-US" sz="800" dirty="0"/>
              <a:t> href="#"&gt;홈&lt;/</a:t>
            </a:r>
            <a:r>
              <a:rPr lang="ko-KR" altLang="en-US" sz="800" dirty="0" err="1"/>
              <a:t>a</a:t>
            </a:r>
            <a:r>
              <a:rPr lang="ko-KR" altLang="en-US" sz="800" dirty="0"/>
              <a:t>&gt;&lt;/</a:t>
            </a:r>
            <a:r>
              <a:rPr lang="ko-KR" altLang="en-US" sz="800" dirty="0" err="1"/>
              <a:t>li</a:t>
            </a:r>
            <a:r>
              <a:rPr lang="ko-KR" altLang="en-US" sz="800" dirty="0"/>
              <a:t>&gt;</a:t>
            </a:r>
          </a:p>
          <a:p>
            <a:r>
              <a:rPr lang="ko-KR" altLang="en-US" sz="800" dirty="0"/>
              <a:t>	            &lt;</a:t>
            </a:r>
            <a:r>
              <a:rPr lang="ko-KR" altLang="en-US" sz="800" dirty="0" err="1"/>
              <a:t>li</a:t>
            </a:r>
            <a:r>
              <a:rPr lang="ko-KR" altLang="en-US" sz="800" dirty="0"/>
              <a:t>&gt;&lt;</a:t>
            </a:r>
            <a:r>
              <a:rPr lang="ko-KR" altLang="en-US" sz="800" dirty="0" err="1"/>
              <a:t>a</a:t>
            </a:r>
            <a:r>
              <a:rPr lang="ko-KR" altLang="en-US" sz="800" dirty="0"/>
              <a:t> href="#"&gt;소개&lt;/</a:t>
            </a:r>
            <a:r>
              <a:rPr lang="ko-KR" altLang="en-US" sz="800" dirty="0" err="1"/>
              <a:t>a</a:t>
            </a:r>
            <a:r>
              <a:rPr lang="ko-KR" altLang="en-US" sz="800" dirty="0"/>
              <a:t>&gt;&lt;/</a:t>
            </a:r>
            <a:r>
              <a:rPr lang="ko-KR" altLang="en-US" sz="800" dirty="0" err="1"/>
              <a:t>li</a:t>
            </a:r>
            <a:r>
              <a:rPr lang="ko-KR" altLang="en-US" sz="800" dirty="0"/>
              <a:t>&gt;</a:t>
            </a:r>
          </a:p>
          <a:p>
            <a:r>
              <a:rPr lang="ko-KR" altLang="en-US" sz="800" dirty="0"/>
              <a:t>	            &lt;</a:t>
            </a:r>
            <a:r>
              <a:rPr lang="ko-KR" altLang="en-US" sz="800" dirty="0" err="1"/>
              <a:t>li</a:t>
            </a:r>
            <a:r>
              <a:rPr lang="ko-KR" altLang="en-US" sz="800" dirty="0"/>
              <a:t>&gt;&lt;</a:t>
            </a:r>
            <a:r>
              <a:rPr lang="ko-KR" altLang="en-US" sz="800" dirty="0" err="1"/>
              <a:t>a</a:t>
            </a:r>
            <a:r>
              <a:rPr lang="ko-KR" altLang="en-US" sz="800" dirty="0"/>
              <a:t> href="#"&gt;연락처&lt;/</a:t>
            </a:r>
            <a:r>
              <a:rPr lang="ko-KR" altLang="en-US" sz="800" dirty="0" err="1"/>
              <a:t>a</a:t>
            </a:r>
            <a:r>
              <a:rPr lang="ko-KR" altLang="en-US" sz="800" dirty="0"/>
              <a:t>&gt;&lt;/</a:t>
            </a:r>
            <a:r>
              <a:rPr lang="ko-KR" altLang="en-US" sz="800" dirty="0" err="1"/>
              <a:t>li</a:t>
            </a:r>
            <a:r>
              <a:rPr lang="ko-KR" altLang="en-US" sz="800" dirty="0"/>
              <a:t>&gt;</a:t>
            </a:r>
          </a:p>
          <a:p>
            <a:r>
              <a:rPr lang="ko-KR" altLang="en-US" sz="800" dirty="0"/>
              <a:t>	        &lt;/</a:t>
            </a:r>
            <a:r>
              <a:rPr lang="ko-KR" altLang="en-US" sz="800" dirty="0" err="1"/>
              <a:t>ul</a:t>
            </a:r>
            <a:r>
              <a:rPr lang="ko-KR" altLang="en-US" sz="800" dirty="0"/>
              <a:t>&gt;</a:t>
            </a:r>
          </a:p>
          <a:p>
            <a:r>
              <a:rPr lang="ko-KR" altLang="en-US" sz="800" dirty="0"/>
              <a:t>	    &lt;/</a:t>
            </a:r>
            <a:r>
              <a:rPr lang="ko-KR" altLang="en-US" sz="800" dirty="0" err="1"/>
              <a:t>nav</a:t>
            </a:r>
            <a:r>
              <a:rPr lang="ko-KR" altLang="en-US" sz="800" dirty="0"/>
              <a:t>&gt;</a:t>
            </a:r>
          </a:p>
          <a:p>
            <a:r>
              <a:rPr lang="ko-KR" altLang="en-US" sz="800" dirty="0"/>
              <a:t>	&lt;/</a:t>
            </a:r>
            <a:r>
              <a:rPr lang="ko-KR" altLang="en-US" sz="800" dirty="0" err="1"/>
              <a:t>header</a:t>
            </a:r>
            <a:r>
              <a:rPr lang="ko-KR" altLang="en-US" sz="800" dirty="0"/>
              <a:t>&gt;</a:t>
            </a:r>
          </a:p>
          <a:p>
            <a:r>
              <a:rPr lang="ko-KR" altLang="en-US" sz="800" dirty="0"/>
              <a:t>	&lt;main&gt;</a:t>
            </a:r>
          </a:p>
          <a:p>
            <a:r>
              <a:rPr lang="ko-KR" altLang="en-US" sz="800" dirty="0"/>
              <a:t>	    &lt;</a:t>
            </a:r>
            <a:r>
              <a:rPr lang="ko-KR" altLang="en-US" sz="800" dirty="0" err="1"/>
              <a:t>section</a:t>
            </a:r>
            <a:r>
              <a:rPr lang="ko-KR" altLang="en-US" sz="800" dirty="0"/>
              <a:t>&gt;</a:t>
            </a:r>
          </a:p>
          <a:p>
            <a:r>
              <a:rPr lang="ko-KR" altLang="en-US" sz="800" dirty="0"/>
              <a:t>	        &lt;h2&gt;시멘틱 </a:t>
            </a:r>
            <a:r>
              <a:rPr lang="ko-KR" altLang="en-US" sz="800" dirty="0" err="1"/>
              <a:t>태그란</a:t>
            </a:r>
            <a:r>
              <a:rPr lang="ko-KR" altLang="en-US" sz="800" dirty="0"/>
              <a:t>?&lt;/h2&gt;</a:t>
            </a:r>
          </a:p>
          <a:p>
            <a:r>
              <a:rPr lang="ko-KR" altLang="en-US" sz="800" dirty="0"/>
              <a:t>	        &lt;p&gt;시멘틱 태그는 HTML 요소의 의미를 명확하게 나타냅니다.&lt;/p&gt;</a:t>
            </a:r>
          </a:p>
          <a:p>
            <a:r>
              <a:rPr lang="ko-KR" altLang="en-US" sz="800" dirty="0"/>
              <a:t>	    &lt;/</a:t>
            </a:r>
            <a:r>
              <a:rPr lang="ko-KR" altLang="en-US" sz="800" dirty="0" err="1"/>
              <a:t>section</a:t>
            </a:r>
            <a:r>
              <a:rPr lang="ko-KR" altLang="en-US" sz="800" dirty="0"/>
              <a:t>&gt;</a:t>
            </a:r>
          </a:p>
          <a:p>
            <a:r>
              <a:rPr lang="ko-KR" altLang="en-US" sz="800" dirty="0"/>
              <a:t>	    &lt;</a:t>
            </a:r>
            <a:r>
              <a:rPr lang="ko-KR" altLang="en-US" sz="800" dirty="0" err="1"/>
              <a:t>article</a:t>
            </a:r>
            <a:r>
              <a:rPr lang="ko-KR" altLang="en-US" sz="800" dirty="0"/>
              <a:t>&gt;</a:t>
            </a:r>
          </a:p>
          <a:p>
            <a:r>
              <a:rPr lang="ko-KR" altLang="en-US" sz="800" dirty="0"/>
              <a:t>	        &lt;h2&gt;HTML5 시멘틱 태그의 중요성&lt;/h2&gt;</a:t>
            </a:r>
          </a:p>
          <a:p>
            <a:r>
              <a:rPr lang="ko-KR" altLang="en-US" sz="800" dirty="0"/>
              <a:t>	        &lt;p&gt;검색 엔진 최적화(SEO)와 웹 접근성을 높일 수 있습니다.&lt;/p&gt;</a:t>
            </a:r>
          </a:p>
          <a:p>
            <a:r>
              <a:rPr lang="ko-KR" altLang="en-US" sz="800" dirty="0"/>
              <a:t>	    &lt;/</a:t>
            </a:r>
            <a:r>
              <a:rPr lang="ko-KR" altLang="en-US" sz="800" dirty="0" err="1"/>
              <a:t>article</a:t>
            </a:r>
            <a:r>
              <a:rPr lang="ko-KR" altLang="en-US" sz="800" dirty="0"/>
              <a:t>&gt;</a:t>
            </a:r>
          </a:p>
          <a:p>
            <a:r>
              <a:rPr lang="ko-KR" altLang="en-US" sz="800" dirty="0"/>
              <a:t>	&lt;/main&gt;</a:t>
            </a:r>
          </a:p>
          <a:p>
            <a:r>
              <a:rPr lang="ko-KR" altLang="en-US" sz="800" dirty="0"/>
              <a:t>	&lt;</a:t>
            </a:r>
            <a:r>
              <a:rPr lang="ko-KR" altLang="en-US" sz="800" dirty="0" err="1"/>
              <a:t>aside</a:t>
            </a:r>
            <a:r>
              <a:rPr lang="ko-KR" altLang="en-US" sz="800" dirty="0"/>
              <a:t>&gt;</a:t>
            </a:r>
          </a:p>
          <a:p>
            <a:r>
              <a:rPr lang="ko-KR" altLang="en-US" sz="800" dirty="0"/>
              <a:t>	    &lt;h3&gt;관련 링크&lt;/h3&gt;</a:t>
            </a:r>
          </a:p>
          <a:p>
            <a:r>
              <a:rPr lang="ko-KR" altLang="en-US" sz="800" dirty="0"/>
              <a:t>	    &lt;</a:t>
            </a:r>
            <a:r>
              <a:rPr lang="ko-KR" altLang="en-US" sz="800" dirty="0" err="1"/>
              <a:t>ul</a:t>
            </a:r>
            <a:r>
              <a:rPr lang="ko-KR" altLang="en-US" sz="800" dirty="0"/>
              <a:t>&gt;</a:t>
            </a:r>
          </a:p>
          <a:p>
            <a:r>
              <a:rPr lang="ko-KR" altLang="en-US" sz="800" dirty="0"/>
              <a:t>	        &lt;</a:t>
            </a:r>
            <a:r>
              <a:rPr lang="ko-KR" altLang="en-US" sz="800" dirty="0" err="1"/>
              <a:t>li</a:t>
            </a:r>
            <a:r>
              <a:rPr lang="ko-KR" altLang="en-US" sz="800" dirty="0"/>
              <a:t>&gt;&lt;</a:t>
            </a:r>
            <a:r>
              <a:rPr lang="ko-KR" altLang="en-US" sz="800" dirty="0" err="1"/>
              <a:t>a</a:t>
            </a:r>
            <a:r>
              <a:rPr lang="ko-KR" altLang="en-US" sz="800" dirty="0"/>
              <a:t> href="#"&gt;HTML 기본 문법&lt;/</a:t>
            </a:r>
            <a:r>
              <a:rPr lang="ko-KR" altLang="en-US" sz="800" dirty="0" err="1"/>
              <a:t>a</a:t>
            </a:r>
            <a:r>
              <a:rPr lang="ko-KR" altLang="en-US" sz="800" dirty="0"/>
              <a:t>&gt;&lt;/</a:t>
            </a:r>
            <a:r>
              <a:rPr lang="ko-KR" altLang="en-US" sz="800" dirty="0" err="1"/>
              <a:t>li</a:t>
            </a:r>
            <a:r>
              <a:rPr lang="ko-KR" altLang="en-US" sz="800" dirty="0"/>
              <a:t>&gt;</a:t>
            </a:r>
          </a:p>
          <a:p>
            <a:r>
              <a:rPr lang="ko-KR" altLang="en-US" sz="800" dirty="0"/>
              <a:t>	        &lt;</a:t>
            </a:r>
            <a:r>
              <a:rPr lang="ko-KR" altLang="en-US" sz="800" dirty="0" err="1"/>
              <a:t>li</a:t>
            </a:r>
            <a:r>
              <a:rPr lang="ko-KR" altLang="en-US" sz="800" dirty="0"/>
              <a:t>&gt;&lt;</a:t>
            </a:r>
            <a:r>
              <a:rPr lang="ko-KR" altLang="en-US" sz="800" dirty="0" err="1"/>
              <a:t>a</a:t>
            </a:r>
            <a:r>
              <a:rPr lang="ko-KR" altLang="en-US" sz="800" dirty="0"/>
              <a:t> href="#"&gt;CSS 입문&lt;/</a:t>
            </a:r>
            <a:r>
              <a:rPr lang="ko-KR" altLang="en-US" sz="800" dirty="0" err="1"/>
              <a:t>a</a:t>
            </a:r>
            <a:r>
              <a:rPr lang="ko-KR" altLang="en-US" sz="800" dirty="0"/>
              <a:t>&gt;&lt;/</a:t>
            </a:r>
            <a:r>
              <a:rPr lang="ko-KR" altLang="en-US" sz="800" dirty="0" err="1"/>
              <a:t>li</a:t>
            </a:r>
            <a:r>
              <a:rPr lang="ko-KR" altLang="en-US" sz="800" dirty="0"/>
              <a:t>&gt;</a:t>
            </a:r>
          </a:p>
          <a:p>
            <a:r>
              <a:rPr lang="ko-KR" altLang="en-US" sz="800" dirty="0"/>
              <a:t>	    &lt;/</a:t>
            </a:r>
            <a:r>
              <a:rPr lang="ko-KR" altLang="en-US" sz="800" dirty="0" err="1"/>
              <a:t>ul</a:t>
            </a:r>
            <a:r>
              <a:rPr lang="ko-KR" altLang="en-US" sz="800" dirty="0"/>
              <a:t>&gt;</a:t>
            </a:r>
          </a:p>
          <a:p>
            <a:r>
              <a:rPr lang="ko-KR" altLang="en-US" sz="800" dirty="0"/>
              <a:t>	&lt;/</a:t>
            </a:r>
            <a:r>
              <a:rPr lang="ko-KR" altLang="en-US" sz="800" dirty="0" err="1"/>
              <a:t>aside</a:t>
            </a:r>
            <a:r>
              <a:rPr lang="ko-KR" altLang="en-US" sz="800" dirty="0"/>
              <a:t>&gt;</a:t>
            </a:r>
          </a:p>
          <a:p>
            <a:r>
              <a:rPr lang="ko-KR" altLang="en-US" sz="800" dirty="0"/>
              <a:t>	&lt;</a:t>
            </a:r>
            <a:r>
              <a:rPr lang="ko-KR" altLang="en-US" sz="800" dirty="0" err="1"/>
              <a:t>footer</a:t>
            </a:r>
            <a:r>
              <a:rPr lang="ko-KR" altLang="en-US" sz="800" dirty="0"/>
              <a:t>&gt;</a:t>
            </a:r>
          </a:p>
          <a:p>
            <a:r>
              <a:rPr lang="ko-KR" altLang="en-US" sz="800" dirty="0"/>
              <a:t>	    &lt;p&gt;© 2025 </a:t>
            </a:r>
            <a:r>
              <a:rPr lang="ko-KR" altLang="en-US" sz="800" dirty="0" err="1"/>
              <a:t>My</a:t>
            </a:r>
            <a:r>
              <a:rPr lang="ko-KR" altLang="en-US" sz="800" dirty="0"/>
              <a:t> </a:t>
            </a:r>
            <a:r>
              <a:rPr lang="ko-KR" altLang="en-US" sz="800" dirty="0" err="1"/>
              <a:t>Website</a:t>
            </a:r>
            <a:r>
              <a:rPr lang="ko-KR" altLang="en-US" sz="800" dirty="0"/>
              <a:t>. All </a:t>
            </a:r>
            <a:r>
              <a:rPr lang="ko-KR" altLang="en-US" sz="800" dirty="0" err="1"/>
              <a:t>rights</a:t>
            </a:r>
            <a:r>
              <a:rPr lang="ko-KR" altLang="en-US" sz="800" dirty="0"/>
              <a:t> </a:t>
            </a:r>
            <a:r>
              <a:rPr lang="ko-KR" altLang="en-US" sz="800" dirty="0" err="1"/>
              <a:t>reserved</a:t>
            </a:r>
            <a:r>
              <a:rPr lang="ko-KR" altLang="en-US" sz="800" dirty="0"/>
              <a:t>.&lt;/p&gt;</a:t>
            </a:r>
          </a:p>
          <a:p>
            <a:r>
              <a:rPr lang="ko-KR" altLang="en-US" sz="800" dirty="0"/>
              <a:t>	&lt;/</a:t>
            </a:r>
            <a:r>
              <a:rPr lang="ko-KR" altLang="en-US" sz="800" dirty="0" err="1"/>
              <a:t>footer</a:t>
            </a:r>
            <a:r>
              <a:rPr lang="ko-KR" altLang="en-US" sz="800" dirty="0"/>
              <a:t>&gt;</a:t>
            </a:r>
          </a:p>
          <a:p>
            <a:r>
              <a:rPr lang="ko-KR" altLang="en-US" sz="800" b="1" dirty="0"/>
              <a:t>&lt;/body&gt;</a:t>
            </a:r>
          </a:p>
          <a:p>
            <a:r>
              <a:rPr lang="ko-KR" altLang="en-US" sz="800" dirty="0"/>
              <a:t>&lt;/</a:t>
            </a:r>
            <a:r>
              <a:rPr lang="ko-KR" altLang="en-US" sz="800" dirty="0" err="1"/>
              <a:t>html</a:t>
            </a:r>
            <a:r>
              <a:rPr lang="ko-KR" altLang="en-US" sz="800" dirty="0"/>
              <a:t>&gt;</a:t>
            </a:r>
          </a:p>
        </p:txBody>
      </p:sp>
      <p:pic>
        <p:nvPicPr>
          <p:cNvPr id="13" name="그림 12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DDEA50BA-B242-D826-1F87-C103CE4E61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7056" y="1449100"/>
            <a:ext cx="3486695" cy="4426524"/>
          </a:xfrm>
          <a:prstGeom prst="rect">
            <a:avLst/>
          </a:prstGeom>
          <a:ln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561115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0AC0CE-CA8A-8995-BD12-BFE38555B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HTML</a:t>
            </a:r>
            <a:r>
              <a:rPr lang="ko-KR" altLang="en-US" dirty="0"/>
              <a:t>에서 입력양식 태그 사용하기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FCF78D2-9B07-6C51-D887-504D32320F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HTML</a:t>
            </a:r>
            <a:r>
              <a:rPr lang="ko-KR" altLang="en-US" dirty="0"/>
              <a:t>에서 </a:t>
            </a:r>
            <a:r>
              <a:rPr lang="en-US" altLang="ko-KR" dirty="0"/>
              <a:t>&lt;input&gt;</a:t>
            </a:r>
            <a:r>
              <a:rPr lang="ko-KR" altLang="en-US" dirty="0"/>
              <a:t>요소는 사용자로부터 데이터를 입력받기 위해 사용된다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&lt;input&gt;</a:t>
            </a:r>
            <a:r>
              <a:rPr lang="ko-KR" altLang="en-US" dirty="0"/>
              <a:t>요소의 </a:t>
            </a:r>
            <a:r>
              <a:rPr lang="en-US" altLang="ko-KR" dirty="0"/>
              <a:t>type </a:t>
            </a:r>
            <a:r>
              <a:rPr lang="ko-KR" altLang="en-US" dirty="0"/>
              <a:t>속성은 다양한 종류의 입력 필드를 정의할 수 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사용 예시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39133B-A2A9-39B7-93A8-9F1C497BA60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32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272270-E1EC-9256-1A6F-8A99D3DD6EA2}"/>
              </a:ext>
            </a:extLst>
          </p:cNvPr>
          <p:cNvSpPr txBox="1"/>
          <p:nvPr/>
        </p:nvSpPr>
        <p:spPr>
          <a:xfrm>
            <a:off x="1147643" y="2576339"/>
            <a:ext cx="6295377" cy="3477875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000" dirty="0"/>
              <a:t>&lt;!DOCTYPE </a:t>
            </a:r>
            <a:r>
              <a:rPr lang="ko-KR" altLang="en-US" sz="1000" dirty="0" err="1"/>
              <a:t>html</a:t>
            </a:r>
            <a:r>
              <a:rPr lang="ko-KR" altLang="en-US" sz="1000" dirty="0"/>
              <a:t>&gt;</a:t>
            </a:r>
          </a:p>
          <a:p>
            <a:r>
              <a:rPr lang="ko-KR" altLang="en-US" sz="1000" dirty="0"/>
              <a:t>&lt;</a:t>
            </a:r>
            <a:r>
              <a:rPr lang="ko-KR" altLang="en-US" sz="1000" dirty="0" err="1"/>
              <a:t>html</a:t>
            </a:r>
            <a:r>
              <a:rPr lang="ko-KR" altLang="en-US" sz="1000" dirty="0"/>
              <a:t>&gt;</a:t>
            </a:r>
          </a:p>
          <a:p>
            <a:r>
              <a:rPr lang="ko-KR" altLang="en-US" sz="1000" dirty="0"/>
              <a:t>      &lt;</a:t>
            </a:r>
            <a:r>
              <a:rPr lang="ko-KR" altLang="en-US" sz="1000" dirty="0" err="1"/>
              <a:t>head</a:t>
            </a:r>
            <a:r>
              <a:rPr lang="ko-KR" altLang="en-US" sz="1000" dirty="0"/>
              <a:t>&gt;</a:t>
            </a:r>
          </a:p>
          <a:p>
            <a:r>
              <a:rPr lang="ko-KR" altLang="en-US" sz="1000" dirty="0"/>
              <a:t>            &lt;</a:t>
            </a:r>
            <a:r>
              <a:rPr lang="ko-KR" altLang="en-US" sz="1000" dirty="0" err="1"/>
              <a:t>meta</a:t>
            </a:r>
            <a:r>
              <a:rPr lang="ko-KR" altLang="en-US" sz="1000" dirty="0"/>
              <a:t> </a:t>
            </a:r>
            <a:r>
              <a:rPr lang="ko-KR" altLang="en-US" sz="1000" dirty="0" err="1"/>
              <a:t>charset</a:t>
            </a:r>
            <a:r>
              <a:rPr lang="ko-KR" altLang="en-US" sz="1000" dirty="0"/>
              <a:t>="UTF-8"&gt;</a:t>
            </a:r>
          </a:p>
          <a:p>
            <a:r>
              <a:rPr lang="ko-KR" altLang="en-US" sz="1000" dirty="0"/>
              <a:t>            &lt;</a:t>
            </a:r>
            <a:r>
              <a:rPr lang="ko-KR" altLang="en-US" sz="1000" dirty="0" err="1"/>
              <a:t>title</a:t>
            </a:r>
            <a:r>
              <a:rPr lang="ko-KR" altLang="en-US" sz="1000" dirty="0"/>
              <a:t>&gt;입력양식 태그 예제&lt;/</a:t>
            </a:r>
            <a:r>
              <a:rPr lang="ko-KR" altLang="en-US" sz="1000" dirty="0" err="1"/>
              <a:t>title</a:t>
            </a:r>
            <a:r>
              <a:rPr lang="ko-KR" altLang="en-US" sz="1000" dirty="0"/>
              <a:t>&gt;</a:t>
            </a:r>
          </a:p>
          <a:p>
            <a:r>
              <a:rPr lang="ko-KR" altLang="en-US" sz="1000" dirty="0"/>
              <a:t>      &lt;/</a:t>
            </a:r>
            <a:r>
              <a:rPr lang="ko-KR" altLang="en-US" sz="1000" dirty="0" err="1"/>
              <a:t>head</a:t>
            </a:r>
            <a:r>
              <a:rPr lang="ko-KR" altLang="en-US" sz="1000" dirty="0"/>
              <a:t>&gt;</a:t>
            </a:r>
          </a:p>
          <a:p>
            <a:r>
              <a:rPr lang="ko-KR" altLang="en-US" sz="1000" dirty="0"/>
              <a:t>      &lt;body&gt;</a:t>
            </a:r>
          </a:p>
          <a:p>
            <a:r>
              <a:rPr lang="ko-KR" altLang="en-US" sz="1000" dirty="0"/>
              <a:t>	&lt;</a:t>
            </a:r>
            <a:r>
              <a:rPr lang="ko-KR" altLang="en-US" sz="1000" dirty="0" err="1"/>
              <a:t>table</a:t>
            </a:r>
            <a:r>
              <a:rPr lang="ko-KR" altLang="en-US" sz="1000" dirty="0"/>
              <a:t>&gt;</a:t>
            </a:r>
          </a:p>
          <a:p>
            <a:r>
              <a:rPr lang="ko-KR" altLang="en-US" sz="1000" dirty="0"/>
              <a:t>	       &lt;</a:t>
            </a:r>
            <a:r>
              <a:rPr lang="ko-KR" altLang="en-US" sz="1000" dirty="0" err="1"/>
              <a:t>tr</a:t>
            </a:r>
            <a:r>
              <a:rPr lang="ko-KR" altLang="en-US" sz="1000" dirty="0"/>
              <a:t>&gt;</a:t>
            </a:r>
          </a:p>
          <a:p>
            <a:r>
              <a:rPr lang="ko-KR" altLang="en-US" sz="1000" dirty="0"/>
              <a:t>		&lt;</a:t>
            </a:r>
            <a:r>
              <a:rPr lang="ko-KR" altLang="en-US" sz="1000" dirty="0" err="1"/>
              <a:t>td</a:t>
            </a:r>
            <a:r>
              <a:rPr lang="ko-KR" altLang="en-US" sz="1000" dirty="0"/>
              <a:t>&gt;아이디&lt;/</a:t>
            </a:r>
            <a:r>
              <a:rPr lang="ko-KR" altLang="en-US" sz="1000" dirty="0" err="1"/>
              <a:t>td</a:t>
            </a:r>
            <a:r>
              <a:rPr lang="ko-KR" altLang="en-US" sz="1000" dirty="0"/>
              <a:t>&gt;</a:t>
            </a:r>
          </a:p>
          <a:p>
            <a:r>
              <a:rPr lang="ko-KR" altLang="en-US" sz="1000" dirty="0"/>
              <a:t>		&lt;</a:t>
            </a:r>
            <a:r>
              <a:rPr lang="ko-KR" altLang="en-US" sz="1000" dirty="0" err="1"/>
              <a:t>td</a:t>
            </a:r>
            <a:r>
              <a:rPr lang="ko-KR" altLang="en-US" sz="1000" dirty="0"/>
              <a:t>&gt;&lt;input </a:t>
            </a:r>
            <a:r>
              <a:rPr lang="ko-KR" altLang="en-US" sz="1000" dirty="0" err="1"/>
              <a:t>type</a:t>
            </a:r>
            <a:r>
              <a:rPr lang="ko-KR" altLang="en-US" sz="1000" dirty="0"/>
              <a:t>="</a:t>
            </a:r>
            <a:r>
              <a:rPr lang="ko-KR" altLang="en-US" sz="1000" dirty="0" err="1"/>
              <a:t>text</a:t>
            </a:r>
            <a:r>
              <a:rPr lang="ko-KR" altLang="en-US" sz="1000" dirty="0"/>
              <a:t>" name="</a:t>
            </a:r>
            <a:r>
              <a:rPr lang="ko-KR" altLang="en-US" sz="1000" dirty="0" err="1"/>
              <a:t>ids</a:t>
            </a:r>
            <a:r>
              <a:rPr lang="ko-KR" altLang="en-US" sz="1000" dirty="0"/>
              <a:t>" </a:t>
            </a:r>
            <a:r>
              <a:rPr lang="ko-KR" altLang="en-US" sz="1000" dirty="0" err="1"/>
              <a:t>value</a:t>
            </a:r>
            <a:r>
              <a:rPr lang="ko-KR" altLang="en-US" sz="1000" dirty="0"/>
              <a:t>="아이디를 입력하세요"/&gt;&lt;/</a:t>
            </a:r>
            <a:r>
              <a:rPr lang="ko-KR" altLang="en-US" sz="1000" dirty="0" err="1"/>
              <a:t>td</a:t>
            </a:r>
            <a:r>
              <a:rPr lang="ko-KR" altLang="en-US" sz="1000" dirty="0"/>
              <a:t>&gt;</a:t>
            </a:r>
          </a:p>
          <a:p>
            <a:r>
              <a:rPr lang="ko-KR" altLang="en-US" sz="1000" dirty="0"/>
              <a:t>	       &lt;/</a:t>
            </a:r>
            <a:r>
              <a:rPr lang="ko-KR" altLang="en-US" sz="1000" dirty="0" err="1"/>
              <a:t>tr</a:t>
            </a:r>
            <a:r>
              <a:rPr lang="ko-KR" altLang="en-US" sz="1000" dirty="0"/>
              <a:t>&gt;</a:t>
            </a:r>
          </a:p>
          <a:p>
            <a:r>
              <a:rPr lang="ko-KR" altLang="en-US" sz="1000" dirty="0"/>
              <a:t>	       &lt;</a:t>
            </a:r>
            <a:r>
              <a:rPr lang="ko-KR" altLang="en-US" sz="1000" dirty="0" err="1"/>
              <a:t>tr</a:t>
            </a:r>
            <a:r>
              <a:rPr lang="ko-KR" altLang="en-US" sz="1000" dirty="0"/>
              <a:t>&gt;</a:t>
            </a:r>
          </a:p>
          <a:p>
            <a:r>
              <a:rPr lang="ko-KR" altLang="en-US" sz="1000" dirty="0"/>
              <a:t>		&lt;</a:t>
            </a:r>
            <a:r>
              <a:rPr lang="ko-KR" altLang="en-US" sz="1000" dirty="0" err="1"/>
              <a:t>td</a:t>
            </a:r>
            <a:r>
              <a:rPr lang="ko-KR" altLang="en-US" sz="1000" dirty="0"/>
              <a:t>&gt;비밀번호&lt;/</a:t>
            </a:r>
            <a:r>
              <a:rPr lang="ko-KR" altLang="en-US" sz="1000" dirty="0" err="1"/>
              <a:t>td</a:t>
            </a:r>
            <a:r>
              <a:rPr lang="ko-KR" altLang="en-US" sz="1000" dirty="0"/>
              <a:t>&gt;</a:t>
            </a:r>
          </a:p>
          <a:p>
            <a:r>
              <a:rPr lang="ko-KR" altLang="en-US" sz="1000" dirty="0"/>
              <a:t>		&lt;</a:t>
            </a:r>
            <a:r>
              <a:rPr lang="ko-KR" altLang="en-US" sz="1000" dirty="0" err="1"/>
              <a:t>td</a:t>
            </a:r>
            <a:r>
              <a:rPr lang="ko-KR" altLang="en-US" sz="1000" dirty="0"/>
              <a:t>&gt;&lt;input </a:t>
            </a:r>
            <a:r>
              <a:rPr lang="ko-KR" altLang="en-US" sz="1000" dirty="0" err="1"/>
              <a:t>type</a:t>
            </a:r>
            <a:r>
              <a:rPr lang="ko-KR" altLang="en-US" sz="1000" dirty="0"/>
              <a:t>="</a:t>
            </a:r>
            <a:r>
              <a:rPr lang="ko-KR" altLang="en-US" sz="1000" dirty="0" err="1"/>
              <a:t>password</a:t>
            </a:r>
            <a:r>
              <a:rPr lang="ko-KR" altLang="en-US" sz="1000" dirty="0"/>
              <a:t>" name="</a:t>
            </a:r>
            <a:r>
              <a:rPr lang="ko-KR" altLang="en-US" sz="1000" dirty="0" err="1"/>
              <a:t>pwd</a:t>
            </a:r>
            <a:r>
              <a:rPr lang="ko-KR" altLang="en-US" sz="1000" dirty="0"/>
              <a:t>" </a:t>
            </a:r>
            <a:r>
              <a:rPr lang="ko-KR" altLang="en-US" sz="1000" dirty="0" err="1"/>
              <a:t>value</a:t>
            </a:r>
            <a:r>
              <a:rPr lang="ko-KR" altLang="en-US" sz="1000" dirty="0"/>
              <a:t>="1234"/&gt;&lt;/</a:t>
            </a:r>
            <a:r>
              <a:rPr lang="ko-KR" altLang="en-US" sz="1000" dirty="0" err="1"/>
              <a:t>td</a:t>
            </a:r>
            <a:r>
              <a:rPr lang="ko-KR" altLang="en-US" sz="1000" dirty="0"/>
              <a:t>&gt;</a:t>
            </a:r>
          </a:p>
          <a:p>
            <a:r>
              <a:rPr lang="ko-KR" altLang="en-US" sz="1000" dirty="0"/>
              <a:t>                            &lt;/</a:t>
            </a:r>
            <a:r>
              <a:rPr lang="ko-KR" altLang="en-US" sz="1000" dirty="0" err="1"/>
              <a:t>tr</a:t>
            </a:r>
            <a:r>
              <a:rPr lang="ko-KR" altLang="en-US" sz="1000" dirty="0"/>
              <a:t>&gt;</a:t>
            </a:r>
          </a:p>
          <a:p>
            <a:r>
              <a:rPr lang="ko-KR" altLang="en-US" sz="1000" dirty="0"/>
              <a:t>	       &lt;</a:t>
            </a:r>
            <a:r>
              <a:rPr lang="ko-KR" altLang="en-US" sz="1000" dirty="0" err="1"/>
              <a:t>tr</a:t>
            </a:r>
            <a:r>
              <a:rPr lang="ko-KR" altLang="en-US" sz="1000" dirty="0"/>
              <a:t>&gt;</a:t>
            </a:r>
          </a:p>
          <a:p>
            <a:r>
              <a:rPr lang="ko-KR" altLang="en-US" sz="1000" dirty="0"/>
              <a:t>		&lt;</a:t>
            </a:r>
            <a:r>
              <a:rPr lang="ko-KR" altLang="en-US" sz="1000" dirty="0" err="1"/>
              <a:t>td</a:t>
            </a:r>
            <a:r>
              <a:rPr lang="ko-KR" altLang="en-US" sz="1000" dirty="0"/>
              <a:t> </a:t>
            </a:r>
            <a:r>
              <a:rPr lang="ko-KR" altLang="en-US" sz="1000" dirty="0" err="1"/>
              <a:t>colspan</a:t>
            </a:r>
            <a:r>
              <a:rPr lang="ko-KR" altLang="en-US" sz="1000" dirty="0"/>
              <a:t>="2"&gt;&lt;input </a:t>
            </a:r>
            <a:r>
              <a:rPr lang="ko-KR" altLang="en-US" sz="1000" dirty="0" err="1"/>
              <a:t>type</a:t>
            </a:r>
            <a:r>
              <a:rPr lang="ko-KR" altLang="en-US" sz="1000" dirty="0"/>
              <a:t>="</a:t>
            </a:r>
            <a:r>
              <a:rPr lang="ko-KR" altLang="en-US" sz="1000" dirty="0" err="1"/>
              <a:t>submit</a:t>
            </a:r>
            <a:r>
              <a:rPr lang="ko-KR" altLang="en-US" sz="1000" dirty="0"/>
              <a:t>" </a:t>
            </a:r>
            <a:r>
              <a:rPr lang="ko-KR" altLang="en-US" sz="1000" dirty="0" err="1"/>
              <a:t>value</a:t>
            </a:r>
            <a:r>
              <a:rPr lang="ko-KR" altLang="en-US" sz="1000" dirty="0"/>
              <a:t>="클릭"/&gt;&lt;/</a:t>
            </a:r>
            <a:r>
              <a:rPr lang="ko-KR" altLang="en-US" sz="1000" dirty="0" err="1"/>
              <a:t>td</a:t>
            </a:r>
            <a:r>
              <a:rPr lang="ko-KR" altLang="en-US" sz="1000" dirty="0"/>
              <a:t>&gt;</a:t>
            </a:r>
          </a:p>
          <a:p>
            <a:r>
              <a:rPr lang="ko-KR" altLang="en-US" sz="1000" dirty="0"/>
              <a:t>	      &lt;/</a:t>
            </a:r>
            <a:r>
              <a:rPr lang="ko-KR" altLang="en-US" sz="1000" dirty="0" err="1"/>
              <a:t>tr</a:t>
            </a:r>
            <a:r>
              <a:rPr lang="ko-KR" altLang="en-US" sz="1000" dirty="0"/>
              <a:t>&gt;</a:t>
            </a:r>
          </a:p>
          <a:p>
            <a:r>
              <a:rPr lang="ko-KR" altLang="en-US" sz="1000" dirty="0"/>
              <a:t>	&lt;/</a:t>
            </a:r>
            <a:r>
              <a:rPr lang="ko-KR" altLang="en-US" sz="1000" dirty="0" err="1"/>
              <a:t>table</a:t>
            </a:r>
            <a:r>
              <a:rPr lang="ko-KR" altLang="en-US" sz="1000" dirty="0"/>
              <a:t>&gt;</a:t>
            </a:r>
          </a:p>
          <a:p>
            <a:r>
              <a:rPr lang="ko-KR" altLang="en-US" sz="1000" dirty="0"/>
              <a:t>     &lt;/body&gt;</a:t>
            </a:r>
          </a:p>
          <a:p>
            <a:r>
              <a:rPr lang="ko-KR" altLang="en-US" sz="1000" dirty="0"/>
              <a:t>&lt;/</a:t>
            </a:r>
            <a:r>
              <a:rPr lang="ko-KR" altLang="en-US" sz="1000" dirty="0" err="1"/>
              <a:t>html</a:t>
            </a:r>
            <a:r>
              <a:rPr lang="ko-KR" altLang="en-US" sz="1000" dirty="0"/>
              <a:t>&gt;</a:t>
            </a:r>
          </a:p>
        </p:txBody>
      </p:sp>
      <p:pic>
        <p:nvPicPr>
          <p:cNvPr id="13" name="그림 12" descr="텍스트, 스크린샷, 폰트, 라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AB8C8F6-3839-C7BA-4935-EEF5A98662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2298" y="2554216"/>
            <a:ext cx="3021453" cy="1259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5165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4FAE20-43BF-96CB-335B-107B87212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HTML</a:t>
            </a:r>
            <a:r>
              <a:rPr lang="ko-KR" altLang="en-US" dirty="0"/>
              <a:t>에서 입력양식 태그 사용하기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053732B-D61A-A682-B290-E5A45337FD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b="1" dirty="0"/>
              <a:t>주요 필드 종류</a:t>
            </a:r>
          </a:p>
          <a:p>
            <a:pPr lvl="1">
              <a:lnSpc>
                <a:spcPct val="160000"/>
              </a:lnSpc>
            </a:pPr>
            <a:r>
              <a:rPr lang="en-US" altLang="ko-KR" sz="1800" dirty="0"/>
              <a:t>text: </a:t>
            </a:r>
            <a:r>
              <a:rPr lang="ko-KR" altLang="en-US" sz="1800" dirty="0"/>
              <a:t>일반 텍스트를 입력 받는 기본 필드이다</a:t>
            </a:r>
            <a:r>
              <a:rPr lang="en-US" altLang="ko-KR" sz="1800" dirty="0"/>
              <a:t>.</a:t>
            </a:r>
          </a:p>
          <a:p>
            <a:pPr lvl="1">
              <a:lnSpc>
                <a:spcPct val="160000"/>
              </a:lnSpc>
            </a:pPr>
            <a:r>
              <a:rPr lang="en-US" altLang="ko-KR" sz="1800" dirty="0"/>
              <a:t>password: </a:t>
            </a:r>
            <a:r>
              <a:rPr lang="ko-KR" altLang="en-US" sz="1800" dirty="0"/>
              <a:t>입력 내용이 가려지는 비밀번호 입력 필드이다</a:t>
            </a:r>
            <a:r>
              <a:rPr lang="en-US" altLang="ko-KR" sz="1800" dirty="0"/>
              <a:t>.</a:t>
            </a:r>
          </a:p>
          <a:p>
            <a:pPr lvl="1">
              <a:lnSpc>
                <a:spcPct val="160000"/>
              </a:lnSpc>
            </a:pPr>
            <a:r>
              <a:rPr lang="en-US" altLang="ko-KR" sz="1800" dirty="0"/>
              <a:t>submit: </a:t>
            </a:r>
            <a:r>
              <a:rPr lang="ko-KR" altLang="en-US" sz="1800" dirty="0"/>
              <a:t>폼 데이터를 서버로 전송하는 제출 버튼이다</a:t>
            </a:r>
            <a:r>
              <a:rPr lang="en-US" altLang="ko-KR" sz="1800" dirty="0"/>
              <a:t>.</a:t>
            </a:r>
          </a:p>
          <a:p>
            <a:pPr lvl="1">
              <a:lnSpc>
                <a:spcPct val="160000"/>
              </a:lnSpc>
            </a:pPr>
            <a:r>
              <a:rPr lang="en-US" altLang="ko-KR" sz="1800" dirty="0"/>
              <a:t>reset: </a:t>
            </a:r>
            <a:r>
              <a:rPr lang="ko-KR" altLang="en-US" sz="1800" dirty="0"/>
              <a:t>폼의 모든 입력 값을 초기화하는 버튼이다</a:t>
            </a:r>
            <a:r>
              <a:rPr lang="en-US" altLang="ko-KR" sz="1800" dirty="0"/>
              <a:t>.</a:t>
            </a:r>
          </a:p>
          <a:p>
            <a:pPr lvl="1">
              <a:lnSpc>
                <a:spcPct val="160000"/>
              </a:lnSpc>
            </a:pPr>
            <a:r>
              <a:rPr lang="en-US" altLang="ko-KR" sz="1800" dirty="0"/>
              <a:t>radio: </a:t>
            </a:r>
            <a:r>
              <a:rPr lang="ko-KR" altLang="en-US" sz="1800" dirty="0"/>
              <a:t>여러 옵션 중 하나만 선택할 수 있는 라디오 버튼이다</a:t>
            </a:r>
            <a:r>
              <a:rPr lang="en-US" altLang="ko-KR" sz="1800" dirty="0"/>
              <a:t>.</a:t>
            </a:r>
          </a:p>
          <a:p>
            <a:pPr lvl="1">
              <a:lnSpc>
                <a:spcPct val="160000"/>
              </a:lnSpc>
            </a:pPr>
            <a:r>
              <a:rPr lang="en-US" altLang="ko-KR" sz="1800" dirty="0"/>
              <a:t>checkbox: </a:t>
            </a:r>
            <a:r>
              <a:rPr lang="ko-KR" altLang="en-US" sz="1800" dirty="0"/>
              <a:t>여러 옵션을 동시에 선택할 수 있는 체크박스이다</a:t>
            </a:r>
            <a:r>
              <a:rPr lang="en-US" altLang="ko-KR" sz="1800" dirty="0"/>
              <a:t>.</a:t>
            </a:r>
          </a:p>
          <a:p>
            <a:pPr lvl="1">
              <a:lnSpc>
                <a:spcPct val="160000"/>
              </a:lnSpc>
            </a:pPr>
            <a:r>
              <a:rPr lang="en-US" altLang="ko-KR" sz="1800" dirty="0"/>
              <a:t>button: </a:t>
            </a:r>
            <a:r>
              <a:rPr lang="ko-KR" altLang="en-US" sz="1800" dirty="0"/>
              <a:t>기본 동작이 없는 일반 클릭용 버튼이다</a:t>
            </a:r>
            <a:r>
              <a:rPr lang="en-US" altLang="ko-KR" sz="1800" dirty="0"/>
              <a:t>.</a:t>
            </a:r>
          </a:p>
          <a:p>
            <a:pPr lvl="1">
              <a:lnSpc>
                <a:spcPct val="160000"/>
              </a:lnSpc>
            </a:pPr>
            <a:r>
              <a:rPr lang="en-US" altLang="ko-KR" sz="1800" dirty="0"/>
              <a:t>email: </a:t>
            </a:r>
            <a:r>
              <a:rPr lang="ko-KR" altLang="en-US" sz="1800" dirty="0"/>
              <a:t>이메일 형식을 자동으로 검증하는 입력 필드이다</a:t>
            </a:r>
            <a:r>
              <a:rPr lang="en-US" altLang="ko-KR" sz="1800" dirty="0"/>
              <a:t>.</a:t>
            </a:r>
          </a:p>
          <a:p>
            <a:pPr lvl="1">
              <a:lnSpc>
                <a:spcPct val="160000"/>
              </a:lnSpc>
            </a:pPr>
            <a:r>
              <a:rPr lang="en-US" altLang="ko-KR" sz="1800" dirty="0"/>
              <a:t>url: URL </a:t>
            </a:r>
            <a:r>
              <a:rPr lang="ko-KR" altLang="en-US" sz="1800" dirty="0"/>
              <a:t>형식을 자동으로 검증하는 입력 필드이다</a:t>
            </a:r>
            <a:r>
              <a:rPr lang="en-US" altLang="ko-KR" sz="1800" dirty="0"/>
              <a:t>.</a:t>
            </a:r>
          </a:p>
          <a:p>
            <a:pPr lvl="1">
              <a:lnSpc>
                <a:spcPct val="160000"/>
              </a:lnSpc>
            </a:pPr>
            <a:r>
              <a:rPr lang="en-US" altLang="ko-KR" sz="1800" dirty="0"/>
              <a:t>number: </a:t>
            </a:r>
            <a:r>
              <a:rPr lang="ko-KR" altLang="en-US" sz="1800" dirty="0"/>
              <a:t>숫자만 입력 받는 필드이다</a:t>
            </a:r>
            <a:r>
              <a:rPr lang="en-US" altLang="ko-KR" sz="1800" dirty="0"/>
              <a:t>.</a:t>
            </a:r>
          </a:p>
          <a:p>
            <a:pPr lvl="1">
              <a:lnSpc>
                <a:spcPct val="160000"/>
              </a:lnSpc>
            </a:pPr>
            <a:r>
              <a:rPr lang="en-US" altLang="ko-KR" sz="1800" dirty="0"/>
              <a:t>date: </a:t>
            </a:r>
            <a:r>
              <a:rPr lang="ko-KR" altLang="en-US" sz="1800" dirty="0"/>
              <a:t>날짜를 선택할 수 있는 달력 필드이다</a:t>
            </a:r>
            <a:r>
              <a:rPr lang="en-US" altLang="ko-KR" sz="1800" dirty="0"/>
              <a:t>.</a:t>
            </a:r>
          </a:p>
          <a:p>
            <a:pPr lvl="1">
              <a:lnSpc>
                <a:spcPct val="160000"/>
              </a:lnSpc>
            </a:pPr>
            <a:r>
              <a:rPr lang="en-US" altLang="ko-KR" sz="1800" dirty="0"/>
              <a:t>range: </a:t>
            </a:r>
            <a:r>
              <a:rPr lang="ko-KR" altLang="en-US" sz="1800" dirty="0"/>
              <a:t>특정 범위의 값을 선택하는 슬라이더이다</a:t>
            </a:r>
            <a:r>
              <a:rPr lang="en-US" altLang="ko-KR" sz="1800" dirty="0"/>
              <a:t>.</a:t>
            </a:r>
          </a:p>
          <a:p>
            <a:pPr lvl="1">
              <a:lnSpc>
                <a:spcPct val="160000"/>
              </a:lnSpc>
            </a:pPr>
            <a:r>
              <a:rPr lang="en-US" altLang="ko-KR" sz="1800" dirty="0"/>
              <a:t>color: </a:t>
            </a:r>
            <a:r>
              <a:rPr lang="ko-KR" altLang="en-US" sz="1800" dirty="0"/>
              <a:t>색상을 선택할 수 있는 색상 선택기이다</a:t>
            </a:r>
            <a:r>
              <a:rPr lang="en-US" altLang="ko-KR" sz="1800" dirty="0"/>
              <a:t>.</a:t>
            </a:r>
          </a:p>
          <a:p>
            <a:pPr lvl="1">
              <a:lnSpc>
                <a:spcPct val="160000"/>
              </a:lnSpc>
            </a:pPr>
            <a:r>
              <a:rPr lang="ko-KR" altLang="en-US" sz="1800" dirty="0"/>
              <a:t>추가적으로 </a:t>
            </a:r>
            <a:r>
              <a:rPr lang="en-US" altLang="ko-KR" sz="1800" b="1" dirty="0"/>
              <a:t>file, hidden, image, search, </a:t>
            </a:r>
            <a:r>
              <a:rPr lang="en-US" altLang="ko-KR" sz="1800" b="1" dirty="0" err="1"/>
              <a:t>tel</a:t>
            </a:r>
            <a:r>
              <a:rPr lang="en-US" altLang="ko-KR" sz="1800" b="1" dirty="0"/>
              <a:t>, time, week, month</a:t>
            </a:r>
            <a:r>
              <a:rPr lang="en-US" altLang="ko-KR" sz="1800" dirty="0"/>
              <a:t> </a:t>
            </a:r>
            <a:r>
              <a:rPr lang="ko-KR" altLang="en-US" sz="1800" dirty="0"/>
              <a:t>등의 다양한 입력 타입을 사용할 수 있다</a:t>
            </a:r>
            <a:r>
              <a:rPr lang="en-US" altLang="ko-KR" sz="1800" dirty="0"/>
              <a:t>.</a:t>
            </a:r>
            <a:endParaRPr lang="ko-KR" altLang="en-US" sz="18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2EB714-53F7-F3EF-2CC8-2232A7C35F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1110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6D52AC-B976-B784-2057-3D5CECAF1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HTML</a:t>
            </a:r>
            <a:r>
              <a:rPr lang="ko-KR" altLang="en-US" dirty="0"/>
              <a:t>에서 </a:t>
            </a:r>
            <a:r>
              <a:rPr lang="en-US" altLang="ko-KR" dirty="0"/>
              <a:t>&lt;iframe&gt; </a:t>
            </a:r>
            <a:r>
              <a:rPr lang="ko-KR" altLang="en-US" dirty="0"/>
              <a:t>태그 사용하기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D08E12E-8800-8EC6-85CF-F1DA38B9CD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altLang="ko-KR" sz="1800" b="1" dirty="0"/>
              <a:t>&lt;iframe&gt; </a:t>
            </a:r>
            <a:r>
              <a:rPr lang="ko-KR" altLang="en-US" sz="1800" dirty="0"/>
              <a:t>태그는 웹 페이지안에 다른 웹 페이지를 함께 표시하기 위해 사용된다</a:t>
            </a:r>
            <a:r>
              <a:rPr lang="en-US" altLang="ko-KR" sz="1800" dirty="0"/>
              <a:t>.</a:t>
            </a:r>
          </a:p>
          <a:p>
            <a:pPr lvl="1"/>
            <a:r>
              <a:rPr lang="en-US" altLang="ko-KR" sz="1800" b="1" dirty="0"/>
              <a:t>&lt;iframe src="</a:t>
            </a:r>
            <a:r>
              <a:rPr lang="ko-KR" altLang="en-US" sz="1800" b="1" dirty="0"/>
              <a:t>불러올 웹 페이지의 </a:t>
            </a:r>
            <a:r>
              <a:rPr lang="en-US" altLang="ko-KR" sz="1800" b="1" dirty="0"/>
              <a:t>URL" scrolling="</a:t>
            </a:r>
            <a:r>
              <a:rPr lang="ko-KR" altLang="en-US" sz="1800" b="1" dirty="0"/>
              <a:t>스크롤링 허용여부</a:t>
            </a:r>
            <a:r>
              <a:rPr lang="en-US" altLang="ko-KR" sz="1800" b="1" dirty="0"/>
              <a:t>(</a:t>
            </a:r>
            <a:r>
              <a:rPr lang="en-US" altLang="ko-KR" sz="1800" b="1" dirty="0" err="1"/>
              <a:t>yes|no|auto</a:t>
            </a:r>
            <a:r>
              <a:rPr lang="en-US" altLang="ko-KR" sz="1800" b="1" dirty="0"/>
              <a:t>)"&gt;&lt;/iframe&gt;</a:t>
            </a:r>
          </a:p>
          <a:p>
            <a:r>
              <a:rPr lang="ko-KR" altLang="en-US" sz="1800" b="1" dirty="0"/>
              <a:t>주요 속성</a:t>
            </a:r>
            <a:endParaRPr lang="en-US" altLang="ko-KR" sz="1800" b="1" dirty="0"/>
          </a:p>
          <a:p>
            <a:pPr marL="1143000" lvl="2" indent="-22860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800"/>
              <a:buChar char="–"/>
            </a:pPr>
            <a:r>
              <a:rPr lang="en-US" altLang="ko-KR" sz="1800" dirty="0"/>
              <a:t>src : </a:t>
            </a:r>
            <a:r>
              <a:rPr lang="ko-KR" altLang="en-US" sz="1800" dirty="0"/>
              <a:t>불러올 페이지의  </a:t>
            </a:r>
            <a:r>
              <a:rPr lang="en-US" altLang="ko-KR" sz="1800" dirty="0"/>
              <a:t>URL</a:t>
            </a:r>
            <a:endParaRPr lang="ko-KR" altLang="en-US" sz="1800" dirty="0"/>
          </a:p>
          <a:p>
            <a:pPr marL="1143000" lvl="2" indent="-22860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800"/>
              <a:buChar char="–"/>
            </a:pPr>
            <a:r>
              <a:rPr lang="en-US" altLang="ko-KR" sz="1800" dirty="0"/>
              <a:t>scrolling : </a:t>
            </a:r>
            <a:r>
              <a:rPr lang="ko-KR" altLang="en-US" sz="1800" dirty="0"/>
              <a:t>아이프레임 안에서 스크롤링을 허용할 것인지를 지정한다</a:t>
            </a:r>
            <a:r>
              <a:rPr lang="en-US" altLang="ko-KR" sz="1800" dirty="0"/>
              <a:t>.</a:t>
            </a:r>
            <a:endParaRPr lang="ko-KR" altLang="en-US" sz="1800" dirty="0"/>
          </a:p>
          <a:p>
            <a:pPr marL="1600200" lvl="3" indent="-228600">
              <a:spcBef>
                <a:spcPts val="400"/>
              </a:spcBef>
              <a:buChar char="–"/>
            </a:pPr>
            <a:r>
              <a:rPr lang="en-US" altLang="ko-KR" sz="1800" dirty="0"/>
              <a:t>auto : </a:t>
            </a:r>
            <a:r>
              <a:rPr lang="ko-KR" altLang="en-US" sz="1800" dirty="0"/>
              <a:t>스크롤이 필요한 경우만 스크롤 바를 노출한다</a:t>
            </a:r>
            <a:r>
              <a:rPr lang="en-US" altLang="ko-KR" sz="1800" dirty="0"/>
              <a:t>.</a:t>
            </a:r>
            <a:r>
              <a:rPr lang="ko-KR" altLang="en-US" sz="1800" dirty="0"/>
              <a:t> </a:t>
            </a:r>
            <a:r>
              <a:rPr lang="en-US" altLang="ko-KR" sz="1800" dirty="0"/>
              <a:t>(</a:t>
            </a:r>
            <a:r>
              <a:rPr lang="ko-KR" altLang="en-US" sz="1800" dirty="0"/>
              <a:t>기본 값으로 표시됨</a:t>
            </a:r>
            <a:r>
              <a:rPr lang="en-US" altLang="ko-KR" sz="1800" dirty="0"/>
              <a:t>)</a:t>
            </a:r>
            <a:endParaRPr lang="ko-KR" altLang="en-US" sz="1800" dirty="0"/>
          </a:p>
          <a:p>
            <a:pPr marL="1600200" lvl="3" indent="-228600">
              <a:spcBef>
                <a:spcPts val="400"/>
              </a:spcBef>
              <a:buChar char="–"/>
            </a:pPr>
            <a:r>
              <a:rPr lang="en-US" altLang="ko-KR" sz="1800" dirty="0"/>
              <a:t>yes : </a:t>
            </a:r>
            <a:r>
              <a:rPr lang="ko-KR" altLang="en-US" sz="1800" dirty="0"/>
              <a:t>스크롤링 허용</a:t>
            </a:r>
            <a:r>
              <a:rPr lang="en-US" altLang="ko-KR" sz="1800" dirty="0"/>
              <a:t>, </a:t>
            </a:r>
            <a:r>
              <a:rPr lang="ko-KR" altLang="en-US" sz="1800" dirty="0"/>
              <a:t>스크롤이 필요 없는 경우도 스크롤 바를 노출한다</a:t>
            </a:r>
            <a:r>
              <a:rPr lang="en-US" altLang="ko-KR" sz="1800" dirty="0"/>
              <a:t>.</a:t>
            </a:r>
            <a:endParaRPr lang="ko-KR" altLang="en-US" sz="1800" dirty="0"/>
          </a:p>
          <a:p>
            <a:pPr marL="1600200" lvl="3" indent="-228600">
              <a:spcBef>
                <a:spcPts val="400"/>
              </a:spcBef>
              <a:buChar char="–"/>
            </a:pPr>
            <a:r>
              <a:rPr lang="en-US" altLang="ko-KR" sz="1800" dirty="0"/>
              <a:t>No : </a:t>
            </a:r>
            <a:r>
              <a:rPr lang="ko-KR" altLang="en-US" sz="1800" dirty="0"/>
              <a:t>스크롤 하지 않는다</a:t>
            </a:r>
            <a:r>
              <a:rPr lang="en-US" altLang="ko-KR" sz="1800" dirty="0"/>
              <a:t>.</a:t>
            </a:r>
          </a:p>
          <a:p>
            <a:r>
              <a:rPr lang="ko-KR" altLang="en-US" sz="1800" dirty="0"/>
              <a:t>장점</a:t>
            </a:r>
            <a:endParaRPr lang="en-US" altLang="ko-KR" sz="1800" dirty="0"/>
          </a:p>
          <a:p>
            <a:pPr lvl="1"/>
            <a:r>
              <a:rPr lang="ko-KR" altLang="en-US" sz="1800" dirty="0"/>
              <a:t>현대적인 방식으로 콘텐츠를 삽입할 수 있다</a:t>
            </a:r>
            <a:r>
              <a:rPr lang="en-US" altLang="ko-KR" sz="1800" dirty="0"/>
              <a:t>.</a:t>
            </a:r>
            <a:endParaRPr lang="ko-KR" altLang="en-US" sz="1800" dirty="0"/>
          </a:p>
          <a:p>
            <a:pPr lvl="1"/>
            <a:r>
              <a:rPr lang="en-US" altLang="ko-KR" sz="1800" dirty="0"/>
              <a:t>CSS </a:t>
            </a:r>
            <a:r>
              <a:rPr lang="ko-KR" altLang="en-US" sz="1800" dirty="0"/>
              <a:t>스타일 적용 가능하다</a:t>
            </a:r>
            <a:r>
              <a:rPr lang="en-US" altLang="ko-KR" sz="1800" dirty="0"/>
              <a:t>.</a:t>
            </a:r>
          </a:p>
          <a:p>
            <a:pPr lvl="2"/>
            <a:r>
              <a:rPr lang="ko-KR" altLang="en-US" sz="1800" dirty="0"/>
              <a:t> </a:t>
            </a:r>
            <a:r>
              <a:rPr lang="en-US" altLang="ko-KR" sz="1800" dirty="0"/>
              <a:t>(</a:t>
            </a:r>
            <a:r>
              <a:rPr lang="ko-KR" altLang="en-US" sz="1800" dirty="0"/>
              <a:t>예</a:t>
            </a:r>
            <a:r>
              <a:rPr lang="en-US" altLang="ko-KR" sz="1800" dirty="0"/>
              <a:t>: </a:t>
            </a:r>
            <a:r>
              <a:rPr lang="ko-KR" altLang="en-US" sz="1800" dirty="0"/>
              <a:t>크기 조정</a:t>
            </a:r>
            <a:r>
              <a:rPr lang="en-US" altLang="ko-KR" sz="1800" dirty="0"/>
              <a:t>, </a:t>
            </a:r>
            <a:r>
              <a:rPr lang="ko-KR" altLang="en-US" sz="1800" dirty="0"/>
              <a:t>경계선 제거 등</a:t>
            </a:r>
            <a:r>
              <a:rPr lang="en-US" altLang="ko-KR" sz="1800" dirty="0"/>
              <a:t>)</a:t>
            </a:r>
            <a:endParaRPr lang="ko-KR" altLang="en-US" sz="18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302890-44B5-CCF3-2743-3962396C221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6307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2557B4-40F4-F27A-7663-28289DBE3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&lt;iframe&gt;</a:t>
            </a:r>
            <a:r>
              <a:rPr lang="ko-KR" altLang="en-US" dirty="0"/>
              <a:t>을</a:t>
            </a:r>
            <a:r>
              <a:rPr lang="en-US" altLang="ko-KR" dirty="0"/>
              <a:t> </a:t>
            </a:r>
            <a:r>
              <a:rPr lang="ko-KR" altLang="en-US" dirty="0"/>
              <a:t>사용한 예시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2EF5500-C8B2-E4B2-8351-E6577D7C37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58F229-4647-4A14-8150-B8535291ACB5}"/>
              </a:ext>
            </a:extLst>
          </p:cNvPr>
          <p:cNvSpPr txBox="1"/>
          <p:nvPr/>
        </p:nvSpPr>
        <p:spPr>
          <a:xfrm>
            <a:off x="427341" y="1594176"/>
            <a:ext cx="4378362" cy="449014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/>
              <a:t>&lt;!DOCTYPE html&gt;</a:t>
            </a:r>
          </a:p>
          <a:p>
            <a:pPr>
              <a:lnSpc>
                <a:spcPct val="150000"/>
              </a:lnSpc>
            </a:pPr>
            <a:r>
              <a:rPr lang="en-US" altLang="ko-KR" sz="1200" dirty="0"/>
              <a:t>&lt;html&gt;</a:t>
            </a:r>
          </a:p>
          <a:p>
            <a:pPr>
              <a:lnSpc>
                <a:spcPct val="150000"/>
              </a:lnSpc>
            </a:pPr>
            <a:r>
              <a:rPr lang="en-US" altLang="ko-KR" sz="1200" dirty="0"/>
              <a:t>&lt;head&gt;</a:t>
            </a:r>
          </a:p>
          <a:p>
            <a:pPr>
              <a:lnSpc>
                <a:spcPct val="150000"/>
              </a:lnSpc>
            </a:pPr>
            <a:r>
              <a:rPr lang="en-US" altLang="ko-KR" sz="1200" dirty="0"/>
              <a:t>    &lt;meta charset="UTF-8"&gt;</a:t>
            </a:r>
          </a:p>
          <a:p>
            <a:pPr>
              <a:lnSpc>
                <a:spcPct val="150000"/>
              </a:lnSpc>
            </a:pPr>
            <a:r>
              <a:rPr lang="en-US" altLang="ko-KR" sz="1200" dirty="0"/>
              <a:t>    &lt;title&gt;</a:t>
            </a:r>
            <a:r>
              <a:rPr lang="ko-KR" altLang="en-US" sz="1200" dirty="0"/>
              <a:t>유튜브 영상 삽입</a:t>
            </a:r>
            <a:r>
              <a:rPr lang="en-US" altLang="ko-KR" sz="1200" dirty="0"/>
              <a:t>&lt;/title&gt;</a:t>
            </a:r>
          </a:p>
          <a:p>
            <a:pPr>
              <a:lnSpc>
                <a:spcPct val="150000"/>
              </a:lnSpc>
            </a:pPr>
            <a:r>
              <a:rPr lang="en-US" altLang="ko-KR" sz="1200" dirty="0"/>
              <a:t>&lt;/head&gt;</a:t>
            </a:r>
          </a:p>
          <a:p>
            <a:pPr>
              <a:lnSpc>
                <a:spcPct val="150000"/>
              </a:lnSpc>
            </a:pPr>
            <a:r>
              <a:rPr lang="en-US" altLang="ko-KR" sz="1200" dirty="0"/>
              <a:t>&lt;body&gt;</a:t>
            </a:r>
          </a:p>
          <a:p>
            <a:pPr>
              <a:lnSpc>
                <a:spcPct val="150000"/>
              </a:lnSpc>
            </a:pPr>
            <a:r>
              <a:rPr lang="en-US" altLang="ko-KR" sz="1200" dirty="0"/>
              <a:t>    </a:t>
            </a:r>
            <a:r>
              <a:rPr lang="en-US" altLang="ko-KR" sz="1200" b="1" dirty="0"/>
              <a:t>&lt;iframe </a:t>
            </a:r>
          </a:p>
          <a:p>
            <a:pPr>
              <a:lnSpc>
                <a:spcPct val="150000"/>
              </a:lnSpc>
            </a:pPr>
            <a:r>
              <a:rPr lang="en-US" altLang="ko-KR" sz="1200" b="1" dirty="0"/>
              <a:t>        width="560" </a:t>
            </a:r>
          </a:p>
          <a:p>
            <a:pPr>
              <a:lnSpc>
                <a:spcPct val="150000"/>
              </a:lnSpc>
            </a:pPr>
            <a:r>
              <a:rPr lang="en-US" altLang="ko-KR" sz="1200" b="1" dirty="0"/>
              <a:t>        height="315"</a:t>
            </a:r>
          </a:p>
          <a:p>
            <a:pPr>
              <a:lnSpc>
                <a:spcPct val="150000"/>
              </a:lnSpc>
            </a:pPr>
            <a:r>
              <a:rPr lang="en-US" altLang="ko-KR" sz="1200" b="1" dirty="0"/>
              <a:t>        src="https://www.youtube.com/embed/</a:t>
            </a:r>
            <a:r>
              <a:rPr lang="ko-KR" altLang="en-US" sz="1200" b="1" dirty="0"/>
              <a:t>동영상</a:t>
            </a:r>
            <a:r>
              <a:rPr lang="en-US" altLang="ko-KR" sz="1200" b="1" dirty="0"/>
              <a:t>_ID"</a:t>
            </a:r>
          </a:p>
          <a:p>
            <a:pPr>
              <a:lnSpc>
                <a:spcPct val="150000"/>
              </a:lnSpc>
            </a:pPr>
            <a:r>
              <a:rPr lang="en-US" altLang="ko-KR" sz="1200" b="1" dirty="0"/>
              <a:t>        frameborder="0" </a:t>
            </a:r>
          </a:p>
          <a:p>
            <a:pPr>
              <a:lnSpc>
                <a:spcPct val="150000"/>
              </a:lnSpc>
            </a:pPr>
            <a:r>
              <a:rPr lang="en-US" altLang="ko-KR" sz="1200" b="1" dirty="0"/>
              <a:t>        allowfullscreen&gt;</a:t>
            </a:r>
          </a:p>
          <a:p>
            <a:pPr>
              <a:lnSpc>
                <a:spcPct val="150000"/>
              </a:lnSpc>
            </a:pPr>
            <a:r>
              <a:rPr lang="en-US" altLang="ko-KR" sz="1200" b="1" dirty="0"/>
              <a:t>    &lt;/iframe&gt;</a:t>
            </a:r>
          </a:p>
          <a:p>
            <a:pPr>
              <a:lnSpc>
                <a:spcPct val="150000"/>
              </a:lnSpc>
            </a:pPr>
            <a:r>
              <a:rPr lang="en-US" altLang="ko-KR" sz="1200" dirty="0"/>
              <a:t>&lt;/body&gt;</a:t>
            </a:r>
          </a:p>
          <a:p>
            <a:pPr>
              <a:lnSpc>
                <a:spcPct val="150000"/>
              </a:lnSpc>
            </a:pPr>
            <a:r>
              <a:rPr lang="en-US" altLang="ko-KR" sz="1200" dirty="0"/>
              <a:t>&lt;/html&gt;</a:t>
            </a:r>
            <a:endParaRPr lang="ko-KR" altLang="en-US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2D02A9-54D8-013C-1017-C2F966731E1E}"/>
              </a:ext>
            </a:extLst>
          </p:cNvPr>
          <p:cNvSpPr txBox="1"/>
          <p:nvPr/>
        </p:nvSpPr>
        <p:spPr>
          <a:xfrm>
            <a:off x="-2358338" y="2997705"/>
            <a:ext cx="23583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유튜브 영상을 포함시킬 때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1BA9E7-1A5C-1465-C7E3-22ED6F7F96B2}"/>
              </a:ext>
            </a:extLst>
          </p:cNvPr>
          <p:cNvSpPr txBox="1"/>
          <p:nvPr/>
        </p:nvSpPr>
        <p:spPr>
          <a:xfrm>
            <a:off x="427341" y="1183124"/>
            <a:ext cx="23583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유튜브 영상을 포함 시킬 때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5C1F02-1EB1-DF47-2143-C4E6D422745D}"/>
              </a:ext>
            </a:extLst>
          </p:cNvPr>
          <p:cNvSpPr txBox="1"/>
          <p:nvPr/>
        </p:nvSpPr>
        <p:spPr>
          <a:xfrm>
            <a:off x="6345219" y="1594175"/>
            <a:ext cx="3820758" cy="3936142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/>
              <a:t>&lt;!DOCTYPE html&gt;</a:t>
            </a:r>
          </a:p>
          <a:p>
            <a:pPr>
              <a:lnSpc>
                <a:spcPct val="150000"/>
              </a:lnSpc>
            </a:pPr>
            <a:r>
              <a:rPr lang="ko-KR" altLang="en-US" sz="1200" dirty="0"/>
              <a:t>&lt;html&gt;</a:t>
            </a:r>
          </a:p>
          <a:p>
            <a:pPr>
              <a:lnSpc>
                <a:spcPct val="150000"/>
              </a:lnSpc>
            </a:pPr>
            <a:r>
              <a:rPr lang="ko-KR" altLang="en-US" sz="1200" dirty="0"/>
              <a:t>&lt;head&gt;</a:t>
            </a:r>
          </a:p>
          <a:p>
            <a:pPr>
              <a:lnSpc>
                <a:spcPct val="150000"/>
              </a:lnSpc>
            </a:pPr>
            <a:r>
              <a:rPr lang="ko-KR" altLang="en-US" sz="1200" dirty="0"/>
              <a:t>    &lt;meta charset="UTF-8"&gt;</a:t>
            </a:r>
          </a:p>
          <a:p>
            <a:pPr>
              <a:lnSpc>
                <a:spcPct val="150000"/>
              </a:lnSpc>
            </a:pPr>
            <a:r>
              <a:rPr lang="ko-KR" altLang="en-US" sz="1200" dirty="0"/>
              <a:t>    &lt;title&gt;외부 페이지 삽입 예제&lt;/title&gt;</a:t>
            </a:r>
          </a:p>
          <a:p>
            <a:pPr>
              <a:lnSpc>
                <a:spcPct val="150000"/>
              </a:lnSpc>
            </a:pPr>
            <a:r>
              <a:rPr lang="ko-KR" altLang="en-US" sz="1200" dirty="0"/>
              <a:t>&lt;/head&gt;</a:t>
            </a:r>
          </a:p>
          <a:p>
            <a:pPr>
              <a:lnSpc>
                <a:spcPct val="150000"/>
              </a:lnSpc>
            </a:pPr>
            <a:r>
              <a:rPr lang="ko-KR" altLang="en-US" sz="1200" dirty="0"/>
              <a:t>&lt;body&gt;</a:t>
            </a:r>
          </a:p>
          <a:p>
            <a:pPr>
              <a:lnSpc>
                <a:spcPct val="150000"/>
              </a:lnSpc>
            </a:pPr>
            <a:r>
              <a:rPr lang="ko-KR" altLang="en-US" sz="1200" dirty="0"/>
              <a:t>    &lt;iframe </a:t>
            </a:r>
          </a:p>
          <a:p>
            <a:pPr>
              <a:lnSpc>
                <a:spcPct val="150000"/>
              </a:lnSpc>
            </a:pPr>
            <a:r>
              <a:rPr lang="ko-KR" altLang="en-US" sz="1200" dirty="0"/>
              <a:t>        src="https://www.example.com" </a:t>
            </a:r>
          </a:p>
          <a:p>
            <a:pPr>
              <a:lnSpc>
                <a:spcPct val="150000"/>
              </a:lnSpc>
            </a:pPr>
            <a:r>
              <a:rPr lang="ko-KR" altLang="en-US" sz="1200" dirty="0"/>
              <a:t>        width="800" </a:t>
            </a:r>
          </a:p>
          <a:p>
            <a:pPr>
              <a:lnSpc>
                <a:spcPct val="150000"/>
              </a:lnSpc>
            </a:pPr>
            <a:r>
              <a:rPr lang="ko-KR" altLang="en-US" sz="1200" dirty="0"/>
              <a:t>        height="600"&gt;</a:t>
            </a:r>
          </a:p>
          <a:p>
            <a:pPr>
              <a:lnSpc>
                <a:spcPct val="150000"/>
              </a:lnSpc>
            </a:pPr>
            <a:r>
              <a:rPr lang="ko-KR" altLang="en-US" sz="1200" dirty="0"/>
              <a:t>    &lt;/iframe&gt;</a:t>
            </a:r>
          </a:p>
          <a:p>
            <a:pPr>
              <a:lnSpc>
                <a:spcPct val="150000"/>
              </a:lnSpc>
            </a:pPr>
            <a:r>
              <a:rPr lang="ko-KR" altLang="en-US" sz="1200" dirty="0"/>
              <a:t>&lt;/body&gt;</a:t>
            </a:r>
          </a:p>
          <a:p>
            <a:pPr>
              <a:lnSpc>
                <a:spcPct val="150000"/>
              </a:lnSpc>
            </a:pPr>
            <a:r>
              <a:rPr lang="ko-KR" altLang="en-US" sz="1200" dirty="0"/>
              <a:t>&lt;/html&gt;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23C7AB-5F3B-B54B-CA45-C136190F577C}"/>
              </a:ext>
            </a:extLst>
          </p:cNvPr>
          <p:cNvSpPr txBox="1"/>
          <p:nvPr/>
        </p:nvSpPr>
        <p:spPr>
          <a:xfrm>
            <a:off x="6345219" y="1153915"/>
            <a:ext cx="28969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외부 페이지를 연결하여 보여줄 때</a:t>
            </a:r>
          </a:p>
        </p:txBody>
      </p:sp>
    </p:spTree>
    <p:extLst>
      <p:ext uri="{BB962C8B-B14F-4D97-AF65-F5344CB8AC3E}">
        <p14:creationId xmlns:p14="http://schemas.microsoft.com/office/powerpoint/2010/main" val="9798830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5"/>
          <p:cNvSpPr txBox="1">
            <a:spLocks noGrp="1"/>
          </p:cNvSpPr>
          <p:nvPr>
            <p:ph type="title"/>
          </p:nvPr>
        </p:nvSpPr>
        <p:spPr>
          <a:xfrm>
            <a:off x="590551" y="146050"/>
            <a:ext cx="103632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HTML </a:t>
            </a:r>
            <a:r>
              <a:rPr lang="ko-KR" altLang="en-US" dirty="0"/>
              <a:t>실습</a:t>
            </a:r>
            <a:r>
              <a:rPr lang="en-US" dirty="0"/>
              <a:t> 5</a:t>
            </a:r>
            <a:br>
              <a:rPr lang="en-US" dirty="0"/>
            </a:br>
            <a:endParaRPr dirty="0"/>
          </a:p>
        </p:txBody>
      </p:sp>
      <p:sp>
        <p:nvSpPr>
          <p:cNvPr id="255" name="Google Shape;255;p25"/>
          <p:cNvSpPr txBox="1">
            <a:spLocks noGrp="1"/>
          </p:cNvSpPr>
          <p:nvPr>
            <p:ph type="sldNum" idx="12"/>
          </p:nvPr>
        </p:nvSpPr>
        <p:spPr>
          <a:xfrm>
            <a:off x="9482667" y="641985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  <p:sp>
        <p:nvSpPr>
          <p:cNvPr id="256" name="Google Shape;256;p25"/>
          <p:cNvSpPr txBox="1">
            <a:spLocks noGrp="1"/>
          </p:cNvSpPr>
          <p:nvPr>
            <p:ph type="ftr" idx="11"/>
          </p:nvPr>
        </p:nvSpPr>
        <p:spPr>
          <a:xfrm>
            <a:off x="1195918" y="6392863"/>
            <a:ext cx="4146549" cy="349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25"/>
          <p:cNvSpPr txBox="1"/>
          <p:nvPr/>
        </p:nvSpPr>
        <p:spPr>
          <a:xfrm>
            <a:off x="708872" y="1182231"/>
            <a:ext cx="11043649" cy="4832092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&lt;!DOCTYPE html&gt;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&lt;html&gt;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&lt;head&gt;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&lt;meta charset="UTF-8"&gt;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&lt;/head&gt;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&lt;body&gt;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&lt;ol&gt;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  &lt;li&gt;html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      &lt;ol&gt;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          &lt;li&gt;</a:t>
            </a:r>
            <a:r>
              <a:rPr lang="ko-KR" altLang="en-US" sz="14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수업</a:t>
            </a:r>
            <a:r>
              <a:rPr lang="en-US" altLang="ko-KR" sz="14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&lt;/</a:t>
            </a:r>
            <a:r>
              <a:rPr lang="en-US" sz="14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li&gt;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          &lt;li&gt;</a:t>
            </a:r>
            <a:r>
              <a:rPr lang="ko-KR" altLang="en-US" sz="14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사전</a:t>
            </a:r>
            <a:r>
              <a:rPr lang="en-US" altLang="ko-KR" sz="14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&lt;/</a:t>
            </a:r>
            <a:r>
              <a:rPr lang="en-US" sz="14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li&gt;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          &lt;li&gt;</a:t>
            </a:r>
            <a:r>
              <a:rPr lang="ko-KR" altLang="en-US" sz="1400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쿡북</a:t>
            </a:r>
            <a:r>
              <a:rPr lang="en-US" altLang="ko-KR" sz="14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&lt;/</a:t>
            </a:r>
            <a:r>
              <a:rPr lang="en-US" sz="14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li&gt;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      &lt;/ol&gt;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  &lt;/li&gt;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  &lt;li&gt;css&lt;/li&gt;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  &lt;li&gt;javascript&lt;/li&gt;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  &lt;li&gt;</a:t>
            </a:r>
            <a:r>
              <a:rPr lang="en-US" sz="1400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os</a:t>
            </a:r>
            <a:r>
              <a:rPr lang="en-US" sz="14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&lt;/li&gt;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  &lt;li&gt;</a:t>
            </a:r>
            <a:r>
              <a:rPr lang="en-US" sz="1400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php</a:t>
            </a:r>
            <a:r>
              <a:rPr lang="en-US" sz="14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&lt;/li&gt;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  &lt;li&gt;database&lt;/li&gt;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&lt;/ol&gt;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&lt;/body&gt;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&lt;/html&gt;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6"/>
          <p:cNvSpPr txBox="1">
            <a:spLocks noGrp="1"/>
          </p:cNvSpPr>
          <p:nvPr>
            <p:ph type="title"/>
          </p:nvPr>
        </p:nvSpPr>
        <p:spPr>
          <a:xfrm>
            <a:off x="590551" y="146050"/>
            <a:ext cx="103632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HTML </a:t>
            </a:r>
            <a:r>
              <a:rPr lang="ko-KR" altLang="en-US" dirty="0"/>
              <a:t>실습</a:t>
            </a:r>
            <a:r>
              <a:rPr lang="en-US" dirty="0"/>
              <a:t> 5</a:t>
            </a:r>
            <a:br>
              <a:rPr lang="en-US" dirty="0"/>
            </a:br>
            <a:endParaRPr dirty="0"/>
          </a:p>
        </p:txBody>
      </p:sp>
      <p:sp>
        <p:nvSpPr>
          <p:cNvPr id="263" name="Google Shape;263;p26"/>
          <p:cNvSpPr txBox="1">
            <a:spLocks noGrp="1"/>
          </p:cNvSpPr>
          <p:nvPr>
            <p:ph type="sldNum" idx="12"/>
          </p:nvPr>
        </p:nvSpPr>
        <p:spPr>
          <a:xfrm>
            <a:off x="9482667" y="641985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  <p:sp>
        <p:nvSpPr>
          <p:cNvPr id="264" name="Google Shape;264;p26"/>
          <p:cNvSpPr txBox="1">
            <a:spLocks noGrp="1"/>
          </p:cNvSpPr>
          <p:nvPr>
            <p:ph type="ftr" idx="11"/>
          </p:nvPr>
        </p:nvSpPr>
        <p:spPr>
          <a:xfrm>
            <a:off x="1195918" y="6392863"/>
            <a:ext cx="4146549" cy="349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26"/>
          <p:cNvSpPr txBox="1"/>
          <p:nvPr/>
        </p:nvSpPr>
        <p:spPr>
          <a:xfrm>
            <a:off x="136187" y="1628133"/>
            <a:ext cx="11955300" cy="3000781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&lt;!DOCTYPE html&gt;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&lt;html&gt;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&lt;head&gt;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	&lt;meta charset="UTF-8"&gt;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&lt;/head&gt;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&lt;body&gt;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&lt;a href="https://www.naver.com/" target="_blank"&gt;</a:t>
            </a:r>
            <a:r>
              <a:rPr lang="ko-KR" altLang="en-US" sz="14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네이버</a:t>
            </a:r>
            <a:r>
              <a:rPr lang="en-US" altLang="ko-KR" sz="14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&lt;/</a:t>
            </a:r>
            <a:r>
              <a:rPr lang="en-US" sz="14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a&gt;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&lt;/body&gt;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&lt;/html&gt;</a:t>
            </a:r>
            <a:endParaRPr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D060CB-C24F-A161-4ED2-33E7257D0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HTML </a:t>
            </a:r>
            <a:r>
              <a:rPr lang="ko-KR" altLang="en-US" dirty="0"/>
              <a:t>실습</a:t>
            </a:r>
            <a:r>
              <a:rPr lang="en-US" altLang="ko-KR" dirty="0"/>
              <a:t> 5</a:t>
            </a:r>
            <a:br>
              <a:rPr lang="en-US" altLang="ko-KR" dirty="0"/>
            </a:b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4B5AF3-556B-CB21-F05A-20DAF17B5D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2667" y="1152527"/>
            <a:ext cx="10363200" cy="977488"/>
          </a:xfrm>
        </p:spPr>
        <p:txBody>
          <a:bodyPr>
            <a:normAutofit fontScale="70000" lnSpcReduction="20000"/>
          </a:bodyPr>
          <a:lstStyle/>
          <a:p>
            <a:r>
              <a:rPr lang="en-US" altLang="ko-KR" dirty="0"/>
              <a:t>&lt;table&gt;</a:t>
            </a:r>
            <a:r>
              <a:rPr lang="ko-KR" altLang="en-US" dirty="0"/>
              <a:t>과 </a:t>
            </a:r>
            <a:r>
              <a:rPr lang="en-US" altLang="ko-KR" dirty="0"/>
              <a:t>&lt;iframe&gt;</a:t>
            </a:r>
            <a:r>
              <a:rPr lang="ko-KR" altLang="en-US" dirty="0"/>
              <a:t>을 조합하여 메인 페이지를 구현한다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한글 깨짐 현상을 방지하기 위해 </a:t>
            </a:r>
            <a:r>
              <a:rPr lang="en-US" altLang="ko-KR" dirty="0"/>
              <a:t>&lt;meta charset="UTF-8"&gt;</a:t>
            </a:r>
            <a:r>
              <a:rPr lang="ko-KR" altLang="en-US" dirty="0"/>
              <a:t>을 사용한다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frame3.html</a:t>
            </a:r>
            <a:r>
              <a:rPr lang="ko-KR" altLang="en-US" dirty="0"/>
              <a:t>을 직접 구상하여 작성해본다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35495F-3ACF-DB86-0E2E-D06BC87E49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38</a:t>
            </a:fld>
            <a:endParaRPr lang="en-US"/>
          </a:p>
        </p:txBody>
      </p:sp>
      <p:sp>
        <p:nvSpPr>
          <p:cNvPr id="5" name="Google Shape;273;p27">
            <a:extLst>
              <a:ext uri="{FF2B5EF4-FFF2-40B4-BE49-F238E27FC236}">
                <a16:creationId xmlns:a16="http://schemas.microsoft.com/office/drawing/2014/main" id="{725A3005-99EB-1858-8EA1-102AE04498F1}"/>
              </a:ext>
            </a:extLst>
          </p:cNvPr>
          <p:cNvSpPr txBox="1"/>
          <p:nvPr/>
        </p:nvSpPr>
        <p:spPr>
          <a:xfrm>
            <a:off x="450399" y="2130015"/>
            <a:ext cx="11291202" cy="3831778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&lt;!DOCTYPE html&gt;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&lt;html&gt;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&lt;head&gt;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&lt;meta charset="UTF-8"&gt;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&lt;title&gt;iframe&lt;/title&gt;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&lt;/head&gt;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&lt;body&gt;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&lt;table&gt;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  &lt;tr&gt;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      &lt;td&gt;&lt;iframe src="./frame1.html"&gt;&lt;/iframe&gt;&lt;/td&gt;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      &lt;td&gt;&lt;iframe src="./frame2.html"&gt;&lt;/iframe&gt;&lt;/td&gt;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  &lt;/tr&gt;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  &lt;tr&gt;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      &lt;td&gt;&lt;iframe name="content" src="./frame3.html"&gt;&lt;/iframe&gt;&lt;/td&gt;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  &lt;/tr&gt;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&lt;/table&gt;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&lt;/body&gt;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&lt;/html&gt;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54485313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8"/>
          <p:cNvSpPr txBox="1">
            <a:spLocks noGrp="1"/>
          </p:cNvSpPr>
          <p:nvPr>
            <p:ph type="title"/>
          </p:nvPr>
        </p:nvSpPr>
        <p:spPr>
          <a:xfrm>
            <a:off x="590551" y="146050"/>
            <a:ext cx="103632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HTML </a:t>
            </a:r>
            <a:r>
              <a:rPr lang="ko-KR" altLang="en-US"/>
              <a:t>실습</a:t>
            </a:r>
            <a:r>
              <a:rPr lang="en-US"/>
              <a:t> </a:t>
            </a:r>
            <a:r>
              <a:rPr lang="en-US" dirty="0"/>
              <a:t>6</a:t>
            </a:r>
            <a:endParaRPr dirty="0"/>
          </a:p>
        </p:txBody>
      </p:sp>
      <p:sp>
        <p:nvSpPr>
          <p:cNvPr id="279" name="Google Shape;279;p28"/>
          <p:cNvSpPr txBox="1">
            <a:spLocks noGrp="1"/>
          </p:cNvSpPr>
          <p:nvPr>
            <p:ph type="body" idx="1"/>
          </p:nvPr>
        </p:nvSpPr>
        <p:spPr>
          <a:xfrm>
            <a:off x="146021" y="1152526"/>
            <a:ext cx="5949980" cy="501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ko-KR" altLang="en-US" sz="1600" dirty="0"/>
              <a:t>자신을 소개하는 간단한 웹 사이트를 만들어보도록 하자</a:t>
            </a:r>
            <a:r>
              <a:rPr lang="en-US" altLang="ko-KR" sz="1600" dirty="0"/>
              <a:t>.</a:t>
            </a:r>
          </a:p>
          <a:p>
            <a:pPr marL="800100" lvl="1">
              <a:lnSpc>
                <a:spcPct val="150000"/>
              </a:lnSpc>
              <a:spcBef>
                <a:spcPts val="0"/>
              </a:spcBef>
              <a:buSzPts val="2200"/>
              <a:buChar char="■"/>
            </a:pPr>
            <a:r>
              <a:rPr lang="en-US" sz="1600" dirty="0"/>
              <a:t>iframe</a:t>
            </a:r>
            <a:r>
              <a:rPr lang="ko-KR" altLang="en-US" sz="1600" dirty="0"/>
              <a:t>을 사용해보도록 한다</a:t>
            </a:r>
            <a:r>
              <a:rPr lang="en-US" altLang="ko-KR" sz="16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1" dirty="0"/>
              <a:t>필요한 파일 구성 </a:t>
            </a:r>
          </a:p>
          <a:p>
            <a:pPr lvl="1">
              <a:lnSpc>
                <a:spcPct val="150000"/>
              </a:lnSpc>
            </a:pPr>
            <a:r>
              <a:rPr lang="en-US" altLang="ko-KR" sz="1600" b="1" dirty="0"/>
              <a:t>index.html, menu.html, content.html</a:t>
            </a:r>
          </a:p>
          <a:p>
            <a:pPr>
              <a:lnSpc>
                <a:spcPct val="150000"/>
              </a:lnSpc>
            </a:pPr>
            <a:r>
              <a:rPr lang="en-US" altLang="ko-KR" sz="1600" b="1" dirty="0"/>
              <a:t>&lt;iframe&gt;</a:t>
            </a:r>
            <a:r>
              <a:rPr lang="ko-KR" altLang="en-US" sz="1600" b="1" dirty="0"/>
              <a:t>을 사용하여 </a:t>
            </a:r>
            <a:r>
              <a:rPr lang="en-US" altLang="ko-KR" sz="1600" b="1" dirty="0"/>
              <a:t>menu.html</a:t>
            </a:r>
            <a:r>
              <a:rPr lang="ko-KR" altLang="en-US" sz="1600" b="1" dirty="0"/>
              <a:t>을 왼쪽 메뉴로 사용한다</a:t>
            </a:r>
            <a:r>
              <a:rPr lang="en-US" altLang="ko-KR" sz="1600" b="1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1" dirty="0"/>
              <a:t>오른쪽 메인 콘텐츠를 </a:t>
            </a:r>
            <a:r>
              <a:rPr lang="en-US" altLang="ko-KR" sz="1600" b="1" dirty="0"/>
              <a:t>content.html</a:t>
            </a:r>
            <a:r>
              <a:rPr lang="ko-KR" altLang="en-US" sz="1600" b="1" dirty="0"/>
              <a:t>의 내용으로 표시한다</a:t>
            </a:r>
            <a:r>
              <a:rPr lang="en-US" altLang="ko-KR" sz="1600" b="1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600" b="1" dirty="0"/>
              <a:t>CSS</a:t>
            </a:r>
            <a:r>
              <a:rPr lang="ko-KR" altLang="en-US" sz="1600" b="1" dirty="0"/>
              <a:t>를 활용하여 좀 더 깔금한 화면을 구성한다</a:t>
            </a:r>
            <a:r>
              <a:rPr lang="en-US" altLang="ko-KR" sz="1600" b="1" dirty="0"/>
              <a:t>.</a:t>
            </a:r>
          </a:p>
          <a:p>
            <a:pPr marL="800100" lvl="1">
              <a:spcBef>
                <a:spcPts val="0"/>
              </a:spcBef>
              <a:buSzPts val="2200"/>
              <a:buChar char="■"/>
            </a:pPr>
            <a:endParaRPr lang="en-US" altLang="ko-KR" dirty="0"/>
          </a:p>
        </p:txBody>
      </p:sp>
      <p:sp>
        <p:nvSpPr>
          <p:cNvPr id="280" name="Google Shape;280;p28"/>
          <p:cNvSpPr txBox="1">
            <a:spLocks noGrp="1"/>
          </p:cNvSpPr>
          <p:nvPr>
            <p:ph type="sldNum" idx="12"/>
          </p:nvPr>
        </p:nvSpPr>
        <p:spPr>
          <a:xfrm>
            <a:off x="9482667" y="641985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  <p:sp>
        <p:nvSpPr>
          <p:cNvPr id="281" name="Google Shape;281;p28"/>
          <p:cNvSpPr txBox="1">
            <a:spLocks noGrp="1"/>
          </p:cNvSpPr>
          <p:nvPr>
            <p:ph type="ftr" idx="11"/>
          </p:nvPr>
        </p:nvSpPr>
        <p:spPr>
          <a:xfrm>
            <a:off x="1195918" y="6392863"/>
            <a:ext cx="4146549" cy="349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3A6ACEB-C500-C6CB-0CA3-4615EE86BD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5646" y="1679650"/>
            <a:ext cx="5860333" cy="33441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가로-고려대마크-1">
  <a:themeElements>
    <a:clrScheme name="가로-고려대마크-1 7">
      <a:dk1>
        <a:srgbClr val="41280D"/>
      </a:dk1>
      <a:lt1>
        <a:srgbClr val="FFFFFF"/>
      </a:lt1>
      <a:dk2>
        <a:srgbClr val="336699"/>
      </a:dk2>
      <a:lt2>
        <a:srgbClr val="666633"/>
      </a:lt2>
      <a:accent1>
        <a:srgbClr val="FFCC66"/>
      </a:accent1>
      <a:accent2>
        <a:srgbClr val="993300"/>
      </a:accent2>
      <a:accent3>
        <a:srgbClr val="FFFFFF"/>
      </a:accent3>
      <a:accent4>
        <a:srgbClr val="362109"/>
      </a:accent4>
      <a:accent5>
        <a:srgbClr val="FFE2B8"/>
      </a:accent5>
      <a:accent6>
        <a:srgbClr val="8A2D00"/>
      </a:accent6>
      <a:hlink>
        <a:srgbClr val="008000"/>
      </a:hlink>
      <a:folHlink>
        <a:srgbClr val="96969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Polaris Office Slide</Application>
  <AppVersion>12.000</AppVersion>
  <Characters>0</Characters>
  <CharactersWithSpaces>0</CharactersWithSpaces>
  <DocSecurity>0</DocSecurity>
  <HyperlinksChanged>false</HyperlinksChanged>
  <Lines>0</Lines>
  <LinksUpToDate>false</LinksUpToDate>
  <Pages>39</Pages>
  <Paragraphs>696</Paragraphs>
  <Words>4215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dc:creator>jjh</dc:creator>
  <cp:lastModifiedBy>a93686351</cp:lastModifiedBy>
  <cp:version>10.105.293.56114</cp:version>
  <dcterms:modified xsi:type="dcterms:W3CDTF">2026-03-04T03:24:56Z</dcterms:modified>
</cp:coreProperties>
</file>