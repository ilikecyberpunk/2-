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ink/ink1.xml" ContentType="application/inkml+xml"/>
  <Override PartName="/ppt/ink/ink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9.xml" ContentType="application/inkml+xml"/>
  <Override PartName="/ppt/ink/ink40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37.xml" ContentType="application/inkml+xml"/>
  <Override PartName="/ppt/ink/ink38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85.xml" ContentType="application/inkml+xml"/>
  <Override PartName="/ppt/ink/ink86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trictFirstAndLastChars="0" embedTrueTypeFonts="1" saveSubsetFonts="1" autoCompressPictures="0">
  <p:sldMasterIdLst>
    <p:sldMasterId id="2147483696" r:id="rId8"/>
  </p:sldMasterIdLst>
  <p:notesMasterIdLst>
    <p:notesMasterId r:id="rId10"/>
  </p:notesMasterIdLst>
  <p:sldIdLst>
    <p:sldId id="256" r:id="rId12"/>
    <p:sldId id="257" r:id="rId14"/>
    <p:sldId id="351" r:id="rId16"/>
    <p:sldId id="352" r:id="rId17"/>
    <p:sldId id="258" r:id="rId18"/>
    <p:sldId id="259" r:id="rId20"/>
    <p:sldId id="353" r:id="rId22"/>
    <p:sldId id="260" r:id="rId24"/>
    <p:sldId id="262" r:id="rId26"/>
    <p:sldId id="263" r:id="rId28"/>
    <p:sldId id="264" r:id="rId30"/>
    <p:sldId id="337" r:id="rId32"/>
    <p:sldId id="338" r:id="rId33"/>
    <p:sldId id="265" r:id="rId34"/>
    <p:sldId id="266" r:id="rId36"/>
    <p:sldId id="268" r:id="rId38"/>
    <p:sldId id="341" r:id="rId40"/>
    <p:sldId id="342" r:id="rId41"/>
    <p:sldId id="340" r:id="rId42"/>
    <p:sldId id="269" r:id="rId44"/>
    <p:sldId id="270" r:id="rId46"/>
    <p:sldId id="271" r:id="rId48"/>
    <p:sldId id="272" r:id="rId50"/>
    <p:sldId id="344" r:id="rId52"/>
    <p:sldId id="345" r:id="rId53"/>
    <p:sldId id="275" r:id="rId54"/>
    <p:sldId id="346" r:id="rId56"/>
    <p:sldId id="347" r:id="rId57"/>
    <p:sldId id="354" r:id="rId58"/>
    <p:sldId id="355" r:id="rId59"/>
    <p:sldId id="356" r:id="rId60"/>
    <p:sldId id="357" r:id="rId61"/>
    <p:sldId id="358" r:id="rId62"/>
    <p:sldId id="348" r:id="rId63"/>
    <p:sldId id="349" r:id="rId64"/>
    <p:sldId id="280" r:id="rId65"/>
    <p:sldId id="281" r:id="rId67"/>
    <p:sldId id="350" r:id="rId69"/>
    <p:sldId id="283" r:id="rId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8" roundtripDataSignature="AMtx7mg6stsBUMNcrvHJ8+QWc17h/almOg=="/>
    </p:ext>
  </p:extLst>
  <p:embeddedFontLst>
    <p:embeddedFont>
      <p:font typeface="Tahoma" panose="020B0604030504040204" pitchFamily="34" charset="0">
        <p:regular r:id="rId1"/>
        <p:bold r:id="rId3"/>
      </p:font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6246F7F3-65B4-4687-8165-8F984BE82663}">
  <a:tblStyle styleId="{6246F7F3-65B4-4687-8165-8F984BE82663}" styleName="Table_0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143AD15-18FB-48BD-BE4C-7BDFF432765B}" styleName="Table_1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7E6"/>
          </a:solidFill>
        </a:fill>
      </a:tcStyle>
    </a:wholeTbl>
    <a:band1H>
      <a:tcTxStyle/>
      <a:tcStyle>
        <a:tcBdr/>
        <a:fill>
          <a:solidFill>
            <a:srgbClr val="CCCB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CB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7E7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7E7E6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7CA5A40-DA6D-4249-89C2-B59CA690A544}" styleName="Table_2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6EA"/>
          </a:solidFill>
        </a:fill>
      </a:tcStyle>
    </a:wholeTbl>
    <a:band1H>
      <a:tcTxStyle/>
      <a:tcStyle>
        <a:tcBdr/>
        <a:fill>
          <a:solidFill>
            <a:srgbClr val="FFECD2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FECD2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ahoma"/>
          <a:ea typeface="Tahoma"/>
          <a:cs typeface="Tahoma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ahoma"/>
          <a:ea typeface="Tahoma"/>
          <a:cs typeface="Tahoma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ahoma"/>
          <a:ea typeface="Tahoma"/>
          <a:cs typeface="Tahoma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ahoma"/>
          <a:ea typeface="Tahoma"/>
          <a:cs typeface="Tahoma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620"/>
    <p:restoredTop sz="94598" autoAdjust="0"/>
  </p:normalViewPr>
  <p:slideViewPr>
    <p:cSldViewPr snapToGrid="0" snapToObjects="1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font" Target="fonts/font1.fntdata"></Relationship><Relationship Id="rId2" Type="http://schemas.openxmlformats.org/officeDocument/2006/relationships/tableStyles" Target="tableStyles.xml"></Relationship><Relationship Id="rId3" Type="http://schemas.openxmlformats.org/officeDocument/2006/relationships/font" Target="fonts/font2.fntdata"></Relationship><Relationship Id="rId4" Type="http://customschemas.google.com/relationships/presentationmetadata" Target="metadata"></Relationship><Relationship Id="rId8" Type="http://schemas.openxmlformats.org/officeDocument/2006/relationships/slideMaster" Target="slideMasters/slideMaster1.xml"></Relationship><Relationship Id="rId9" Type="http://schemas.openxmlformats.org/officeDocument/2006/relationships/theme" Target="theme/theme1.xml"></Relationship><Relationship Id="rId10" Type="http://schemas.openxmlformats.org/officeDocument/2006/relationships/notesMaster" Target="notesMasters/notesMaster1.xml"></Relationship><Relationship Id="rId12" Type="http://schemas.openxmlformats.org/officeDocument/2006/relationships/slide" Target="slides/slide1.xml"></Relationship><Relationship Id="rId14" Type="http://schemas.openxmlformats.org/officeDocument/2006/relationships/slide" Target="slides/slide2.xml"></Relationship><Relationship Id="rId16" Type="http://schemas.openxmlformats.org/officeDocument/2006/relationships/slide" Target="slides/slide3.xml"></Relationship><Relationship Id="rId17" Type="http://schemas.openxmlformats.org/officeDocument/2006/relationships/slide" Target="slides/slide4.xml"></Relationship><Relationship Id="rId18" Type="http://schemas.openxmlformats.org/officeDocument/2006/relationships/slide" Target="slides/slide5.xml"></Relationship><Relationship Id="rId20" Type="http://schemas.openxmlformats.org/officeDocument/2006/relationships/slide" Target="slides/slide6.xml"></Relationship><Relationship Id="rId22" Type="http://schemas.openxmlformats.org/officeDocument/2006/relationships/slide" Target="slides/slide7.xml"></Relationship><Relationship Id="rId24" Type="http://schemas.openxmlformats.org/officeDocument/2006/relationships/slide" Target="slides/slide8.xml"></Relationship><Relationship Id="rId26" Type="http://schemas.openxmlformats.org/officeDocument/2006/relationships/slide" Target="slides/slide9.xml"></Relationship><Relationship Id="rId28" Type="http://schemas.openxmlformats.org/officeDocument/2006/relationships/slide" Target="slides/slide10.xml"></Relationship><Relationship Id="rId30" Type="http://schemas.openxmlformats.org/officeDocument/2006/relationships/slide" Target="slides/slide11.xml"></Relationship><Relationship Id="rId32" Type="http://schemas.openxmlformats.org/officeDocument/2006/relationships/slide" Target="slides/slide12.xml"></Relationship><Relationship Id="rId33" Type="http://schemas.openxmlformats.org/officeDocument/2006/relationships/slide" Target="slides/slide13.xml"></Relationship><Relationship Id="rId34" Type="http://schemas.openxmlformats.org/officeDocument/2006/relationships/slide" Target="slides/slide14.xml"></Relationship><Relationship Id="rId36" Type="http://schemas.openxmlformats.org/officeDocument/2006/relationships/slide" Target="slides/slide15.xml"></Relationship><Relationship Id="rId38" Type="http://schemas.openxmlformats.org/officeDocument/2006/relationships/slide" Target="slides/slide16.xml"></Relationship><Relationship Id="rId40" Type="http://schemas.openxmlformats.org/officeDocument/2006/relationships/slide" Target="slides/slide17.xml"></Relationship><Relationship Id="rId41" Type="http://schemas.openxmlformats.org/officeDocument/2006/relationships/slide" Target="slides/slide18.xml"></Relationship><Relationship Id="rId42" Type="http://schemas.openxmlformats.org/officeDocument/2006/relationships/slide" Target="slides/slide19.xml"></Relationship><Relationship Id="rId44" Type="http://schemas.openxmlformats.org/officeDocument/2006/relationships/slide" Target="slides/slide20.xml"></Relationship><Relationship Id="rId46" Type="http://schemas.openxmlformats.org/officeDocument/2006/relationships/slide" Target="slides/slide21.xml"></Relationship><Relationship Id="rId48" Type="http://schemas.openxmlformats.org/officeDocument/2006/relationships/slide" Target="slides/slide22.xml"></Relationship><Relationship Id="rId50" Type="http://schemas.openxmlformats.org/officeDocument/2006/relationships/slide" Target="slides/slide23.xml"></Relationship><Relationship Id="rId52" Type="http://schemas.openxmlformats.org/officeDocument/2006/relationships/slide" Target="slides/slide24.xml"></Relationship><Relationship Id="rId53" Type="http://schemas.openxmlformats.org/officeDocument/2006/relationships/slide" Target="slides/slide25.xml"></Relationship><Relationship Id="rId54" Type="http://schemas.openxmlformats.org/officeDocument/2006/relationships/slide" Target="slides/slide26.xml"></Relationship><Relationship Id="rId56" Type="http://schemas.openxmlformats.org/officeDocument/2006/relationships/slide" Target="slides/slide27.xml"></Relationship><Relationship Id="rId57" Type="http://schemas.openxmlformats.org/officeDocument/2006/relationships/slide" Target="slides/slide28.xml"></Relationship><Relationship Id="rId58" Type="http://schemas.openxmlformats.org/officeDocument/2006/relationships/slide" Target="slides/slide29.xml"></Relationship><Relationship Id="rId59" Type="http://schemas.openxmlformats.org/officeDocument/2006/relationships/slide" Target="slides/slide30.xml"></Relationship><Relationship Id="rId60" Type="http://schemas.openxmlformats.org/officeDocument/2006/relationships/slide" Target="slides/slide31.xml"></Relationship><Relationship Id="rId61" Type="http://schemas.openxmlformats.org/officeDocument/2006/relationships/slide" Target="slides/slide32.xml"></Relationship><Relationship Id="rId62" Type="http://schemas.openxmlformats.org/officeDocument/2006/relationships/slide" Target="slides/slide33.xml"></Relationship><Relationship Id="rId63" Type="http://schemas.openxmlformats.org/officeDocument/2006/relationships/slide" Target="slides/slide34.xml"></Relationship><Relationship Id="rId64" Type="http://schemas.openxmlformats.org/officeDocument/2006/relationships/slide" Target="slides/slide35.xml"></Relationship><Relationship Id="rId65" Type="http://schemas.openxmlformats.org/officeDocument/2006/relationships/slide" Target="slides/slide36.xml"></Relationship><Relationship Id="rId67" Type="http://schemas.openxmlformats.org/officeDocument/2006/relationships/slide" Target="slides/slide37.xml"></Relationship><Relationship Id="rId69" Type="http://schemas.openxmlformats.org/officeDocument/2006/relationships/slide" Target="slides/slide38.xml"></Relationship><Relationship Id="rId70" Type="http://schemas.openxmlformats.org/officeDocument/2006/relationships/slide" Target="slides/slide39.xml"></Relationship><Relationship Id="rId72" Type="http://schemas.openxmlformats.org/officeDocument/2006/relationships/viewProps" Target="viewProps.xml"></Relationship><Relationship Id="rId73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200 0,'0'22,"45"-22,-23 0,22 0,1 0,22 0,0 0,-45 0,45 0,0 0,-45 0,45 0,-45 0,-44 0,0 0,-45 0,44 0,-66 0,22 0,1 0,-24 22,-43 0,88 23,-22-23,1 0,66 23,0-23,0 1,0 21,0 1,44 22,-22-67,1 66,43-21,1 22,-22-67,22 22,44-22,1 0,-90 0,22 0,1 0,-23 0,-22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267 0,'0'22,"0"45,0-1,-67 46,22 22,23-23,-22-22,21-22,-21 0,44-45,-22 0,66-22,-22-66,1-1,21 44,1-43,-23 66,0-23,23 23,-1-44,1 21,-23-21,23 44,22 0,-23 0,-21 0,43 0,-43 0,21 0,-21 0,43 0,-21 0,-45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467 66,'-66'134,"-1"-112,22 23,-22 22,0-23,23-44,-23 0,67-22,-44-45,44 0,0 0,0 23,22 22,-22-1,22 23,0-66,1 66,-1 0,0 0,23 0,-1 0,-21 0,21 22,-22-22,-22 44,0 23,0 0,0 0,-44-23,22 23,-45 0,0 0,45-45,-1-22,-21 23,66-1,45-22,0 44,-23-44,23 0,-45 0,1-22,21 22,-44-44,45 21,-45 1,44-45,-21 45,-23 22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267 0,'0'66,"0"135,-22 66,-23 23,-22 89,0-45,1-66,66-46,0-66,0-44,0-45,0-45,0-111,0 89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579 311,'22'0,"-22"45,0 22,-22-23,-23 1,-44 22,45-23,-23 1,22-23,23-22,0 0,-45 0,44 0,-21 0,-23-44,67-68,-44 45,44 45,0 0,0 0,44-23,1 0,-23 45,22 0,-21-44,-1 44,0 0,1 0,-1 0,22 44,-21 1,21 22,-44 0,0-23,0 45,0-22,-22 0,0-45,-45 45,0-22,45-23,-23 23,23-23,-23 45,23-67,-22 0,44 44,0-66,44 22,1-44,-1 44,-22 0,45 22,0 0,0-22,-22 0,21 0,1 0,-22 22,-23-22,0 0,23-22,22-45,-23 23,1-45,0-23,-1 23,-22 0,23 0,22-90,44 23,45 23,-111 111,-45 44,-22 111,-23 23,-22 0,-44 90,-45 66,22 22,23-111,21 66,24 1,43-67,1-22,-23-157,45-22,0 1,-22-68,22 45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89,'44'0,"1"0,21 0,1 0,-22 0,22 0,0-23,-1 1,-21 22,0 0,-23-44,0 44,-44 0,-45 0,45 0,-1 22,-21-22,22 22,-23 0,45 1,-67 21,23 23,-23-22,44-1,1 23,-22 89,-1 22,23-22,22-67,0 23,0-45,22-67,0 0,-22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0,'66'0,"1"0,-22 0,-1 0,-21 0,21 0,1 0,22 0,-67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0 111,'22'0,"0"0,0 0,1 0,-1 0,45 0,22 0,22 0,-66 0,44 0,-44 0,44 0,0 0,-45 0,68 0,-45 0,0 0,-23 0,45 0,-44 0,44 0,-22 0,22-22,0 22,-67 0,68 0,-24-23,-21 23,-23 0,23 0,-23 0,67 0,-66 0,21 23,23-23,0 0,-23 0,-21 0,44 0,-45 0,45 0,0 0,22 0,-67 0,67 44,-44-44,22 0,-23 0,23 0,0 22,133-22,-110 0,66 0,66 23,90-23,-133 0,-46 0,-66 0,22 0,-22 0,22 0,1 0,-68 0,45 0,-23 0,1 0,22 0,0 0,-23 0,23 0,22 0,-22 0,-45 0,23 0,44 0,-22 0,44 0,-66 0,44 0,-67 0,67 0,-22 0,134 0,44 0,-178 22,111-22,-22 0,-67 0,0 0,23 0,-68 0,46 0,21 0,-89 0,157 0,-113 0,46 0,-45 0,66 0,-43 0,66 0,-45 0,23 0,-90 0,68 0,-45 0,-23 0,90-22,-45-1,-22 1,44 0,-66 22,44 0,-44 0,-23 0,134-45,-112 45,1-22,22 0,-45 22,0 0,1 0,-1-22,-44 22,-1 0,1 0,0 22,22-22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0,'44'0,"-22"0,23 22,22-22,0 0,-1 0,68 44,-89-44,88 45,-43-23,-24 0,1-22,67 45,67-45,-1 0,-22 22,-44 1,67-23,-112 22,223-22,-178 0,133 0,0 0,-155 0,88 0,-66 0,-67 0,156 0,44 0,-133 0,44 0,1 0,43 22,-66-22,-66 0,-46 0,45 0,-22 0,22 0,-22 0,0 0,134 0,-90 0,223 0,-66 0,-68 0,-88 0,21 0,-21 0,22-22,-23 0,23-1,646-110,-602 88,89 23,-44 22,-22 0,66 0,-44-22,-134 22,134 0,-111 0,66 0,156 0,-67 0,-111 0,23 0,88 0,-89 0,-22 0,-66 0,21 0,-22 0,-44 0,66 0,-44 0,22 0,-67 0,1 0,-1 0,-22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0,0 0,0 0,0 0,1 0,-1 0,0 0,21 0,-21 0,22 0,-22 0,0 0,21 0,43 0,-21 0,-22 0,21 0,-41 0,20 0,-21 0,0 0,0 0,1 0,-1 0,63 0,1 0,-43 0,1 0,-22 0,0 21,0-21,0 0,1 0,62 0,-41 0,20 0,1 0,-43 0,106 0,-85 0,0 0,22 0,-1 0,-20 0,-1 0,0 0,-20 0,20 0,0 0,-21 0,1 0,20 0,0 0,64 0,-42 0,-22 0,64 0,-43 0,-20 0,-1 0,21 0,1 0,-22 0,-21 0,1 0,20 0,-21 0,0 0,-21-21,21 21,22 0,-1 0,-21 0,-21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0 126,'21'0,"0"0,0 0,21 0,1 0,41-21,-20 0,-43 21,21-21,43 21,-22-21,1 21,-22 0,43 0,-22 0,43 0,21 0,-84 0,20 0,1 0,-22-21,21 21,22 0,-43 0,85 0,-63 0,-22 0,1 0,84 0,-106 0,42 0,-42 0,22 0,41 0,-41-21,-1 21,22 0,-43 0,21 0,0 0,1 0,20 0,1 0,-22 0,0 0,64 0,-63 0,-1 0,21 0,1 0,-43 0,43 0,20 0,43 0,-21 0,0 0,-21 0,20 0,-41 0,42 0,-64 0,0 0,22 0,-22 0,-21 0,43 0,-1 0,43 0,-63 0,20 0,43 0,-43 0,1 0,-1 0,22 0,-21 0,-1 21,-42-21,0 0,43 0,-22 0,-21 0,43 0,-1 0,-41 0,83 0,-83 21,20-21,0 21,-21-21,22 0,-1 0,-21 0,0 0,-21 21,0-21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0,42 0,43 0,0 21,233 0,-128 0,65-21,337 63,-295-41,-1-22,22 42,338-42,-359 0,-43 0,0 0,22 0,-65 0,22 0,0 21,-21-21,169 0,-253 0,-44 0,1 0,85 0,-85 0,-1 0,-20 0,-43 0,22 0,84 0,-42 0,84 0,-147 0,20 0,43 0,0 0,190 0,-169 0,21 0,170 0,-191 0,0 0,21 0,0 0,0 0,-21 0,0 0,0 0,22 0,-1 0,-42 0,21-21,21-43,0 43,-42 21,0 0,-22 0,-63 0,43 0,-22-21,-42 21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63,'21'0,"0"0,0 0,21-21,22 0,-43 21,42 0,1 0,-22 0,191-21,-191 21,1 0,-1 0,43 0,126 0,-105 0,42 0,-42 0,148 0,-169 0,-22 0,43 0,-63 0,-1 0,0 0,22 0,20 0,-41 0,-1 0,0 0,-20 0,41 0,43 0,-43 0,-20 0,63 21,-64-21,0 0,43 0,21 21,42-21,-85 0,43 0,21 0,-21 0,-42 0,41 0,22 0,-84 0,20 0,22 0,-43 21,106-21,-63 0,-21 0,20 0,-20 0,-22 0,22 0,41 0,1 0,0 0,21 0,-21 0,0 0,-22 0,86 0,-107 0,1 0,42 0,-1 0,22 0,-63 0,42 0,-64 0,0 0,1 0,-1 0,22 0,-1 0,-21 0,22 0,42 21,-43-21,-20 0,-1 0,21 0,1 0,-22 0,43 0,127 0,-128 0,22 0,0 0,-21 0,-22 0,22 0,42 0,-85 0,22 0,-1 0,-21 0,22 0,21 0,-43 0,64 0,-64 0,64 0,0 0,-22 0,107 0,-85 0,0 0,-1 0,-83 0,-1 21,0-21,21 0,-21 0,1 0,-1 0,0 0,-21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1015 0,'-63'42,"-1"21,22 1,21-43,-43 64,22-43,-43 64,64-43,-85 64,64-63,0-1,-22 22,64-43,-21-21,-21 22,-22 63,43-64,-42 64,-1 0,43-85,0 21,-21-21,42 0,0-21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7042 2874,'0'-44,"-67"44,0 0,-67 0,-44 0,-45 0,-89-23,-22-43,0 43,-90-44,-44 67,22-111,23 44,89 23,44-23,45 0,133 45,-21-23,44 0,-1 1,24-23,-1 67,22-67,1 45,-46-23,24-22,-1 45,0 0,0-45,22 45,23-1,-22 1,-1-22,0 44,23 0,22-45,0 23,22-23,23-22,44-22,-22-45,89-44,45 44,-23 23,22 0,23 21,89 1,-22 22,0-66,-23 88,-44-22,67 45,22-23,-67 45,-22 0,0 0,44 23,0-1,-44 0,-22 23,66-23,1 45,21-45,-66 1,45 21,-1 1,1 22,44-1,-23-43,-21 44,-68-1,1 1,-45 45,-67-68,-22 1,-67-1,22-21,-22 21,0 1,0 44,0-22,0-23,0 23,0 22,-89-22,22 0,-44 22,44-22,-22 22,-67-22,22 22,45-44,-45-23,-22 0,45-22,-45 23,-23-23,-88 0,0 0,44 0,-67 44,-44-44,-1 0,1 0,0 0,-67 0,0 0,-45 0,67 0,22 23,45-23,90 0,-1 0,44 0,23 0,45 0,-45 0,45 0,44 0,22 0,1 0,21 0,1 0,-45 0,23 0,-1 0,23 0,-1 0,23-23,-22-44,22 23,0-23,0 0,22-44,23-45,44 44,-22 1,67-45,44 0,0 0,-22 22,23 23,-1-23,-22 45,44-23,-44 23,45 22,-67 45,22 0,67-23,-1 45,1 0,-44 0,88 0,0 0,-44 0,0 23,-22-23,-23 66,67-21,23 0,-46 21,90 46,-44-1,44 68,-45-23,-22 0,-44 0,0-23,-1 23,-22-44,-66 21,-45-43,44 43,-44-44,-45-22,1-22,-1 22,-22-23,-45 23,23-45,-45 23,-44 44,-45 23,-23-46,23 1,0-44,45-1,-134 45,22-45,0 0,-44 23,-23-1,-89-44,-67 0,68 0,-24 0,46 0,-23 0,0-66,23 43,-1-44,0 1,-66-1,-67 0,44 0,67-67,45 67,-23-22,68 45,43-23,68 0,0 22,66-21,-21-24,66 68,0-22,45 44,22-67,-22-45,22 23,0 22,0-44,22-23,67-22,45 0,22 22,66-44,46 22,66 45,-66 44,44 0,111-22,23-23,133 46,-289-1,89 45,66 22,23 0,-22 0,-67 0,-22 0,-1 22,1 89,44 1,-134 44,-22 0,23 22,-23 45,-44-23,21 23,-110-67,22 22,-45-22,-22-66,-23 43,-22-44,1 1,-23 21,-23 45,-88-22,-23-1,-133 68,-157 0,90-45,0-45,22-44,312-67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2585 0,'-23'0,"1"0,-23 22,-21 0,43 23,-44-1,-44 45,0 23,21-23,-43 89,-46 0,1 1,0-46,44 1,23 0,44-67,22 0,45-45,-44 45,44-45,-67 23,45 21,-23 1,45-22,-45 22,23-23,0 23,-23 0,45-45,-44 23,44-1,0-21,-23 44,-21-1,44-43,0 44,-45-45,1 22,44 1,-23 22,-21 0,-1 22,45-22,0-23,0 23,-22-22,22-1,-45 23,45 0,-22 0,0-23,22 46,-22-24,22-43,0 44,0-1,-45 1,45-44,0 43,0 1,-22 45,-23-1,23-22,22 23,0 21,-22 23,-1-44,1-45,0-45,0 67,22-22,0 0,0-23,0 1,0 22,0-45,0 45,22 0,-22-23,0 23,0-22,0-23,0 45,0-45,0 45,0 0,0-22,0 21,0 1,0-44,0 66,0-22,0 22,0 0,22 45,0-23,-22 23,0-23,0 23,0 0,0-1,0 1,0-23,0 23,0 0,0-23,45 1,-23-23,0 45,-22-90,23 23,-23 22,0-22,44-22,-21 21,-23 1,44 0,-22-45,-22 45,23 0,-1 22,23 23,-23 21,0 23,0-89,1 67,44-45,-23 67,-22 0,23-22,0 22,-1-23,-22-88,-22 0,23 44,21-22,-21-23,21 23,-22 0,23-23,-23-21,23 44,-23-1,23-43,-23 44,23-67,-23 22,22 0,-44 23,23 22,21-45,23 45,0 0,-67-23,22 45,1 0,21 1,1-46,-1 23,1-22,-1 21,1-21,-45-23,22 23,23 22,-1-23,1 45,22-44,0 22,-23 0,-44-45,45 23,-45-1,22-44,-22 22,22-22,-22 23,23-23,-1 0,-22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0 111,'22'0,"0"0,0 0,23 0,22 0,-45 0,45 0,-45 0,0 0,45 0,-44 0,21 0,1 0,-23 0,0 0,1 0,21 0,23 22,0-22,-45 0,0 0,23 0,-45 22,45-22,21 0,-21 23,-23-23,23 0,22 44,-23-44,23 23,-45-23,23 44,0-44,-1 22,1-22,-1 23,1-23,22 22,0 0,-1-22,-21 0,22 0,0 0,-23 0,23 23,0-23,-22 0,21 0,1 0,-44 0,-1 0,22 0,23 0,-22 0,-23 0,23 0,22 0,-1 0,-21 0,0 0,-23 0,0 0,45-23,-45 23,1 0,-1-44,22 44,-21-23,-1 1,23 22,21 0,-43-22,-1 22,0 0,23 0,-1 0,-21 0,21-45,1 45,22-22,-23 22,23-45,-22 45,-1-22,1 22,-1-22,1 22,22 0,-67-22,67-1,0 1,-23 22,1 0,-1 0,1-22,-23 22,23 0,-1 0,-21 0,21 0,23 0,-45 0,23 0,-1 0,1-22,22 22,0 0,-23 0,1 0,-1 0,-21 0,21 0,1 0,-23 0,23 0,-23 0,23 0,21 22,-21-22,22 0,-23 0,1 0,-23 0,23 0,-1 0,-21 0,-1 0,0 0,1 0,-23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0,'42'0,"21"0,-42 0,1 0,-1 0,0 0,42 21,1 42,21 1,-43-43,-21 21,64 0,-22 1,-20-43,-22 0,0 21,0-21,-21 21,-21-42,21 0,-42 0,42-1,0 1,0 0,0 0,0 0,0 0,0-22,0 22,0-21,0 42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380 0,'0'21,"22"21,20 21,0 22,64 148,-85-170,0-20,22-22,-64-21,-1 0,-20 0,21 0,-21 0,-43 0,43 0,-22 0,43 0,0 0,-43 0,43 0,-42 0,-1 0,22 0,21 0,0 0,21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317 105,'-21'0,"0"21,-22 22,22-22,-21 0,42 0,-21-21,-1 21,-20 22,0-43,21 0,0 21,21-63,0-1,21 22,0-21,21-43,-21 64,22-21,-43 21,0 42,-22 21,22-21,0 21,-21-42,21 43,0-1,-21 0,0-20,63-22,-21 0,22 0,20 0,-42 0,22 0,-22 0,0 0,21 0,-20 0,-22 21,21-21,-21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0,0 0,0 0,0 0,1 0,-1 0,0 0,21 0,-42 21,43-21,-22 0,42 0,-42 0,-21 21,22-21,-1 0,0 0,0 0,0 0,0 0,1 0,-1 0,21 0,0 0,-20 0,20 0,0 0,1 0,-22 0,0 0,21 0,22 0,-43 0,0 0,64 0,-64 0,21 0,1 0,20 0,-42 0,22 0,-22 0,21 0,-21 0,22 0,-22 0,21 0,-21 0,22 0,-1 0,21 0,-41 0,20 0,21 0,-41-21,41 0,43 21,-64 0,22 0,-22 0,0 0,22 0,-43 0,21 0,-20 0,-1 0,21 0,-21 0,43 0,-43 0,21 0,-21 0,85 21,-85-21,22 0,-22 0,21 0,-21 0,43 0,-43 0,21 0,43 0,-43 0,43 0,-43 0,1 0,-1 0,0 0,22 0,-43 0,21 0,22 42,-22-42,-21 0,43 0,-1 0,-20 0,-22 0,42 0,-20 0,-1 0,0 0,-20 0,41 0,-21 0,1 0,-1 0,-21 0,22 0,-1 0,-21 0,21 0,43 0,-43 0,-20 0,20 0,-21 0,0 0,22 0,-1 0,-21 0,21 0,1 0,-22 0,0 0,85 0,-64 0,-21 0,22 0,-22 0,21 0,1 0,20 0,-21 0,22 0,-1 0,-20 0,20 0,1 0,-22 21,0-21,1 0,20 0,22 0,-22 0,1 0,-22 0,1 0,-22 0,42 0,43 0,-64 0,22 0,-22 0,43 0,21 0,-64 0,0 0,43 0,-43 0,22 0,-1 0,86 0,-86 0,-21 0,22 0,-22 0,1 0,20 0,-42 0,43 0,-22 0,0 0,1 0,20 0,43 0,-42 0,-43 0,42 0,22 0,63 0,-84 0,-1 0,-21 0,22 0,21 0,-22 0,-42 0,106 0,-84 0,20 0,1 0,-1 0,1 0,-22 0,0 0,22 0,-1 0,43 0,-21 0,-22 0,-20 0,20 0,43 0,-64 0,1 0,41 0,-63 0,22 0,-1 0,-21 0,106 0,-84 0,84 0,-106 0,42 0,-42 0,64 0,106 0,-86 0,1 0,-21 0,84 0,-126 0,-1 0,21 0,-41 0,20 0,-21 0,43 0,-1 0,-42 0,43 0,-43 0,0 0,-21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2094 0,'-22'22,"0"-22,-45 44,45-44,-23 45,-111-23,45 0,44-22,22 45,23-23,-45 23,45-45,-45 44,45-21,-1-1,-21 0,21 23,-21-23,44 23,-45-45,23 22,0 0,22 23,-45-45,23 67,-45-23,0 23,23 0,21 0,-44-45,45 0,-22 45,-1-22,23-1,-23 1,1 22,-1-23,23 1,-1 22,-43-67,43 67,1-67,0 44,-1 1,1-23,-22 23,21 22,1-23,-23 23,45-22,-44 21,44-43,-22 21,-1 23,23-22,-22 22,22-1,0-43,0 66,0-22,-44 0,44-23,0 23,0 0,0-23,0-21,0 21,0 1,22-23,-22 23,22-23,-22 23,22 21,23-21,-23 0,23-1,-23 23,23-22,-1-1,-22-22,1 1,-1 44,23-23,-23 1,0-23,0 23,23-1,-23-44,1 22,-1 23,22-23,23 23,-44-45,43 44,-21-21,-23 21,45-44,-45 45,1-23,21 23,-21-45,21 44,-22-44,23 67,0-67,-1 45,-22-45,1 44,21-44,-21 0,-23 45,22-45,-22 22,0 0,22 1,0-23,-22 44,0-44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66,'22'0,"22"0,1 0,-23 0,0 0,1 0,-1 0,0 0,1 0,43 0,1 0,-22 0,-1 0,1 0,0 0,-1 0,23 0,0 0,-23 0,23 0,0-22,0 22,-22-44,-1 44,23 0,-22 0,-1 0,1 0,-23 0,0 0,1 0,43 0,-43 0,21 0,1 0,-1 0,-21 0,44 0,-45 0,0 0,0 0,23 0,-23 0,1 0,-1 0,22 0,23 0,22 0,-44 0,22 0,-45 0,23 0,22 0,-45 0,0 0,23 0,-23 0,0 0,45 0,-22 0,22 0,-45 0,0 0,45 0,-22 0,-1 0,-22 0,1 0,44 0,-45 0,45 0,-45 0,23 0,21 0,-43 0,-1 0,0 0,45 0,0 0,-45 0,23 0,22 0,-23 0,-44 44,67-44,-45 22,1-22,44 0,-45 0,0 0,0 0,23 0,0 0,-23 0,0 0,0 0,1 0,21 0,1 0,-23 0,23 0,-1 0,23 0,-45 0,1 0,21 23,23-23,-45 0,45 22,-44-22,-1 0,45 0,-45 0,0 0,-22 44,23-44,-1 0,22 0,-21 0,21-22,23 22,0-22,-22 22,21 0,1 0,-44 0,43 0,1 0,-44 0,-1 0,0 0,-22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802 0,'-67'0,"22"44,45-22,-44-22,-1 45,-22-1,23-21,44-1,-67 0,67 1,-67 21,0 1,23-23,21 23,-66-1,22-22,45 23,-22-23,44 1,0-1,44-22,23 0,-23 44,23-44,-22 0,22 23,0-23,22 0,22 0,1 0,-1 0,0 0,-44 0,-44 0,-1 0,0 0,-66 0,-1-67,23 67,22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423 200,'-45'-22,"45"-1,-44 23,44-22,-23 22,-21-44,-1 44,23 0,-23 0,-21 0,43-45,1 45,-22 0,66 22,0-22,0 45,45-23,0 45,-67-45,67 23,-67-1,67-21,-45 21,0 23,-22-22,45 22,-23-45,23 22,-1 23,1 0,-23 0,0-22,-22 21,0 1,23-44,-23-1,0 0,22 0,0-22,-22 23,0-1,0 0,45-22,-45-22,0-23,0 23,0-45,0-22,0-22,0 66,0-22,0 0,0 23,22-23,23 22,-45 23,44 0,-21 22,-1-22,0-23,23 23,-23 22,0-23,1 23,-23-22,22 0,-22-45,0 45,0-1,44-21,-44-1,0 23,0 0,23 0,-68 22,1 0,21 0,-21 0,-1 0,1 0,-23 22,44 22,-21-44,-1 45,23-23,0-22,-1 0,1 0,0 0,-23 22,45 1,-67 21,23 1,-1-1,-22 23,23-44,-1-1,23-22,-23 44,45-21,-44-1,44-22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148 0,'42'42,"-21"-42,21 63,-42-20,0-1,22 21,-1-20,-21 41,21 22,21 21,-42 21,43-42,-43 42,63 1,-63-1,21-21,0 21,-21-21,0 21,0 0,0-42,0 42,0-63,0 21,0 21,22-43,-22 22,0 21,0-21,0 42,0-21,0-21,0 21,0 0,0 21,0-21,-22-21,-20-21,42-22,0 1,0-22,-42 22,42-22,-21 21,-22-20,22 20,21-20,-42 20,21 1,-1-22,22 0,-42 1,21 20,-21-21,20 22,22-43,-21 0,21 0,-21 22,-21-22,42 0,0 0,0 22,-42-1,42-21,0-21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1756 296,'-21'0,"-42"21,20 21,1-21,-22 22,43-22,0 0,-21 21,-43 1,22-1,-43 0,-21 22,0 21,21-43,0 0,0 22,43-22,-1-21,1 22,20-22,-20 21,-1-21,1 43,-1-43,64 0,-63 0,42 0,0 1,84-22,-21 0,22 0,42 21,42-21,64 0,20 0,-20 0,-21 0,-43 0,-42 0,-1 0,-41 0,-22 0,1 0,20 0,-21 0,-20 0,-1 0,0 0,-63 0,-1 0,-20-21,-1-43,1 1,20 63,-41-64,-43-42,-43 0,22 1,21 20,-42-21,0-42,-22 42,43-21,-21 42,105 22,43 0,-42 63,63 42,0 64,0-1,0 65,0 20,84-42,-42 43,22-1,21 64,63 43,0-86,-21 22,-21-63,-22-43,-41-85,-43-21,0 21,21-42,21 0,1 0,-22 0,21-63,-21 21,0-107,22-20,-22-64,42-42,-41-42,62-22,1 21,-22 1,-41 105,20 149,-42 42,0 21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0 359,'169'-42,"-106"42,1-21,20 21,-41-43,20 43,22 0,42 0,63-21,1-42,63 20,-42-20,42 42,21-21,42 42,-42 0,43 0,-43 0,21 0,-84 21,-21 21,-22-21,21 21,-41-20,-22 20,21 0,0 22,21 42,-63-43,0 64,-43-21,43-43,-42 1,-1 63,-20-21,20 21,-42 21,22 0,20 0,-42 0,0 43,-21-43,0 21,0-20,0-44,0 86,-21-22,-42 64,-1 21,-42-42,22-22,-22-20,-21-22,-42 21,-1 0,-20 1,-1-43,1 42,20-63,43 0,-42 42,42-21,-63 42,20-21,1 22,21-22,-85-21,42 21,-41 0,41-84,64-1,21-20,43 20,42-63,-1 21,1 0,-21 22,42-43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2161 0,'-44'0,"-23"89,-223 111,-646 446,312-88,424-291,200-222,0 44,44-22,1-45,133 45,-89-23,134 68,111 88,67 90,-312-245,45 21,-134-21,45-45,-1 0,23 0,-45 67,23 0,-45-45,0 0,0-22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1181 111,'-402'223,"180"-134,132 0,-43-22,-1-23,67 1,-44 44,89-89,44 0,22 0,45 0,67 0,335 0,-268 22,-157-22,46 45,-157-45,-22 0,-155-156,66 45,-156-135,44 68,224 134,66 66,22 45,46 133,66 90,-90-156,24 89,-24-157,-43-21,-23 0,0-1,22-44,23 0,-23-44,0-68,67-445,-44 245,22 112,-67 200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2072 267,'0'156,"-45"111,-21 1,-113 244,-21 23,44-223,-23-44,23-23,0 0,23-89,-23 67,44-90,45-21,-22 22,22-1,1-44,21 23,-22-23,45-44,0 44,-1-22,1-1,0-21,22-23,0 23,-22-45,22 22,0 0,0-44,22-22,0-23,23-67,44-156,0 112,0-23,0-66,67 0,0-45,0 0,134-223,-134 178,44 45,-44 0,-44 22,-1 45,-22 89,1 23,-90 66,44 22,-44 1,45 44,-23-67,0 67,-22-22,23 22,-23 22,-23 22,1 1,-45 178,45-67,-45 67,-22 22,-156 401,89-312,67-22,-23 0,-22 0,45-44,-22-1,22-44,0 44,-1-66,1-23,67-66,-23-23,-21 22,66-88,0-1,-23 0,23-44,23-45,88-223,67-133,-22 178,-44 0,200-268,-156 246,-45-45,45 0,0-67,0 22,-44 23,-1 66,-22 68,-44 66,-23 45,0 67,1-1,-23 1,0 0,-23 44,1 23,-156 267,-112 334,89-223,23-21,-22-24,21 24,23-90,0 0,23-67,43-45,-21-44,44-67,0-22,67-67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66 111,'67'-22,"22"-1,45-21,-67 44,44-22,1 44,-68-22,1 44,-1-44,1 23,-23 21,1 1,-1 22,0-45,-22 22,0 23,0-44,0 43,-22-21,-23 0,1-1,-1 23,-22-22,0-1,1 1,21-23,0-22,1 0,22 22,-1-22,1 0,0 0,-1 0,23-22,23 0,-1 22,0 0,1 0,-1 0,0 0,23 0,-1 0,-21 0,21 0,1 22,-45 0,44 1,-21-23,-1 22,0 0,0 0,-22 1,23-1,-23 23,0-23,0 0,0 0,-23 23,1-23,0 1,-45 21,-44 23,66-22,0-23,1 22,-23-44,22 23,1-1,-1 0,1 1,21-1,-21-22,22 0,-1 0,1 22,0-22,0 0,22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1292 0,'-45'22,"-21"134,-68 89,67-134,-89 134,89-133,0-23,0 0,-44 112,89-179,-23 67,-22 23,45-68,-23-22,45 23,-22 22,0-23,-23-21,23 21,0 1,-1-23,1 23,0-1,0 1,-1-45,23 22,0 23,-22-45,0 0,22 22,-22 0,22-22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0,'0'44,"0"45,0 45,0 245,0-201,0-22,0-45,0-44,0 22,0-66,0-1,0 0,0 1,0-1,0-22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0,'0'44,"0"1,0 111,0-67,0-45,0 45,0 1,0-46,0 23,0 0,0-23,0 1,0 0,0-23,0 0,0 0,0 1,0-1,0 0,0-22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1314 0,'0'22,"0"22,-67 68,-66-1,66-44,-156 89,-67 0,112-45,-23-21,157-46,-23 1,23-45,88 0,1 0,66 0,45 0,111 0,-177 0,21 0,-44 0,-45 0,0 0,1 44,-1-44,0 0,67 0,-66 0,21 0,-66 0,-45 0,23-22,-23-23,-156-177,111 132,-21-66,110 112,-21-23,22 0,22 89,22 68,45 400,89 67,-89-356,-1 111,1-223,-22-89,-23 0,0-45,23-22,22-178,0-89,-23 200,-21-22,43-22,1 133,-67 45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2473 0,'-134'66,"-22"1,-178 178,44-44,157-90,-46 23,-21 22,22 45,-201 177,156-177,67-23,67 1,67-68,22-22,0 23,22-1,67 90,-45-90,46 23,21 44,-44-44,22-23,-22 23,22-23,22 23,-66-89,-23-23,23 45,22-23,0-21,-45-1,22-22,23 22,-44-22,43 0,-21 0,0 0,21 0,1 0,-22 0,-23-44,0 44,1 0,44 0,-23-23,23 23,22 0,45-89,-90 89,1 0,0-22,-23 22,0-22,0 22,-22-45,45 45,0 0,88-45,-110 45,-23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0,'44'0,"1"0,21 0,-21 0,44 0,0 0,-22 0,-45 0,68 22,-68-22,22 0,-21 0,21 0,-21 0,-1 0,0 0,0 0,1 0,-1 0,0 0,1 0,21 0,-22 0,1 0,21 0,-21 0,-1 0,0 0,0 0,23 0,-23 0,23 0,-23 0,0 0,1 0,21 0,1 0,-1 0,-21 0,21 0,1 0,-1 0,1 0,-23 0,45 0,-22 0,-1 0,1 0,-1 22,1-22,-23 0,23 22,-1-22,23 23,-44-23,-1 0,22 0,1 0,22 0,-45 0,23 22,-23-22,23 0,-1 22,23 0,-45-22,45 0,-22 0,-23 0,45 23,-45-23,0 0,23 22,-23-22,1 0,21 0,-22 0,1 0,-1 0,0 0,1 0,-1 0,0 0,23 0,-23 0,23 0,-23 0,0 0,0 0,1 0,21 0,1 0,-1 0,1 0,-23 0,23 0,-1 0,1 0,0 0,-1-22,1 22,-23 0,0 0,23 0,-23 0,45 0,-22 0,-1 0,-22 0,23 0,0 0,-1 0,1 0,22 0,-23 0,23 0,-45 0,23 0,-1 0,-21 0,21 0,-21 0,21 0,-22 0,1 0,21 0,-21 0,-1 0,22 0,1 0,0 0,-1 0,-22 0,23 0,-23 0,45 0,-22 0,-1 0,1-23,22 23,-45 0,45 0,0 0,-45 0,45 0,-45 0,45 0,-22 0,-1 0,1 0,22 0,-45 0,45 0,-23 0,-21 0,21 0,-22 0,23 0,0 0,-23 0,45 0,0 0,-23 0,-22 0,23 0,0 23,-23-23,22 0,1 0,0 0,-1 0,-22 0,23 0,-23 0,23 0,22 0,-45 0,45 0,-23 0,1 0,0 0,-1 0,-22 22,1-22,21 0,-21 0,-1 0,22 0,1 0,0 0,21 22,1 1,22-23,-44 22,89-22,-112 0,45 0,0 22,0-22,-1 22,90 1,-111-23,44 0,-22 22,-22-22,21 22,1-22,0 0,-22 0,22 0,-1 0,-21 0,0 0,-1 0,1 0,22 0,-45 0,45 0,-23 0,1 0,-1 0,23 0,-44 0,21 0,-22 0,23 0,0 0,-23 0,22-22,23 22,-44 0,21 0,1 0,-23 0,45-22,-45 22,23-23,21 23,-21-22,-23 22,23 0,-1 0,1 0,0-22,-23 22,22 0,1 0,-23-22,90 22,-90-23,23 23,-1-22,1 22,-1 0,-21 0,21-22,45 22,-44 0,-23 0,0 0,23 0,-23-23,1 23,43 0,-43 0,21 0,23 0,-22 0,44 0,-22 0,-23 0,-21 0,43 0,1 0,22 0,1 0,-46 0,23 0,-45 0,67 0,-22 0,-22 0,66 0,-44 0,-22 0,111 0,-67 0,-45 0,23 0,0 0,-22 0,88 23,-110-23,44 0,-23 0,1 0,-1 0,23 0,-45 0,23 0,-23 0,23 0,22 0,-45 0,23 0,-23 0,0 0,23 0,-23 0,0 0,1 0,21 0,-22 0,1 0,21 0,-21 22,-1-22,0 0,0 0,1 0,21 0,23 0,-22 0,-1 0,23 22,-22-22,22 0,-1 0,1 0,-22 0,-23 0,67 0,-66 0,43 0,1 0,-22 0,-23 0,23 0,22 0,-23 0,1 0,22 0,-23 23,1-23,44 0,-67 22,23-22,22 0,-23 0,45 0,-44 0,-1 0,-21 0,21 0,-21 0,-1 0,0 0,-22 22,0 0,-44 1,44-23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623 66,'-22'0,"-45"45,23-1,-90 1,67-23,23 23,-1-45,0 22,23 0,-45 1,45-23,-22 0,66 22,0-22,67 22,-22 1,67 21,22-22,-112 1,45-23,-44 0,-23 22,1-22,-1 0,-22-22,-22-1,-1-21,-21-1,21 1,1 21,0 1,0 0,-1 0,-21-45,21 44,1-21,0 22,0-1,-1 1,23 0,0 0,-22 22,0 0,-1 44,-43 45,66-22,0-22,-23-45,23 44,0-22,0 45,0 22,0-22,0 0,0-22,0-23,0 0,0-44,23 22,21-67,-22 45,1-23,21 23,-21 0,-1-23,0 45,-22-22,22-23,23 45,-45-22,22 0,1-1,-23 1,22 0,0 22,0-22,-22-23,0 23,23-1,-1 23,-22-22,22 0,-22 0,23 22,-23-23,22 1,-22 22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90 0,'-10'0,"0"0,0 0,0 0,0 0,10 10,-10-10,0 10,0-10,0 0,10 10,0 0,0-10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262 70,'-31'40,"-49"31,49-41,1 0,-10 1,20-21,10 0,10 0,-10 0,0-10,30-10,0 0,-10 10,0 0,10 0,-20-10,20 10,-10 0,11 0,-11 0,0 0,0 0,0 0,0 0,0 0,0 0,0 0,-10-10,0 0,0-11,0 11,-10 10,10-10,-20-10,10 10,0-10,0 10,10 0,-10 0,10 0,-10 10,10-11,0 1,0 0,0 20,0 0,-11 1,11-1,-10 10,10-10,-10 0,10 0,0 0,0 0,0 0,-10-10,10 10,0 0,0 0,0 1,0-1,10-10,0 10,-10 0,10 0,-10 0,0 0,0 0,0 0,0 0,0 0,0 0,0 1,11-1,-11 0,10-10,-10 10,0 0,0 0,10-10,-10-10,10 0,0 0,-10-10,10 20,0-21,0 1,-10 10,0-10,10 20,0-10,0 0,-10 0,10 0,-10 0,10-1,1 1,-11-10,10 10,0-10,0-10,10 0,-10 9,0 1,0-10,0 10,0 10,-10-10,10 20,1-10,-11 10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3656 1289,'-193'154,"-326"134,-655 290,19-271,693-268,366-39,39 0,57 19,19-19,19 19,155 1,-97-1,289 0,365 116,97-39,-482-96,-172 0,-97-19,-77 19,1 0,-1 0,0 0,0 0,-19-19,0-1,0-18,0-20,-57-96,-20 0,-193-308,-673-500,424 424,172 133,251 290,58 77,38 76,19 0,19 59,-18 230,-20-96,0-20,-20 78,-95 384,19-288,38-19,-134 519,172-558,-37-38,37-58,1 134,0-230,19-77,0-39,19-57,77-155,424-500,19-57,-135 153,58 1,-328 423,136-97,-39 59,0 57,-39 58,-57 38,-58 39,-39-1,-38 20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173 38,'0'19,"-116"77,59-57,76-39,19 0,39-39,19 20,-38 19,-39 0,1 0,-40 0,-18-19,-20-20,20 20,-1 19,1 0,18 0,20 19,0 1,0-1,20 0,-20 20,19-20,-19 0,19 0,0-19,1-38,-1 38,0-58,0 39,20-20,-39 1,19 19,-19 0,0 19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365 115,'-38'19,"18"20,-57 18,20 1,18-39,-19 39,39-58,-19 39,19-20,38-19,0 0,19 0,1 0,-20 0,58 0,-58 0,39 0,-19 0,-20 0,-19-19,19 19,-19-20,0 1,0 0,0-20,0 20,0 0,0 0,0-20,0 1,-19 38,19-39,0 20,0 0,-19-1,-1 1,1 19,19-19,0 0,0 0,-19 19,0 0,-1 19,20 0,0 0,-19 0,0 20,19-1,-19-18,19 18,0 1,-20-1,20 1,-19-1,19-19,0 39,0-39,0 1,0-1,0 0,19-38,1 0,18-20,20-38,0 0,-39 39,0-1,0 20,-19 0,0-1,20 20,-20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1418 0,'-22'148,"1"106,-63 42,20-21,-42-63,85-149,-85 149,0 42,64-148,-64 169,22 0,-1-148,43 21,-22 85,-21 0,43-106,-43 85,22-43,42-84,-22-1,22-20,0 42,0 21,0 0,0 21,21-42,-21-22,21 22,0 42,0 0,0-42,0 64,0-1,21 0,21 22,-21 42,0-170,-21 64,21 64,1-1,20 1,0-1,22 170,-22-64,64 128,-64-234,1-42,-43-84,42 42,-21-43,43 64,-43-85,21 107,0-86,1 64,20 0,-42-63,22-22,-22 21,0 1,0-1,22 43,-22-42,0 20,0-41,-21 20,21-42,0 106,22-21,-1 42,-21-84,-21 42,0 0,21-43,-21 1,22-1,-22 43,21-21,0-22,-21 1,21-43,0 42,0 43,1-64,-1 64,-21-42,0-22,21 0,-21 1,0-22,0 21,0-42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656 126,'-22'0,"-41"43,-22 20,1-20,-43 62,84-62,-41 41,62-41,-20-1,21 0,0-20,0-22,0 21,21 0,21-21,0 21,106 0,-64 0,43-21,-21 43,21-22,-22 0,1 21,-64-42,0 0,22 22,-22-22,0 0,0 0,0 0,-42-43,0 22,-85-106,85 64,-43-22,-20-42,41 85,1-1,21-20,0 20,0 43,-1-42,-20 0,42 21,-21 21,-21-43,20 1,22 21,-21 0,0 0,21 42,0 42,0-21,21 22,22 42,-1 42,0 21,-21-63,22 21,-43-63,21-1,0 1,-21-43,21 21,0-21,-21 0,0 1,0-1,0 0,0-42,22-22,-22 1,21-43,0 1,-21-22,21-21,21 21,-20-63,20 84,-42 64,0 0,21 0,-21-1,0 1,0 0,0 21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0,'21'0,"21"0,0 0,22 0,-22 0,-21 0,64 0,-64 0,21 0,-20 0,20 0,-21 0,21 0,-20 0,-1 0,0 0,0 0,0 0,-21 21,0 0,0 21,0-21,-21 0,0 85,21-85,-21 22,21-22,0 21,0-21,0 22,0-22,0 0,0 21,-21-20,21-1,-22 0,22 0,0 0,0 0,0 1,0-1,0 0,0 0,0 0,0 0,-21-21,21 22,0-1,0 21,0-21,0 0,-21-21,0 22,0-1,-22-21,1 0,0 0,21 21,-22-21,22 21,-21-21,21 0,-1 0,1 0,0 0,21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190 0,'42'0,"64"105,-64-62,-20-1,62 0,-63 1,-21-22,22-21,-1 21,0 21,-21-21,0 1,-21-22,0 0,-22 0,1-22,-22 22,43 0,0 0,-21 0,21 0,-1 0,1 0,0 0,0 0,0 0,0 0,-1 0,44 0,-1 0,21 0,-21 0,22 0,-22 0,21-21,-21 21,0 0,1 0,-1 0,0 0,-21 43,-42-22,-64 106,63-64,-41 43,41-64,22 1,-42-1,63-21,-21 0,0-21,42 0,-21-21,21 21,-21-21,21 0,0 21,0-21,0 0,-21-1,22 1,-1 21,-21-21,42 0,-21-21,0 42,1-22,20 22,-21-21,0 21,0-21,1 21,-1 0,0 0,0 0,0 0,0 21,-21 0,22 1,-22-1,21 0,-21 0,21 0,-21 0,0 1,0-1,0 0,21 0,-21 21,0-42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63 0,'0'42,"0"42,-21 22,0 42,21-105,0 63,0-85,-21 0,21 21,0-21,0 1,0-1,0 0,0-42,0-22,0 22,21-85,-21 85,21-21,-21-22,42 22,-42 0,21 42,-21-43,21 22,1 0,-1 0,0 21,0-21,0 21,0 0,1 0,-1 0,0 0,0 0,-21 21,0-21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380 253,'-21'0,"0"0,-21 22,-22-1,-20-21,62 0,-20 0,21 0,0 0,0-21,0-1,21 1,0 0,0-42,0 41,0 1,42-42,-21 42,21 0,-21 21,1 0,20 21,-21 0,0 0,0 0,-21 0,22-21,-22 21,0 1,0-1,0-21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 0,'0'21,"0"63,0 1,0-22,0 86,0-65,0-41,0 41,0-20,0-43,0 21,0 1,0-1,0-21,0 0,0 0,0 1,0-1,0 0,0 21,0-21,0 22,0-22,-21 0,21-21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275 84,'42'-21,"0"0,1 21,-22-21,42 0,-42 21,1 0,-1 0,-21 21,0 0,-21-21,-22 42,1 22,-85 41,63-41,22-22,0 22,-1-43,1 21,21-42,0 21,0 1,0-22,21 21,0-42,0-1,42-20,-42 21,21 0,0 0,0 21,0 0,1 0,-1 0,0 0,0 0,0 0,0 0,1 21,-1 21,21-42,0 42,-20 22,20-22,-21 1,0-1,0-21,1 21,-1-20,-21-1,0-21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21,'21'0,"0"-21,0 21,0 0,21 0,-20 0,-1 0,21 0,-21 0,0 0,1 0,-1 0,-21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84 0,'0'21,"0"42,0-21,0 22,0-22,-21-21,21 22,0-22,0 0,0 43,0-43,0 21,0 0,0-20,0-1,0 0,-21-21,21 21,0 0,0 0,-21-21,0 0,21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0 105,'0'21,"0"22,0-1,0-21,0 0,0 1,0-1,0 0,0-42,0-22,0 22,0 0,0-21,0 21,0-1,21 1,0 21,-21-42,0 21,21 21,0-21,-21 0,42 21,-20 0,-1 0,42 0,-42 0,43 0,-22 0,-21 0,22 21,-1-21,-21 21,0-21,1 0,-1 0,0 21,0 0,-21 0,-21-21,0 43,0-43,-22 21,22 0,-21-21,-1 21,1-21,0 0,-1 0,22 0,-21 0,21 0,0 0,-22 0,22 0,0 0,42 21,0-21,0 21,43-21,-43 0,21 22,1-22,-1 0,-21 0,0 0,1 0,-1 0,0 0,0 0,-21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364 47,'0'23,"0"1,0-13,0 1,0 0,-23 11,-1-11,12 0,-35-12,12 12,0-12,23 0,0 0,-11 0,11-24,12 1,12-1,11 1,12-13,24 36,-47 0,47 12,-36 23,13-23,-36 12,11-13,-11 1,0 0,0 11,0-11,-35 12,12-13,-25 36,25-35,-12 35,-12-35,0 35,23-35,1-12,11 12,0-12,-23 0,11-24,13 12,11 1,0-1,11 0,48 0,23 1,-23 11,-24 0,-11 0,35 0,-47 0,11 0,-11-12,0 12,11-24,12-35,-23 48,0-36,0 23,11-35,-23 12,0 36,0-1,0 0,0 0,0 1,0 22,0 25,-12 22,-11 72,11-60,0 24,1-35,11-24,0 1,0-25,0 1,0 0,0 0,0-1,0 1,0-12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329 317,'-12'0,"0"0,-11 12,-13-12,-11-12,36-23,-1-24,12 35,0-46,12 23,35 0,-24 23,12 13,-11 11,0 11,-24 1,35 23,-23-23,-12 23,0-23,0 0,0 0,0-1,-36 25,13-13,-13 1,25-13,-60 13,36-24,0 0,-1 12,25-12,-36 0,35 11,0 1,0-12,1 0,11 12,23-12,-11 0,47 0,-36 12,59 11,-35 1,0-12,-35-1,12-11,-24 12,0 0,0 0,-24-12,24 11,-12-11,-11 12,11 0,0 11,-11 1,23-1,0 13,0 22,0 1,0-47,12 23,-1-35,-11 24,0-12,0-24,0 0,0 0,0-11,0-12,0 23,0-12,0 12,12 1,0-1,11-12,1 13,0-1,23-23,0 11,-24 24,1-12,-13 1,1-1,0 12,-12-12,0 0,12-23,-12-12,0 12,0-24,0 24,0-1,-12 25,12-13,0 1,0 11,0 47,-12 12,12 12,0-12,-12 71,12-83,0 35,0-46,0 11,0-11,0-13,0 1,-11-12,11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211 176,'12'0,"11"0,-11 12,23-1,-23 1,0 12,-12-13,-12 13,-94 23,48-23,-13-1,48-11,-1 0,24-1,-12 13,1-1,11 24,11-23,1-12,12-1,-24 1,23-12,12 0,-11-23,-1 11,1 0,11-23,-11 23,11-35,-12 35,13-46,-13 22,1-23,23 1,-35 11,23 11,-35-11,12 36,-1-13,-11 12,12 12,-12-11,0 22,0 36,-12 24,-35 141,24 11,-24-58,23-95,24 1,-11-60,11 1,0 0,0-24,0 0,0-23,0-35,11 46,13-46,-1 46,24-11,-11-1,-13 25,12-1,12 12,-23 0,11-12,12 0,-23 1,-12 11,-12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211 0,'0'42,"-21"-21,21 21,-21 1,0-22,-1 0,22 0,-21 0,21 0,-21 1,21-1,0 0,-21-21,0 0,21 21,-21 0,21 0,0 1,0-1,-21-21,21 21,0 0,21-21,0 0,0 0,0 0,21 0,1 0,-22-21,0 21,21 0,1 0,-1 0,0 0,-20 0,-1 0,21 0,-21 0,0 0,1 0,-1 0,0 0,0 0,0 0,0 0,1 0,-1 0,0 0,0 0,0 0,0 0,1 0,-1 0,0 0,-21-21,-21 21,0-21,-1-1,1-20,0 0,0-1,0 1,0 42,21-42,-22 21,22-1,-21 22,21-21,21 42,1-21,20 43,-21-1,21-21,-42 0,22-21,-1 0,-21 22,0-1,0 0,0 0,0 0,0 0,0 1,0-1,-21 0,-22 0,1 21,0-20,-1-1,22 21,0-42,-21 21,-1 22,43-1,-21-42,0 0,21 21,-21-21,21 21,0-21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305 39,'-8'8,"1"7,-17 24,8-23,-23 8,16-17,-9 9,17-8,-1-8,0 0,-7-16,7 8,0 1,1-17,-1 1,8 7,0-8,8 17,-7-1,7 0,0-8,0 8,7 1,1 7,0 0,0 0,0 0,0 0,7 7,1 9,-16-8,16-8,-9 16,1-9,0 9,0-16,-8 8,8 0,-8 0,0-8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0,'0'31,"7"24,1 54,8-14,-16-33,0-38,8-9,-8-15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0,'0'31,"0"-8,7 9,1-1,0 0,16 32,-17-39,9-1,-8-7,8 15,-9-31,1 8,16 8,-9-16,1-8,0 0,-8 8,7-8,1-15,0 7,-1-7,1-9,-8 16,0-7,7-1,-7 1,8 7,-16 1,8 15,-8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0,'7'0,"9"0,8 0,15 0,-24 0,1 0,-8 0,8 0,-9 0,1 0,0 0,0 0,-8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 0,'16'0,"0"0,-1 0,9 0,-9 0,1 0,8 0,-17 0,1 0,0 0,-8 15,0-7,0 8,0-1,-8-7,-23 24,0-9,7-7,8-1,1-7,7 0,0 0,-8-8,16 8,0 0,0-1,-7 1,7 8,0-8,0 0,0 0,0-1,0 1,7 8,1-16,0 8,-8 0,8-8,8 0,-1 0,9 0,7 0,0-8,9 0,-9 8,-15-8,-1 0,9 0,-16 8,7-7,-7 7,-8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54 250,'32'-7,"-17"-1,1 0,15 8,-23-8,8 8,-8 0,0 0,-1 0,1 0,-8 8,-8-8,1 8,-1-8,-16 15,1-7,15 0,0-8,0 8,0 0,1-8,-1 8,8-1,-8-7,-8 0,16 16,0-8,-8-8,-7 8,15 0,-8-1,0-7,8 8,0 0,-8-8,0 0,1 0,14 0,1 0,8 0,-8 0,15 0,1 0,-1-8,1-7,-9 7,1 0,-8 8,0 0,0 0,-8-8,7 0,-7 0,8-7,-8-9,0 1,0 7,8-8,-8 1,8-1,-8 1,8-1,-8 1,0 15,8-23,-8 23,0 0,8 8,-8-8,0 0,0 1,7 7,-7 15,8 1,-8 39,8-16,0 16,0-16,-8 8,0-8,0 0,0 1,0 15,0-16,0 16,0-16,-8 8,8-24,-8 1,8 7,-8 8,8-15,-8-1,8 1,-7 7,-1 1,0-9,8-23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0,'15'0,"1"0,-8 0,0 0,-1 0,1 0,0 0,0 0,-8 7,8-7,-8 24,0-8,0 15,0-15,0-1,0 9,0-1,0-7,0-8,0 15,0-15,0 16,0 15,0-16,0-7,0-16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313 0,'-16'23,"-7"24,-40 47,32-63,-8 40,15-40,-7 9,23-33,0 9,0 0,0-8,1-8,7 7,0 1,-8-8,0 8,0 0,8 0,0 0,-8-8,0 8,1-8,7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0,'15'31,"24"16,24 31,-24-46,-15 15,-1-8,1-23,-1 7,-7 1,0-1,-1-7,1-1,0-7,-1 8,1 0,0 7,-8-7,7 0,1-1,0 1,-8 0,-1-16,1 15,0-7,0 0,-8 0,8-8,-8 8,8-8,-8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0 391,'7'0,"9"0,8 0,-1 0,40 0,-16 0,16 0,-1 0,9-7,7-1,-7 0,-1-16,-23 24,8-7,-23-1,-1 0,0 0,-15 8,0 0,-9-8,9 0,-8 1,0 7,0 0,0 0,-8-8,-8 0,-8-8,-8 8,-15-23,-8 7,0 1,-8-8,8-1,-31-15,54 32,1-9,7 16,8 8,1-8,7 1,7 7,1 0,8 0,-8 7,7 1,9 0,-16 0,7 0,9 0,-8-1,-9 9,25-8,-17 8,-7-9,8 1,0 8,-1-8,-7 7,8-7,0 8,7 0,-7-1,-8-7,-1 0,-7 0,8 0,0 0,-8 7,0 1,0 7,-8-15,0 16,-7-9,7 9,-8-8,8 7,1 1,-9-1,0 1,-7 7,7-15,8 7,0-7,-7 7,-1 9,-8-9,-23 56,16-40,-32 39,40-54,-16 23,23-39,16 0,-8-1,0 1,0-8,1 0,-1 0,16 0,-8-8,7 8,1-7,0 7,-8-8,8 0,0 8,0-16,-1 8,1 8,-8-7,8-1,0 8,-8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 31,'0'23,"0"32,0-39,0 0,0-1,0 17,-7-9,7 9,0-17,0 17,0-1,0 0,0-15,0 7,0 1,0-16,7 8,-7-9,8-7,-8 8,16-8,-8 0,7 0,-7-8,16-7,-16 7,7 0,9-16,-16 9,7-1,-7 0,8 1,-8 7,-1-16,9 1,-8-1,0 9,0-9,-8-7,8-1,-8-7,0 8,0 7,0 1,0 15,0 0,0 0,0 1,0 7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0 407,'7'0,"1"0,16 0,-9 0,32 0,-23 0,-1 0,40-16,-31 16,-1-7,8-1,-8 8,-7 0,-8 0,7 0,-7-8,0 8,-1-8,9 8,-9 0,32-8,-31 0,8 8,-9-7,-7 7,8 0,-8 0,-1 0,1 0,0 0,0 0,-16 0,-8 0,1 0,-1 7,-39 9,32-8,-1 0,1 7,-1-7,1-8,-1 8,8-8,16 8,-15 0,-1 8,0-1,-15 17,23-32,0 7,1 9,-1-16,0 0,0 0,8 8,0 0,-8-8,24 0,-8 0,7 0,9 0,15 0,-15 0,7-8,-15 8,-8 0,-1 0,1 0,8 0,-16-8,8 8,0-8,-1 0,1 1,-8-9,8 0,0-7,-8-1,0 1,0-32,0 8,0-8,0 16,0-8,0 23,0-7,0 7,0 9,0-1,0 0,0 8,0 1,0 30,0 8,0 9,-8 14,-8 119,-31-1,40-101,-9-1,8-30,0-9,8-15,-8-1,8 1,0-8,0 0,0 0,-8-8,1 0,-1 23,-8-23,8 16,0-8,-31 15,24-15,-1 0,8-8,-8 0,1 0,-1 0,0-8,1 0,7 8,0-8,-8 0,1 1,15-1,-8 8,0 0,8-8,-8 8,8-8,-8 0,8 24,0 0,0 7,0-7,8 7,0 17,-8-25,0 9,8-16,-8 7,0-7,8-8,-8 8,7-8,-7 8,16-8,8 0,-1 0,1 0,15 0,0 0,-8 0,1 0,-17 0,9 0,-8 0,-1 0,-7 0,-8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674 54,'-32'40,"-38"38,31-39,31-15,-16-9,16-7,1-8,7-8,0 1,0-25,7-7,9-24,0 32,-1 7,-7 9,0-1,0 0,8 9,-1 7,-7 0,8 0,-1 7,1 9,-8 0,0-1,8-7,-9 0,1 8,0-1,-8 1,0 8,0 7,0-15,-16 31,-15 8,-47 54,15-62,-15 8,-9-23,17-17,7-7,-8-8,32 0,0 0,8 0,23 0,-8 0,8 0,1 0,7-8,7 0,9 8,8-7,30-1,1 8,0 0,8 0,54 8,-69-8,-33 0,9 0,-1 0,-15 0,0 0,0 0,0 0,-1 0,1 0,-8-8,-8 8,-7 0,7 0,-8-8,8 8,1 0,-1 8,0 7,-8-7,1 31,-1-7,16-9,-8-7,8 15,0-15,0 0,0-1,0-7,0 0,0 0,0 0,0-8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172 180,'0'15,"0"9,-8 0,-15 7,15-15,-8 7,8-23,0 0,-7 0,7 0,0 0,-8-8,1-15,-1-1,8 16,8-15,-8-1,1 9,7-1,0-8,7 9,17 15,-8 0,7 0,8 8,1 15,-1-7,-7-8,-9 7,-7-7,8 8,-8-16,0 8,-1-8,-7 8,8-8,8 0,-8-8,0 0,15 8,1-16,-9 0,9 9,-1-9,1-8,-8 9,-9 7,9-8,-8 1,8-1,-16 8,7-8,-7 1,0-1,0 8,0 0,0 1,-7 7,7 7,-8 9,8 15,-8 9,0 30,0-7,8-8,-8 15,1-31,-1 9,8-33,-8 9,8-16,0-1,0 1,0 0,0 8,0-8,0 7,8-7,0 0,-8 0,7 0,1-8,-8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0,'0'15,"0"1,7-8,-7 0,0-1,0 1,0 0,0 8,0-8,0 15,0 1,-7 7,7-8,0 9,0-9,0-15,0 8,0-8,0 7,0-7,0 0,0 0,0 0,0 7,0 1,0-8,0 0,0 0,0-1,0 1,0-8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352 39,'8'15,"0"9,0 15,-8-23,8-1,-1 1,-7 8,0-9,0 1,8 8,0-1,-8-7,8 7,-8-7,8-8,-8 0,8-1,-8 1,0 0,0 0,0 0,0 0,0-1,0 1,0 0,0 8,0 7,0-7,0 8,8-1,-1 1,-7-9,0-7,0 0,0 0,0 0,0-24,0 0,0 1,-15-17,7-15,-31-78,7 46,17 24,7 8,0 0,0 32,8-1,0 8,-8 0,8 1,0-1,0 0,0 0,0 0,0 0,-8 8,8-7,-7 14,-1 1,0 0,0 0,0 8,-7-1,-1 1,0 7,0-15,1 16,7-1,-8-7,1-8,-1 7,-8 1,17-8,-9 0,0 0,8 0,1-8,-9 0,8 0,0 0,0 0,1 0,7 7,0-7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39 0,'15'0,"9"0,-1 0,1 0,-8 7,-1-7,-7 0,0 0,-8 8,0 0,0 0,0 0,0 7,0 9,-16-1,1 1,-1-8,-8 23,9-24,-24 25,31-25,-8 1,8-8,0 0,1 0,7-8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0,'0'15,"0"17,0-1,0 8,0-23,0 15,0-7,0-9,0 9,0-1,0 1,7-1,-7 1,8-1,-8 9,0-24,0 7,0-7,0 0,0-24,0 1,0 7,-8-16,8 9,0 7,0 0,0 0,0 0,0 0,0 1,0-1,8 0,8 0,0 8,-9-8,1 0,0 1,0 7,0 0,0-8,-1 0,1 8,0 0,-8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47,'0'23,"0"8,0-15,7 15,1 9,-8-33,0 9,8-8,0-8,0 16,15-8,-7-8,0 0,-1 0,-7 0,0 0,0 0,0 0,-1-8,1 0,-8 0,0 0,8 0,-8 0,0-7,0 7,0 0,0-8,0 9,0-1,0 0,-16-8,9 8,-1 1,-8 7,8-8,0 8,1 0,-1 0,0 0,8 8,-8-8,8 7,-8 1,0 0,8 0,-7 0,-1 0,8-1,0 1,0 0,8-8,7 8,1 0,23 0,8-1,-31 1,-1-8,-7 0,0 0,8 0,-8 0,0 0,-1 0,1 0,-8-8,8 1,-8-1,0-8,0 8,0-15,0-1,0 9,0-9,0 16,0-15,0 15,0 0,0 0,0 0,0 1,0 22,-8-7,0 16,-7-1,-1 16,-8 8,17-23,7-1,-16 1,16-8,-8-9,8 1,-8 0,0 0,8 0,0-16,8 0,0-8,0-7,0 15,0-8,7 8,1-23,0 31,7 0,-15 0,16 0,-1 8,1 8,-17-9,9 1,0 8,-1-8,1 0,-8 0,0-8,-8 7,0 1,0-8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117 78,'16'0,"7"8,1 0,23 7,-16-7,16 0,-23-8,-1 8,1 0,7-1,-23 1,16 0,-9-8,-15 8,16-8,-8 0,-8 8,8 0,-8-1,0 9,0-8,-16 8,0 7,1 1,-9-1,-23 1,-8 15,32-23,-1-9,1 1,15-8,0 0,0 0,0 0,0-15,8 7,0-8,0-7,0 15,0-8,8 0,0 9,0-9,8 8,7 0,-15 8,8 0,-1 0,-7 0,0 0,8 0,-9 0,1 0,0 0,0 0,0 0,0 0,-1 0,1 0,-8-8,8 8,-16 0,0 0,-7 0,-1 0,-7 0,-32 8,31-8,-7 0,-1 0,17 0,-17 0,9 0,15 0,-15 0,15 0,0 0,-8 0,8 0,-7 0,7 0,0-8,0 8,8-7,-8 7,1 0,14 0,9 0,8 0,-9 0,9 0,-1 0,-7 0,15 7,-7-7,-9 0,9 8,-8-8,-1 8,-7-8,8 8,-8-8,0 0,7 8,-7-8,8 0,-8 0,-1 0,9 0,0 0,-8 0,-1 0,1 0,0 0,0 0,0 0,0 0,0 0,-1 0,1 0,0 0,0 0,0 0,0 0,-8-8,7 8,-7-8,8 8,-8-16,0 9,8-9,0 8,-8 0,8 0,-8 0,0-7,0 7,0-8,0 8,0-7,0-1,0-7,0 7,0-8,0 17,0-9,0 8,0-8,0 9,0 22,-8 1,8 15,0 1,0 7,-8-8,8 24,-8-16,8 16,-8 16,1-24,7-24,0 1,0-16,0-1,0 1,0 0,0 0,0 0,0 0,-8-8,0 0,8-8,0 0,-8-8,-8-31,16 8,0 15,0 1,0 15,0-8,0 1,8 7,-8 0,16 8,0-8,-9 8,9-8,0 8,-8-7,-1 7,9 0,-8 0,0 0,0 0,-1 0,1 0,0 0,0 0,0-8,0 8,-1 0,1 0,-16 0,1 0,-9-8,8 8,-8-8,1 8,7 0,0 0,0 0,0 0,1 0,-1 8,0 0,8 0,0-1,0 1,0 0,-8-8,8 8,0 0,0 0,0-1,-8-7,8 8,0 0,-8 0,8 0,0 0,0 7,0-7,0 0,-7 8,7-1,0-7,0 0,0 0,-8-8,8 8,-8 0,8-1,0 1,0 0,0 0,-8 0,8 0,-8-8,8 7,0 1,-8-8,8 8,0 0,-7-8,-1 8,8 0,-8-8,8 7,-8-7,8 8,-8-8,0 0,0 0,1 0,-9 0,0 0,-15 0,-32-15,16 7,24 0,-1 0,16 8,0 0,1-8,-1 8,0 0,0 0,8 8,0 0,0 0,8 7,0-7,-8 0,8-8,-1 0,1 0,8 0,-8 0,0 0,-1 0,1 0,8 0,0 0,-1-8,-7 8,8-8,7 8,-15 0,0 0,0 0,0 0,7 0,-7 0,0 0,0 0,0 0,0 0,-1 0,1 8,0 8,-8-8,8 0,0 7,-8-7,0 8,0-8,0 7,0 1,0 0,0-1,0-7,0 0,0 0,0 0,-8-8,8 8,-8-8,0 0,0 0,1 0,-1 0,0 0,0 0,0 0,0 0,1 0,-1 0,0 0,0 0,0 0,0 0,1 0,-1 0,-8 0,8 0,-15 0,7-8,-8 8,17 0,-1 0,0 0,0 0,0 0,8 8,0-1,0 1,0 0,0 0,0 0,0 0,0 7,0-7,0 0,0 0,8-8,8 8,7 7,-7-7,15 8,-7-8,-8 0,-1-1,-7-7,0 0,0 0,0 0,-1 0,1 0,0 0,0 0,0-7,-8-1,8 0,-1 8,-7-8,0 0,0 8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101 156,'8'0,"0"0,0 0,0 0,0 0,-16 0,0 0,-8 0,8 0,-7 0,7 0,-8 0,8 0,1 0,-9 0,8 0,8 8,-8 8,0 15,8-23,0 16,0-9,0-7,-7 8,7-8,0 7,0-7,0 0,0 0,0 0,0-1,7 1,1-8,-8 8,8-8,-8 8,8-8,0 0,0 0,-1 0,1 0,0 0,0 0,0 0,0 0,-1 0,1 0,0 0,0 0,-8 8,8-8,0 0,-1 8,9-8,-8 0,0 0,0 0,-1 0,1 0,0 0,0 0,0 0,0 0,0 0,-8-8,7 8,-7-8,0 0,8 0,-8 0,8 1,-8-1,0-8,8-15,-8-24,8 31,-8 9,8-17,-8 9,0-16,0 15,0 16,0-7,0 7,0 0,0 0,0 0,0 0,0 1,0 14,0 1,0 8,0 0,0 7,0 16,0-15,0-1,0 9,-8-17,8 9,0-8,0-9,0 9,0-8,0 0,0 0,0-1,0 1,0 0,0 0,0 0,0 0,0-1,-8-7,8-7,0-9,0 8,0 0,0-7,0 7,0 0,0 0,0 0,0 0,8 1,0-1,-1 8,1 0,-8-8,8 8,0 0,0 0,0 0,-1 0,1 0,0 0,0 0,-16 0,0 0,0 0,1 0,-9 0,0 0,8 0,-7 0,7 0,0 0,-8 0,9 0,-1 0,0 0,8 8,0 0,0-1,0 1,0 0,8 0,-8 0,8 0,-8-1,0 1,0 0,0 0,0 0,0 0,0-1,0 1,0 0,0 0,0 0,0 0,0-1,0 1,0 0,0 0,0 0,0 0,0 0,7-8,1 0,0 0,-8-8,8 8,0 0,0 0,-1 0,-7-8,8 8,-8-8,8 8,0 0,0 0,7 0,-7 0,-8 8,8-8,0 8,0-8,0 0,-1 8,-7-1,8-7,-8 8,8 0,-8 0,0 8,0-9,0 9,0 0,-8-1,8-7,0 8,-8-8,8 0,-7 7,7 1,0-8,-8-8,0 8,0-1,0 1,-7 8,7-8,-8-8,0 8,9 0,-25 7,24-15,-7 0,7 0,0 0,0 0,0 0,0-8,1 8,7-7,-8-1,8 0,0 0,0 0,0 0,0 0,0 1,0-1,0-8,15 8,-7 0,8-15,0 15,-1 0,-7 8,-8-8,16 1,-8 7,0-8,-1 8,1 0,0 0,0 0,0 0,0 0,7 0,-7 0,0 0,0 0,0 0,-8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0,'126'0,"488"0,-508 0,42 126,-63 107,-64-42,-42 42,-21-64,42-169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994 0,'0'42,"0"106,0-63,0-22,0 1,-42 20,-22 1,-41-22,-149 1,63-64,43-42,0-22,106 43,84 21,85 0,381 106,42-43,-275-42,-127-21,-84 0,-64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84 0,'21'105,"85"530,-85-106,-21-253,0-86,0-126,0 41,0-20,0 0,0 21,21-43,-21-42,0 0,0-42,-42-42,-43-297,-20 106,84 148,21 21,0 64,21-21,0 42,0-21,0 21,0 0,22 0,20 0,-42 0,22 0,-22 0,21 0,0 0,-20-21,20 21,106-43,-127 43,22 0,-22 0,63-42,-20 42,-64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105 0,'85'0,"-22"0,86 0,-65 0,-41 0,20 0,-42 0,0 0,-21 42,0-21,-63 85,42-22,-64 65,22-44,-1 1,43-85,-85 149,21-43,22-43,63-62,0-1,-21 0,0 21,0-42,21-21,21-21,0-1,0-62,0 83,0-83,0 62,1 1,20-22,-42 22,42-21,-21 41,-21 1,0 0,22 21,-1-21,0 21,-21-21,21 21,0 0,22 21,-1 64,21-22,64 170,-84-85,-1-42,-21-64,0 22,1-64,-22 21,0 0,0-42,0 0,-22-22,-20-20,21 21,0-1,-22-84,43 85,-21 0,-21-64,42 42,-21 64,21-42,0 21,0 0,0 21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0,'42'0,"21"0,-42 0,64 21,-64-21,0 0,1 0,-1 0,0 0,-21 21,21-21,0 0,0 0,22 0,-22 0,0-21,0 21,-21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63 0,'0'42,"0"0,0 106,0-21,-21-63,0 84,21-63,-21 105,21 64,0-148,21 21,0-21,-21-43,0-20,0-1,0-21,0 0,0 0,0-21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0,'21'105,"0"1,21 85,-21-128,-21 1,0-22,0 21,0 1,0-22,0 22,0-1,0-20,0 20,0 1,0-22,0 21,0-20,0-22,0 21,0-21,0 1,0-1,0 0,0 0,0 0,0-21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311 0,'-89'155,"45"-110,21-45,1 0,0 0,-45 0,23-22,44 22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22 155,'-22'-44,"22"22,0-1,44 23,1-22,-1 22,1-22,44 0,-45 22,23 0,-22 0,-1 0,1 0,0 0,-23 0,0 22,-22 0,22 0,-22 23,23-23,-23 0,0 45,0-22,0-1,0 1,-23 0,23-23,-22 0,-22 0,44 1,-23-1,1 0,0-22,-1 0,1 0,0 0,0 0,-1 0,1 0,0 0,-1 0,23-22,-22 22,22-22,0-1,-22 23,0-44,22 22,0-1,0 1,0 0,0-1,0 1,0 0,0 0,0-23,22 45,45-89,-45 67,-22 22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0,'0'378,"0"-222,0 0,0-44,0-23,0-22,0-23,0 23,0-22,0-1,0-44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133 0,'45'0,"-45"22,22-22,-22 22,22-22,-22 22,0 1,-22-1,0 0,-23 23,23-23,-23 23,23-23,-22 22,44-21,0-1,0 23,0-23,0 0,0 0,22-22,0 0,-22 23,22-23,1 0,21 0,-22 0,23 0,-23 0,-22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0 222,'44'0,"1"-22,-23 22,22-22,23-1,0-21,0-23,-22 67,21-44,-43 44,-23 44,0-22,-45 45,45 0,-22 89,-67-22,44-23,1-89,44-22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0,'22'0,"22"0,-21 0,43 0,24 0,-68 0,22 22,-21 0,21-22,-44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0,'44'0,"23"0,0 0,-45 22,23 0,-1-22,-22 22,-22 23,0 22,-22-45,-22 0,-46 67,46-44,22-45,-1 0,1 0,22-45,0 23,0-45,45 23,-1-1,-22 45,1 0,21 0,-21 0,-1 0,22 0,-44 22,23 1,-23-23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2852 980,'22'22,"23"45,-1-22,-21-1,44 68,-45-45,0-23,23 68,-1-68,-21-22,-23 112,44-112,-22 1,-22-46,0-21,0-1,0 1,0-23,-22-22,-22-23,21 23,1 45,22-1,0 0,-22 1,-1 22,23-1,0 46,0 21,0 45,0 0,23-22,-23-22,0-1,0 1,0-90,0 1,0-1,0-44,-23-22,1-45,-22 22,21 23,-21-90,44 179,0 44,0 0,0 45,0-22,-23 22,23-45,0-44,0-1,0-21,0-23,-22 0,-67-334,89 312,0 67,0 44,0 89,0 112,0 0,0-45,0-66,0 44,0-90,0-21,-22-23,-1 1,23-46,0-44,0-44,0-45,0 45,0-112,23 156,-1 67,0 67,23 44,-23 45,-22 0,22-44,-22 66,-22-44,-22-68,-1-66,-22 23,45-23,22-23,0-43,-22-46,-45-88,44 21,1-110,22 177,45 23,22 67,-45 22,0 0,-22 22,22 23,-22 21,0 24,-66 155,-24-134,-43-22,-291 90,45-157,-200-22,267 0,89 0,201 0,22-22,22 22,134-23,-89 1,134-23,111-21,133 21,-400 45,-1 0,23 0,-44 0,-46 0,-21 0,-45 0,-90 45,23-23,112 0,-1-22,23 0,44 0,45-44,0-23,67-45,22 45,44-22,68 0,21 22,-21 45,-246 22,-67 22,1 23,-23-1,-89 23,-111 22,-201 45,312-112,111 23,23-45,89 0,-1-22,-21-23,-23 45,45-22,89-23,156-22,-267 67,-23 0,-44 0,-112 23,-111 21,-23-44,1 0,-201 0,267 0,179 0,0-22,22 0,89-1,45 1,44-22,89-1,447 0,-202 45,-111 0,-66 0,-179 23,-156-1,-67 0,-201 1,-66-23,-602 0,245-23,-267-66,713 89,223-22,44 22,111-22,113-1,110-44,134 1,-88 21,-46 45,-22 0,-22 0,-111 0,-246 0,-21 45,-202 21,1 1,-23 0,23-45,66 1,179-1,-1 0,46-22,66 0,45 0,66 0,45 0,90 0,43 0,-21 67,-112-45,-223 1,-22-1,-111 0,-223 23,-90-45,-133 0,-111 0,21 0,625 0,0 0,66 0,135-22,110-23,135-22,88-44,-88 66,-90 23,-111 22,-201-22,-111 22,-156 66,0 1,-67-44,-112 66,-289 67,490-89,45-45,245-22,67 0,22-45,178-155,134-1,-290 134,-133 45,-68 22,-43 45,-1-1,44-22,46-22,21-44,23-23,0 22,-22 23,-90 22,-22 45,-67-1,-44 23,22-45,89-22,67 23,-22-23,0 0,44 0,67-45,179-66,-112 66,89 1,-201 21,-88 23,-112 45,-134 22,-22-45,45 45,88-45,112 23,45-45,44 0,23-45,-23 23,67 0,90-23,-90 45,-67 22,0 1,23-1,-45 0,0 0,45 45,-45-44,-23-1,1-22,44 0,-22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 8,'9'0,"-9"18,0 0,0-1,0 10,0-18,-9 17,0-8,-8 26,17-18,0-8,0-9,0-1,0-16,0-10,0 0,8-26,10 0,-9 9,0 0,-1 17,1 9,-9 0,9 9,-9-8,9 8,0 0,8 0,-17 8,18 10,-9 8,-9 1,9-1,-9 27,0-17,-27-28,27 1,0 9,0-9,0-18,0 0,0-35,0 17,18 1,-1 0,-8 17,0 0,0 9,9 0,-10 0,1 0,0 0,0 0,0 18,8 8,-8 18,-9-26,0-9,9-1,-9 10,0-9,0 0,-9-9,9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0 185,'0'-9,"8"9,1 0,0 0,9 0,-1 0,-8 0,9-9,-1 0,19-8,-28 17,10-9,0 0,-1 0,-17 0,0 1,0-1,0 0,0 0,-8 0,-10-8,-9-10,27 18,-8 9,-1-8,0 8,0 0,0 0,1 0,-1 0,-9 8,0 10,18 0,-8-1,8 1,0 0,0 8,0-17,0 17,8-8,1-9,0 17,18 1,-27-19,8-8,1 9,0 0,0-9,0 0,-1 0,10 0,-9 9,0 0,0-9,-1 9,-8-1,27-8,-27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0,'0'61,"0"-17,0 0,0 1,0-19,0-8,0-1,0-8,0 0,0 0,0-36,26 1,-17-1,0 1,-9 8,17-8,-17 17,9-9,0 18,0 0,-9-8,9-1,-1 9,1 0,9 0,-9 26,-1 1,19 8,-18 0,-9-8,0-10,0 10,0-10,0-8,0 9,-9-1,9-34,0 17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0,'8'8,"-8"19,9-10,0 10,9-1,-18 1,8-1,-8 1,9-10,-9 1,27 0,-27-1,17-8,-8 0,-9 0,18-9,-9-9,-1-9,19 9,-9-17,-1 17,1-17,-9 8,-1 0,1 1,0-27,0 17,-9 10,9 8,-9 0,9 18,-9 8,0 1,0-9,0 26,8 9,19 36,-10 43,-17-88,0 9,9-35,-9 0,0-9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0,'0'8,"0"1,0-9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440 0,'-8'0,"-1"0,-9 0,9 0,1 0,-10 0,0 0,-8 0,8 0,1 0,-10 0,-43 8,34 1,1 0,9 9,-1-1,1 1,-18 26,44-35,26 0,-8 8,-10-8,19 0,-9 9,-1-18,-8 8,9-8,-1 9,10-9,-10 0,-8 0,9 0,-1 0,1 9,9-9,-10 0,1 0,-1-9,-8 9,-9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158 52,'9'45,"0"-28,-9 1,0-1,-18-8,-17 27,9-19,17-8,0-9,0 0,0 0,-52-106,61 62,0 18,17 17,1-18,-1 19,1 8,-9 0,9 0,8 0,-8 0,-1 0,-8 0,0 8,-9 1,9 0,-9-9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0,'8'0,"1"0,9 0,-1 0,1 0,9 0,-10 0,10 0,-10 0,-8 0,-9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 0,'0'17,"-18"18,1 18,17-35,0 17,0 1,0-19,0 10,0-10,17 10,1-18,-9 8,35 18,-35-26,17 9,-8-18,-10 0,1 9,0-9,-9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26 132,'26'0,"-8"0,9-18,-10 18,-8 0,17 0,1-9,-1-8,-17 17,0 0,-9-9,0 0,0-9,0 10,0-1,-18 0,1 0,8 0,-18 1,19 8,-10 0,-8 0,17 8,0-8,-9 9,9 9,-8-1,8 1,-17 35,26-35,0-10,0 19,8-1,10-17,-9 9,8-9,1-1,-9 1,0-9,0 0,-1 0,-8 9,9-9,0 0,0 0,8-18,-17 18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52 0,'0'8,"0"19,0-10,0 28,0 7,-8-7,-19 7,18-16,1 8,8-27,0-8,0-26,0-1,0-8,17-27,10 9,-10-9,1 17,8-8,27 18,-35 17,-9 9,0 9,8 8,-17 1,9 17,-9 9,0 1,9 7,-9-7,0-28,9 1,-9-9,0-1,0 1,-9 0,0-9,9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8,'8'0,"1"0,0-8,35 8,-17 0,-1 0,9 0,9 0,0 0,-8 0,-19 0,1 0,8 0,-17 0,0 0,-9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 0,'0'17,"0"-8,0 26,-9 9,-8 0,17 9,0-9,0 1,0-10,0-9,0 1,0-10,0 1,8 8,-8 1,18-1,8 1,-8-10,0 10,-9-27,-9 9,8-9,1 0,0 0,9 0,8 0,1-9,-19 0,10 0,-9 9,-9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264 35,'-9'-9,"-17"9,17-9,-9 0,1 9,8 0,-9 0,1-8,8 8,0 0,0 0,-35 0,26 8,1-8,-10 9,19-9,8 9,0 0,8 8,1-8,9 9,-18 8,17-8,-8 0,9-1,0 19,-10-28,-8 10,9 0,9-10,-18 1,9 0,-1 0,10 0,-9-9,0 9,-9-1,9-8,-1 9,1-9,-9 18,27-9,-19 8,1-8,0 18,0-27,-9 8,9 1,-9 0,-9 0,9 0,-18-9,1 8,-1 10,-8-9,-1 0,1-9,-1 0,18 0,1 0,-1 0,0 0,0 0,0 0,9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88 0,'-9'8,"0"10,9 0,0 8,0-17,0 9,-9 8,0-8,9-1,-8 10,-1-10,-9 10,9 17,1-35,8 8,0-8,17-18,-8-8,9-1,-18-8,26-1,-17 10,-9 8,9-9,0 9,-1 9,1 0,0 0,-9 9,0 0,9 9,-9-10,0 1,-9 18,-9-1,18 1,0-10,0 10,-17-1,8 1,0-27,0 8,9-8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97,'88'-27,"-71"18,-8 9,0-9,0 9,-9-8,9 8,-9-9,0 0,0 0,0 0,0 1,-9 8,0 0,0 0,0 0,1 0,8 8,0 1,-9 0,0 0,9 0,-9-1,9 1,-9 0,0 26,9-26,9-9,-9 9,9-9,-9 9,18-9,-18 9,9-9,8 0,-8 0,0 0,0 0,-1 0,1 0,-9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105 70,'0'-9,"0"0,-8 9,-1-8,0-1,0 9,0 0,0 0,1 0,-1 0,0 0,0 9,9-1,-9 1,9 0,-8 0,8 0,0 8,0-8,0 0,0 0,8-9,10 0,-9 0,8-9,-8 0,9-8,0 8,-1-9,1 0,-1 1,-8 17,-9-18,18 1,-9 17,0 0,-18 0,9 17,0-8,0 17,-18 1,18-18,0 17,0-17,0 0,0 0,0-1,0-8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185 0,'0'17,"0"-8,0 26,0 1,0 8,-18-27,18-8,-9 18,0-1,9-8,0-10,0-16,0-1,0-9,-8 1,8 8,0-9,-9 0,0 18,0-8,9-10,-9 18,1-9,-1 0,0 9,0 0,0 0,0 9,1 0,-10-9,18 9,-18 8,10 1,8 0,0-1,0-8,0 0,0 9,8-10,1-8,-9 9,18 0,-9-9,-1 9,1 0,0 0,0-9,0 0,0 0,-1 0,-16 0,8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0 123,'8'0,"1"0,0 0,9 0,-1-9,27 0,-35 1,18 8,-10-9,-17 0,9 0,0 0,0 0,0 9,-1-8,-8-1,0 0,0 0,-8 0,-1 9,-9-8,-8 8,17 0,0 0,0 0,0 0,-8 0,-1 0,9 17,-8-17,8 18,0 8,9-17,0 18,0-10,0-8,18 9,-18-1,17-8,1 18,-9-19,0-8,-1 9,1 0,18 0,-19-9,10 0,-9 9,9-1,-10-8,1 0,0 0,0-8,-9 8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 0,'0'17,"0"10,0-10,0 1,0 8,0-17,0 18,0-1,0-8,0-1,0 1,-8-9,8 8,0-8,0 0,0 0,0 0,0-27,0 0,8-8,10 0,-9-1,-9 9,26-26,-17 27,0 17,0-18,0 9,-1 9,1 0,0 0,0 0,0 0,-1 0,-8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 0,'-8'0,"8"0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5.xml"></Relationship></Relationships>
</file>

<file path=ppt/notesSlides/_rels/notesSlide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6.xml"></Relationship></Relationships>
</file>

<file path=ppt/notesSlides/_rels/notesSlide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7.xml"></Relationship></Relationships>
</file>

<file path=ppt/notesSlides/_rels/notesSlide8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8.xml"></Relationship></Relationships>
</file>

<file path=ppt/notesSlides/_rels/notesSlide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9.xml"></Relationship></Relationships>
</file>

<file path=ppt/notesSlides/_rels/notesSlide1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0.xml"></Relationship></Relationships>
</file>

<file path=ppt/notesSlides/_rels/notesSlide1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1.xml"></Relationship></Relationships>
</file>

<file path=ppt/notesSlides/_rels/notesSlide1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4.xml"></Relationship></Relationships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_rels/notesSlide1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6.xml"></Relationship></Relationships>
</file>

<file path=ppt/notesSlides/_rels/notesSlide1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9.xml"></Relationship></Relationships>
</file>

<file path=ppt/notesSlides/_rels/notesSlide2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0.xml"></Relationship></Relationships>
</file>

<file path=ppt/notesSlides/_rels/notesSlide2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1.xml"></Relationship></Relationships>
</file>

<file path=ppt/notesSlides/_rels/notesSlide2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2.xml"></Relationship></Relationships>
</file>

<file path=ppt/notesSlides/_rels/notesSlide2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3.xml"></Relationship></Relationships>
</file>

<file path=ppt/notesSlides/_rels/notesSlide2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6.xml"></Relationship></Relationships>
</file>

<file path=ppt/notesSlides/_rels/notesSlide3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6.xml"></Relationship></Relationships>
</file>

<file path=ppt/notesSlides/_rels/notesSlide3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7.xml"></Relationship></Relationships>
</file>

<file path=ppt/notesSlides/_rels/notesSlide3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9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>
          <a:extLst>
            <a:ext uri="{FF2B5EF4-FFF2-40B4-BE49-F238E27FC236}">
              <a16:creationId xmlns:a16="http://schemas.microsoft.com/office/drawing/2014/main" id="{9422C0D5-09EE-E21C-04FE-E891E2E2F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>
            <a:extLst>
              <a:ext uri="{FF2B5EF4-FFF2-40B4-BE49-F238E27FC236}">
                <a16:creationId xmlns:a16="http://schemas.microsoft.com/office/drawing/2014/main" id="{70DEF9D7-1E9B-B5E1-CBD9-B521D9AC8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>
            <a:extLst>
              <a:ext uri="{FF2B5EF4-FFF2-40B4-BE49-F238E27FC236}">
                <a16:creationId xmlns:a16="http://schemas.microsoft.com/office/drawing/2014/main" id="{BA78891B-5572-7188-C64B-F96EFD8E2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158016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22DC66EE-695B-E3F7-F19B-B5DE0B9EF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3:notes">
            <a:extLst>
              <a:ext uri="{FF2B5EF4-FFF2-40B4-BE49-F238E27FC236}">
                <a16:creationId xmlns:a16="http://schemas.microsoft.com/office/drawing/2014/main" id="{48A8AD7A-5C8C-5C6D-6ECB-5B5128A27A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3:notes">
            <a:extLst>
              <a:ext uri="{FF2B5EF4-FFF2-40B4-BE49-F238E27FC236}">
                <a16:creationId xmlns:a16="http://schemas.microsoft.com/office/drawing/2014/main" id="{9A002382-548A-C2A6-E796-9683390F0B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0251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0"/>
          <p:cNvSpPr txBox="1">
            <a:spLocks noGrp="1"/>
          </p:cNvSpPr>
          <p:nvPr>
            <p:ph type="ctrTitle"/>
          </p:nvPr>
        </p:nvSpPr>
        <p:spPr>
          <a:xfrm>
            <a:off x="1524000" y="1676400"/>
            <a:ext cx="9347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0"/>
          <p:cNvSpPr txBox="1">
            <a:spLocks noGrp="1"/>
          </p:cNvSpPr>
          <p:nvPr>
            <p:ph type="subTitle" idx="1"/>
          </p:nvPr>
        </p:nvSpPr>
        <p:spPr>
          <a:xfrm>
            <a:off x="1016000" y="4343400"/>
            <a:ext cx="102616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  <a:defRPr sz="2000" b="1"/>
            </a:lvl1pPr>
            <a:lvl2pPr lvl="1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2pPr>
            <a:lvl3pPr lvl="2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620"/>
              <a:buChar char="–"/>
              <a:defRPr/>
            </a:lvl3pPr>
            <a:lvl4pPr lvl="3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4pPr>
            <a:lvl5pPr lvl="4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5pPr>
            <a:lvl6pPr lvl="5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6pPr>
            <a:lvl7pPr lvl="6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7pPr>
            <a:lvl8pPr lvl="7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8pPr>
            <a:lvl9pPr lvl="8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9pPr>
          </a:lstStyle>
          <a:p>
            <a:endParaRPr/>
          </a:p>
        </p:txBody>
      </p:sp>
      <p:grpSp>
        <p:nvGrpSpPr>
          <p:cNvPr id="19" name="Google Shape;19;p30"/>
          <p:cNvGrpSpPr/>
          <p:nvPr/>
        </p:nvGrpSpPr>
        <p:grpSpPr>
          <a:xfrm rot="10800000" flipH="1">
            <a:off x="8164" y="1383031"/>
            <a:ext cx="12192000" cy="45719"/>
            <a:chOff x="0" y="426"/>
            <a:chExt cx="5760" cy="367"/>
          </a:xfrm>
        </p:grpSpPr>
        <p:sp>
          <p:nvSpPr>
            <p:cNvPr id="20" name="Google Shape;20;p30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21" name="Google Shape;21;p30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1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1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1pPr>
            <a:lvl2pPr marL="914400" lvl="1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2pPr>
            <a:lvl3pPr marL="1371600" lvl="2" indent="-331469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4pPr>
            <a:lvl5pPr marL="2286000" lvl="4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5pPr>
            <a:lvl6pPr marL="2743200" lvl="5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6pPr>
            <a:lvl7pPr marL="3200400" lvl="6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7pPr>
            <a:lvl8pPr marL="3657600" lvl="7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8pPr>
            <a:lvl9pPr marL="4114800" lvl="8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9pPr>
          </a:lstStyle>
          <a:p>
            <a:endParaRPr/>
          </a:p>
        </p:txBody>
      </p:sp>
      <p:sp>
        <p:nvSpPr>
          <p:cNvPr id="25" name="Google Shape;25;p31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31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차트" type="chart">
  <p:cSld name="CHAR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2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2"/>
          <p:cNvSpPr>
            <a:spLocks noGrp="1"/>
          </p:cNvSpPr>
          <p:nvPr>
            <p:ph type="chart" idx="2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Clr>
                <a:srgbClr val="40458C"/>
              </a:buClr>
              <a:buSzPts val="2200"/>
              <a:buFont typeface="Noto Sans Symbols"/>
              <a:buChar char="■"/>
              <a:defRPr sz="22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Times New Roman"/>
              <a:buChar char="–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30" name="Google Shape;30;p32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" name="Google Shape;31;p32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29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683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Clr>
                <a:srgbClr val="40458C"/>
              </a:buClr>
              <a:buSzPts val="2200"/>
              <a:buFont typeface="Noto Sans Symbols"/>
              <a:buChar char="■"/>
              <a:defRPr sz="22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914400" marR="0" lvl="1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Times New Roman"/>
              <a:buChar char="–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1828800" marR="0" lvl="3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2286000" marR="0" lvl="4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2743200" marR="0" lvl="5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3200400" marR="0" lvl="6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3657600" marR="0" lvl="7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4114800" marR="0" lvl="8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8" name="Google Shape;8;p29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grpSp>
        <p:nvGrpSpPr>
          <p:cNvPr id="9" name="Google Shape;9;p29"/>
          <p:cNvGrpSpPr/>
          <p:nvPr/>
        </p:nvGrpSpPr>
        <p:grpSpPr>
          <a:xfrm rot="10800000" flipH="1">
            <a:off x="8164" y="999307"/>
            <a:ext cx="12192000" cy="45719"/>
            <a:chOff x="0" y="426"/>
            <a:chExt cx="5760" cy="367"/>
          </a:xfrm>
        </p:grpSpPr>
        <p:sp>
          <p:nvSpPr>
            <p:cNvPr id="10" name="Google Shape;10;p29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11" name="Google Shape;11;p29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  <p:sp>
        <p:nvSpPr>
          <p:cNvPr id="12" name="Google Shape;12;p29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grpSp>
        <p:nvGrpSpPr>
          <p:cNvPr id="13" name="Google Shape;13;p29"/>
          <p:cNvGrpSpPr/>
          <p:nvPr/>
        </p:nvGrpSpPr>
        <p:grpSpPr>
          <a:xfrm rot="10800000" flipH="1">
            <a:off x="5444" y="6254388"/>
            <a:ext cx="12192000" cy="45719"/>
            <a:chOff x="0" y="426"/>
            <a:chExt cx="5760" cy="367"/>
          </a:xfrm>
        </p:grpSpPr>
        <p:sp>
          <p:nvSpPr>
            <p:cNvPr id="14" name="Google Shape;14;p29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15" name="Google Shape;15;p29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customXml" Target="../ink/ink1.xml"></Relationship><Relationship Id="rId4" Type="http://schemas.openxmlformats.org/officeDocument/2006/relationships/image" Target="../media/fImage215636841.emf"></Relationship><Relationship Id="rId5" Type="http://schemas.openxmlformats.org/officeDocument/2006/relationships/customXml" Target="../ink/ink2.xml"></Relationship><Relationship Id="rId6" Type="http://schemas.openxmlformats.org/officeDocument/2006/relationships/image" Target="../media/fImage17163698467.emf"></Relationship><Relationship Id="rId7" Type="http://schemas.openxmlformats.org/officeDocument/2006/relationships/customXml" Target="../ink/ink3.xml"></Relationship><Relationship Id="rId8" Type="http://schemas.openxmlformats.org/officeDocument/2006/relationships/image" Target="../media/fImage23563706334.emf"></Relationship><Relationship Id="rId9" Type="http://schemas.openxmlformats.org/officeDocument/2006/relationships/customXml" Target="../ink/ink4.xml"></Relationship><Relationship Id="rId10" Type="http://schemas.openxmlformats.org/officeDocument/2006/relationships/image" Target="../media/fImage9563716500.emf"></Relationship><Relationship Id="rId11" Type="http://schemas.openxmlformats.org/officeDocument/2006/relationships/customXml" Target="../ink/ink5.xml"></Relationship><Relationship Id="rId12" Type="http://schemas.openxmlformats.org/officeDocument/2006/relationships/image" Target="../media/fImage39963729169.emf"></Relationship><Relationship Id="rId13" Type="http://schemas.openxmlformats.org/officeDocument/2006/relationships/customXml" Target="../ink/ink6.xml"></Relationship><Relationship Id="rId14" Type="http://schemas.openxmlformats.org/officeDocument/2006/relationships/image" Target="../media/fImage17563735724.emf"></Relationship><Relationship Id="rId15" Type="http://schemas.openxmlformats.org/officeDocument/2006/relationships/customXml" Target="../ink/ink7.xml"></Relationship><Relationship Id="rId16" Type="http://schemas.openxmlformats.org/officeDocument/2006/relationships/image" Target="../media/fImage7563741478.emf"></Relationship><Relationship Id="rId17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notesSlide" Target="../notesSlides/notesSlide2.xml"></Relationship><Relationship Id="rId3" Type="http://schemas.openxmlformats.org/officeDocument/2006/relationships/customXml" Target="../ink/ink8.xml"></Relationship><Relationship Id="rId4" Type="http://schemas.openxmlformats.org/officeDocument/2006/relationships/image" Target="../media/fImage551633041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customXml" Target="../ink/ink9.xml"></Relationship><Relationship Id="rId2" Type="http://schemas.openxmlformats.org/officeDocument/2006/relationships/image" Target="../media/fImage36363338467.emf"></Relationship><Relationship Id="rId3" Type="http://schemas.openxmlformats.org/officeDocument/2006/relationships/slideLayout" Target="../slideLayouts/slideLayout2.xml"></Relationship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
<Relationships xmlns="http://schemas.openxmlformats.org/package/2006/relationships"><Relationship Id="rId2" Type="http://schemas.openxmlformats.org/officeDocument/2006/relationships/notesSlide" Target="../notesSlides/notesSlide5.xml"></Relationship><Relationship Id="rId3" Type="http://schemas.openxmlformats.org/officeDocument/2006/relationships/slideLayout" Target="../slideLayouts/slideLayout2.xml"></Relationship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notesSlide" Target="../notesSlides/notesSlide6.xml"></Relationship><Relationship Id="rId3" Type="http://schemas.openxmlformats.org/officeDocument/2006/relationships/slideLayout" Target="../slideLayouts/slideLayout2.xml"></Relationship></Relationships>
</file>

<file path=ppt/slides/_rels/slide7.xml.rels><?xml version="1.0" encoding="UTF-8"?>
<Relationships xmlns="http://schemas.openxmlformats.org/package/2006/relationships"><Relationship Id="rId2" Type="http://schemas.openxmlformats.org/officeDocument/2006/relationships/notesSlide" Target="../notesSlides/notesSlide7.xml"></Relationship><Relationship Id="rId15" Type="http://schemas.openxmlformats.org/officeDocument/2006/relationships/customXml" Target="../ink/ink10.xml"></Relationship><Relationship Id="rId16" Type="http://schemas.openxmlformats.org/officeDocument/2006/relationships/image" Target="../media/fImage444999358.emf"></Relationship><Relationship Id="rId17" Type="http://schemas.openxmlformats.org/officeDocument/2006/relationships/customXml" Target="../ink/ink11.xml"></Relationship><Relationship Id="rId18" Type="http://schemas.openxmlformats.org/officeDocument/2006/relationships/image" Target="../media/fImage34361006962.emf"></Relationship><Relationship Id="rId19" Type="http://schemas.openxmlformats.org/officeDocument/2006/relationships/customXml" Target="../ink/ink12.xml"></Relationship><Relationship Id="rId20" Type="http://schemas.openxmlformats.org/officeDocument/2006/relationships/image" Target="../media/fImage42361064464.emf"></Relationship><Relationship Id="rId21" Type="http://schemas.openxmlformats.org/officeDocument/2006/relationships/customXml" Target="../ink/ink13.xml"></Relationship><Relationship Id="rId22" Type="http://schemas.openxmlformats.org/officeDocument/2006/relationships/image" Target="../media/fImage29561075705.emf"></Relationship><Relationship Id="rId23" Type="http://schemas.openxmlformats.org/officeDocument/2006/relationships/customXml" Target="../ink/ink14.xml"></Relationship><Relationship Id="rId24" Type="http://schemas.openxmlformats.org/officeDocument/2006/relationships/image" Target="../media/fImage53161088145.emf"></Relationship><Relationship Id="rId25" Type="http://schemas.openxmlformats.org/officeDocument/2006/relationships/customXml" Target="../ink/ink15.xml"></Relationship><Relationship Id="rId26" Type="http://schemas.openxmlformats.org/officeDocument/2006/relationships/image" Target="../media/fImage13561093281.emf"></Relationship><Relationship Id="rId27" Type="http://schemas.openxmlformats.org/officeDocument/2006/relationships/customXml" Target="../ink/ink16.xml"></Relationship><Relationship Id="rId28" Type="http://schemas.openxmlformats.org/officeDocument/2006/relationships/image" Target="../media/fImage111163566827.emf"></Relationship><Relationship Id="rId29" Type="http://schemas.openxmlformats.org/officeDocument/2006/relationships/customXml" Target="../ink/ink17.xml"></Relationship><Relationship Id="rId30" Type="http://schemas.openxmlformats.org/officeDocument/2006/relationships/image" Target="../media/fImage75963579961.emf"></Relationship><Relationship Id="rId31" Type="http://schemas.openxmlformats.org/officeDocument/2006/relationships/customXml" Target="../ink/ink18.xml"></Relationship><Relationship Id="rId32" Type="http://schemas.openxmlformats.org/officeDocument/2006/relationships/image" Target="../media/fImage5636358491.emf"></Relationship><Relationship Id="rId33" Type="http://schemas.openxmlformats.org/officeDocument/2006/relationships/slideLayout" Target="../slideLayouts/slideLayout2.xml"></Relationship></Relationships>
</file>

<file path=ppt/slides/_rels/slide8.xml.rels><?xml version="1.0" encoding="UTF-8"?>
<Relationships xmlns="http://schemas.openxmlformats.org/package/2006/relationships"><Relationship Id="rId2" Type="http://schemas.openxmlformats.org/officeDocument/2006/relationships/notesSlide" Target="../notesSlides/notesSlide8.xml"></Relationship><Relationship Id="rId11" Type="http://schemas.openxmlformats.org/officeDocument/2006/relationships/customXml" Target="../ink/ink19.xml"></Relationship><Relationship Id="rId12" Type="http://schemas.openxmlformats.org/officeDocument/2006/relationships/image" Target="../media/fImage16361182995.emf"></Relationship><Relationship Id="rId13" Type="http://schemas.openxmlformats.org/officeDocument/2006/relationships/customXml" Target="../ink/ink20.xml"></Relationship><Relationship Id="rId14" Type="http://schemas.openxmlformats.org/officeDocument/2006/relationships/image" Target="../media/fImage14361191942.emf"></Relationship><Relationship Id="rId15" Type="http://schemas.openxmlformats.org/officeDocument/2006/relationships/customXml" Target="../ink/ink21.xml"></Relationship><Relationship Id="rId16" Type="http://schemas.openxmlformats.org/officeDocument/2006/relationships/image" Target="../media/fImage20761204827.emf"></Relationship><Relationship Id="rId17" Type="http://schemas.openxmlformats.org/officeDocument/2006/relationships/customXml" Target="../ink/ink22.xml"></Relationship><Relationship Id="rId18" Type="http://schemas.openxmlformats.org/officeDocument/2006/relationships/image" Target="../media/fImage99161215436.emf"></Relationship><Relationship Id="rId19" Type="http://schemas.openxmlformats.org/officeDocument/2006/relationships/customXml" Target="../ink/ink23.xml"></Relationship><Relationship Id="rId20" Type="http://schemas.openxmlformats.org/officeDocument/2006/relationships/image" Target="../media/fImage51163592391.emf"></Relationship><Relationship Id="rId21" Type="http://schemas.openxmlformats.org/officeDocument/2006/relationships/customXml" Target="../ink/ink24.xml"></Relationship><Relationship Id="rId22" Type="http://schemas.openxmlformats.org/officeDocument/2006/relationships/image" Target="../media/fImage56763614604.emf"></Relationship><Relationship Id="rId23" Type="http://schemas.openxmlformats.org/officeDocument/2006/relationships/slideLayout" Target="../slideLayouts/slideLayout2.xml"></Relationship></Relationships>
</file>

<file path=ppt/slides/_rels/slide9.xml.rels><?xml version="1.0" encoding="UTF-8"?>
<Relationships xmlns="http://schemas.openxmlformats.org/package/2006/relationships"><Relationship Id="rId2" Type="http://schemas.openxmlformats.org/officeDocument/2006/relationships/notesSlide" Target="../notesSlides/notesSlide9.xml"></Relationship><Relationship Id="rId3" Type="http://schemas.openxmlformats.org/officeDocument/2006/relationships/slideLayout" Target="../slideLayouts/slideLayout2.xml"></Relationship></Relationships>
</file>

<file path=ppt/slides/_rels/slide10.xml.rels><?xml version="1.0" encoding="UTF-8"?>
<Relationships xmlns="http://schemas.openxmlformats.org/package/2006/relationships"><Relationship Id="rId2" Type="http://schemas.openxmlformats.org/officeDocument/2006/relationships/notesSlide" Target="../notesSlides/notesSlide10.xml"></Relationship><Relationship Id="rId3" Type="http://schemas.openxmlformats.org/officeDocument/2006/relationships/customXml" Target="../ink/ink25.xml"></Relationship><Relationship Id="rId4" Type="http://schemas.openxmlformats.org/officeDocument/2006/relationships/image" Target="../media/fImage19963623902.emf"></Relationship><Relationship Id="rId5" Type="http://schemas.openxmlformats.org/officeDocument/2006/relationships/customXml" Target="../ink/ink26.xml"></Relationship><Relationship Id="rId6" Type="http://schemas.openxmlformats.org/officeDocument/2006/relationships/image" Target="../media/fImage4476363153.emf"></Relationship><Relationship Id="rId7" Type="http://schemas.openxmlformats.org/officeDocument/2006/relationships/slideLayout" Target="../slideLayouts/slideLayout2.xml"></Relationship></Relationships>
</file>

<file path=ppt/slides/_rels/slide11.xml.rels><?xml version="1.0" encoding="UTF-8"?>
<Relationships xmlns="http://schemas.openxmlformats.org/package/2006/relationships"><Relationship Id="rId2" Type="http://schemas.openxmlformats.org/officeDocument/2006/relationships/notesSlide" Target="../notesSlides/notesSlide11.xml"></Relationship><Relationship Id="rId3" Type="http://schemas.openxmlformats.org/officeDocument/2006/relationships/slideLayout" Target="../slideLayouts/slideLayout2.xml"></Relationship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14.xml.rels><?xml version="1.0" encoding="UTF-8"?>
<Relationships xmlns="http://schemas.openxmlformats.org/package/2006/relationships"><Relationship Id="rId2" Type="http://schemas.openxmlformats.org/officeDocument/2006/relationships/notesSlide" Target="../notesSlides/notesSlide14.xml"></Relationship><Relationship Id="rId3" Type="http://schemas.openxmlformats.org/officeDocument/2006/relationships/slideLayout" Target="../slideLayouts/slideLayout2.xml"></Relationship></Relationships>
</file>

<file path=ppt/slides/_rels/slide15.xml.rels><?xml version="1.0" encoding="UTF-8"?>
<Relationships xmlns="http://schemas.openxmlformats.org/package/2006/relationships"><Relationship Id="rId2" Type="http://schemas.openxmlformats.org/officeDocument/2006/relationships/notesSlide" Target="../notesSlides/notesSlide15.xml"></Relationship><Relationship Id="rId1" Type="http://schemas.openxmlformats.org/officeDocument/2006/relationships/slideLayout" Target="../slideLayouts/slideLayout2.xml"></Relationship></Relationships>
</file>

<file path=ppt/slides/_rels/slide16.xml.rels><?xml version="1.0" encoding="UTF-8"?>
<Relationships xmlns="http://schemas.openxmlformats.org/package/2006/relationships"><Relationship Id="rId2" Type="http://schemas.openxmlformats.org/officeDocument/2006/relationships/notesSlide" Target="../notesSlides/notesSlide16.xml"></Relationship><Relationship Id="rId1" Type="http://schemas.openxmlformats.org/officeDocument/2006/relationships/slideLayout" Target="../slideLayouts/slideLayout2.xml"></Relationship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?>
<Relationships xmlns="http://schemas.openxmlformats.org/package/2006/relationships"><Relationship Id="rId2" Type="http://schemas.openxmlformats.org/officeDocument/2006/relationships/notesSlide" Target="../notesSlides/notesSlide19.xml"></Relationship><Relationship Id="rId1" Type="http://schemas.openxmlformats.org/officeDocument/2006/relationships/slideLayout" Target="../slideLayouts/slideLayout2.xml"></Relationship></Relationships>
</file>

<file path=ppt/slides/_rels/slide20.xml.rels><?xml version="1.0" encoding="UTF-8"?>
<Relationships xmlns="http://schemas.openxmlformats.org/package/2006/relationships"><Relationship Id="rId2" Type="http://schemas.openxmlformats.org/officeDocument/2006/relationships/notesSlide" Target="../notesSlides/notesSlide20.xml"></Relationship><Relationship Id="rId3" Type="http://schemas.openxmlformats.org/officeDocument/2006/relationships/slideLayout" Target="../slideLayouts/slideLayout2.xml"></Relationship></Relationships>
</file>

<file path=ppt/slides/_rels/slide21.xml.rels><?xml version="1.0" encoding="UTF-8"?>
<Relationships xmlns="http://schemas.openxmlformats.org/package/2006/relationships"><Relationship Id="rId2" Type="http://schemas.openxmlformats.org/officeDocument/2006/relationships/notesSlide" Target="../notesSlides/notesSlide21.xml"></Relationship><Relationship Id="rId1" Type="http://schemas.openxmlformats.org/officeDocument/2006/relationships/slideLayout" Target="../slideLayouts/slideLayout2.xml"></Relationship></Relationships>
</file>

<file path=ppt/slides/_rels/slide22.xml.rels><?xml version="1.0" encoding="UTF-8"?>
<Relationships xmlns="http://schemas.openxmlformats.org/package/2006/relationships"><Relationship Id="rId2" Type="http://schemas.openxmlformats.org/officeDocument/2006/relationships/notesSlide" Target="../notesSlides/notesSlide22.xml"></Relationship><Relationship Id="rId15" Type="http://schemas.openxmlformats.org/officeDocument/2006/relationships/customXml" Target="../ink/ink27.xml"></Relationship><Relationship Id="rId16" Type="http://schemas.openxmlformats.org/officeDocument/2006/relationships/image" Target="../media/fImage303626641.emf"></Relationship><Relationship Id="rId17" Type="http://schemas.openxmlformats.org/officeDocument/2006/relationships/customXml" Target="../ink/ink28.xml"></Relationship><Relationship Id="rId18" Type="http://schemas.openxmlformats.org/officeDocument/2006/relationships/image" Target="../media/fImage44762678467.emf"></Relationship><Relationship Id="rId19" Type="http://schemas.openxmlformats.org/officeDocument/2006/relationships/customXml" Target="../ink/ink29.xml"></Relationship><Relationship Id="rId20" Type="http://schemas.openxmlformats.org/officeDocument/2006/relationships/image" Target="../media/fImage35162686334.emf"></Relationship><Relationship Id="rId21" Type="http://schemas.openxmlformats.org/officeDocument/2006/relationships/customXml" Target="../ink/ink30.xml"></Relationship><Relationship Id="rId22" Type="http://schemas.openxmlformats.org/officeDocument/2006/relationships/image" Target="../media/fImage14363916500.emf"></Relationship><Relationship Id="rId23" Type="http://schemas.openxmlformats.org/officeDocument/2006/relationships/customXml" Target="../ink/ink31.xml"></Relationship><Relationship Id="rId24" Type="http://schemas.openxmlformats.org/officeDocument/2006/relationships/image" Target="../media/fImage20363929169.emf"></Relationship><Relationship Id="rId25" Type="http://schemas.openxmlformats.org/officeDocument/2006/relationships/slideLayout" Target="../slideLayouts/slideLayout2.xml"></Relationship></Relationships>
</file>

<file path=ppt/slides/_rels/slide23.xml.rels><?xml version="1.0" encoding="UTF-8"?>
<Relationships xmlns="http://schemas.openxmlformats.org/package/2006/relationships"><Relationship Id="rId2" Type="http://schemas.openxmlformats.org/officeDocument/2006/relationships/notesSlide" Target="../notesSlides/notesSlide23.xml"></Relationship><Relationship Id="rId3" Type="http://schemas.openxmlformats.org/officeDocument/2006/relationships/customXml" Target="../ink/ink32.xml"></Relationship><Relationship Id="rId4" Type="http://schemas.openxmlformats.org/officeDocument/2006/relationships/image" Target="../media/fImage50363836500.emf"></Relationship><Relationship Id="rId5" Type="http://schemas.openxmlformats.org/officeDocument/2006/relationships/customXml" Target="../ink/ink33.xml"></Relationship><Relationship Id="rId6" Type="http://schemas.openxmlformats.org/officeDocument/2006/relationships/image" Target="../media/fImage35163849169.emf"></Relationship><Relationship Id="rId7" Type="http://schemas.openxmlformats.org/officeDocument/2006/relationships/customXml" Target="../ink/ink34.xml"></Relationship><Relationship Id="rId8" Type="http://schemas.openxmlformats.org/officeDocument/2006/relationships/image" Target="../media/fImage16763855724.emf"></Relationship><Relationship Id="rId9" Type="http://schemas.openxmlformats.org/officeDocument/2006/relationships/customXml" Target="../ink/ink35.xml"></Relationship><Relationship Id="rId10" Type="http://schemas.openxmlformats.org/officeDocument/2006/relationships/image" Target="../media/fImage9963861478.emf"></Relationship><Relationship Id="rId11" Type="http://schemas.openxmlformats.org/officeDocument/2006/relationships/customXml" Target="../ink/ink36.xml"></Relationship><Relationship Id="rId12" Type="http://schemas.openxmlformats.org/officeDocument/2006/relationships/image" Target="../media/fImage11963879358.emf"></Relationship><Relationship Id="rId13" Type="http://schemas.openxmlformats.org/officeDocument/2006/relationships/slideLayout" Target="../slideLayouts/slideLayout2.xml"></Relationship></Relationships>
</file>

<file path=ppt/slides/_rels/slide24.xml.rels><?xml version="1.0" encoding="UTF-8"?>
<Relationships xmlns="http://schemas.openxmlformats.org/package/2006/relationships"><Relationship Id="rId5" Type="http://schemas.openxmlformats.org/officeDocument/2006/relationships/customXml" Target="../ink/ink37.xml"></Relationship><Relationship Id="rId6" Type="http://schemas.openxmlformats.org/officeDocument/2006/relationships/image" Target="../media/fImage263629441.emf"></Relationship><Relationship Id="rId7" Type="http://schemas.openxmlformats.org/officeDocument/2006/relationships/customXml" Target="../ink/ink38.xml"></Relationship><Relationship Id="rId8" Type="http://schemas.openxmlformats.org/officeDocument/2006/relationships/image" Target="../media/fImage27962958467.emf"></Relationship><Relationship Id="rId9" Type="http://schemas.openxmlformats.org/officeDocument/2006/relationships/customXml" Target="../ink/ink39.xml"></Relationship><Relationship Id="rId10" Type="http://schemas.openxmlformats.org/officeDocument/2006/relationships/image" Target="../media/fImage148363926334.emf"></Relationship><Relationship Id="rId11" Type="http://schemas.openxmlformats.org/officeDocument/2006/relationships/customXml" Target="../ink/ink40.xml"></Relationship><Relationship Id="rId12" Type="http://schemas.openxmlformats.org/officeDocument/2006/relationships/image" Target="../media/fImage38763936500.emf"></Relationship><Relationship Id="rId13" Type="http://schemas.openxmlformats.org/officeDocument/2006/relationships/slideLayout" Target="../slideLayouts/slideLayout2.xml"></Relationship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?>
<Relationships xmlns="http://schemas.openxmlformats.org/package/2006/relationships"><Relationship Id="rId2" Type="http://schemas.openxmlformats.org/officeDocument/2006/relationships/notesSlide" Target="../notesSlides/notesSlide26.xml"></Relationship><Relationship Id="rId1" Type="http://schemas.openxmlformats.org/officeDocument/2006/relationships/slideLayout" Target="../slideLayouts/slideLayout2.xml"></Relationship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?>
<Relationships xmlns="http://schemas.openxmlformats.org/package/2006/relationships"><Relationship Id="rId2" Type="http://schemas.openxmlformats.org/officeDocument/2006/relationships/image" Target="../media/image1.png"></Relationship><Relationship Id="rId13" Type="http://schemas.openxmlformats.org/officeDocument/2006/relationships/customXml" Target="../ink/ink41.xml"></Relationship><Relationship Id="rId14" Type="http://schemas.openxmlformats.org/officeDocument/2006/relationships/image" Target="../media/fImage91634241.emf"></Relationship><Relationship Id="rId15" Type="http://schemas.openxmlformats.org/officeDocument/2006/relationships/customXml" Target="../ink/ink42.xml"></Relationship><Relationship Id="rId16" Type="http://schemas.openxmlformats.org/officeDocument/2006/relationships/image" Target="../media/fImage48363438467.emf"></Relationship><Relationship Id="rId17" Type="http://schemas.openxmlformats.org/officeDocument/2006/relationships/customXml" Target="../ink/ink43.xml"></Relationship><Relationship Id="rId18" Type="http://schemas.openxmlformats.org/officeDocument/2006/relationships/image" Target="../media/fImage31163446334.emf"></Relationship><Relationship Id="rId19" Type="http://schemas.openxmlformats.org/officeDocument/2006/relationships/customXml" Target="../ink/ink44.xml"></Relationship><Relationship Id="rId20" Type="http://schemas.openxmlformats.org/officeDocument/2006/relationships/image" Target="../media/fImage17963456500.emf"></Relationship><Relationship Id="rId21" Type="http://schemas.openxmlformats.org/officeDocument/2006/relationships/customXml" Target="../ink/ink45.xml"></Relationship><Relationship Id="rId22" Type="http://schemas.openxmlformats.org/officeDocument/2006/relationships/image" Target="../media/fImage32763469169.emf"></Relationship><Relationship Id="rId23" Type="http://schemas.openxmlformats.org/officeDocument/2006/relationships/slideLayout" Target="../slideLayouts/slideLayout2.xml"></Relationship></Relationships>
</file>

<file path=ppt/slides/_rels/slide32.xml.rels><?xml version="1.0" encoding="UTF-8"?>
<Relationships xmlns="http://schemas.openxmlformats.org/package/2006/relationships"><Relationship Id="rId2" Type="http://schemas.openxmlformats.org/officeDocument/2006/relationships/image" Target="../media/image2.png"></Relationship><Relationship Id="rId3" Type="http://schemas.openxmlformats.org/officeDocument/2006/relationships/customXml" Target="../ink/ink46.xml"></Relationship><Relationship Id="rId4" Type="http://schemas.openxmlformats.org/officeDocument/2006/relationships/image" Target="../media/fImage4443994464.emf"></Relationship><Relationship Id="rId5" Type="http://schemas.openxmlformats.org/officeDocument/2006/relationships/slideLayout" Target="../slideLayouts/slideLayout2.xml"></Relationship></Relationships>
</file>

<file path=ppt/slides/_rels/slide33.xml.rels><?xml version="1.0" encoding="UTF-8"?>
<Relationships xmlns="http://schemas.openxmlformats.org/package/2006/relationships"><Relationship Id="rId1" Type="http://schemas.openxmlformats.org/officeDocument/2006/relationships/customXml" Target="../ink/ink47.xml"></Relationship><Relationship Id="rId2" Type="http://schemas.openxmlformats.org/officeDocument/2006/relationships/image" Target="../media/fImage40764005705.emf"></Relationship><Relationship Id="rId3" Type="http://schemas.openxmlformats.org/officeDocument/2006/relationships/customXml" Target="../ink/ink48.xml"></Relationship><Relationship Id="rId4" Type="http://schemas.openxmlformats.org/officeDocument/2006/relationships/image" Target="../media/fImage38364018145.emf"></Relationship><Relationship Id="rId5" Type="http://schemas.openxmlformats.org/officeDocument/2006/relationships/customXml" Target="../ink/ink49.xml"></Relationship><Relationship Id="rId6" Type="http://schemas.openxmlformats.org/officeDocument/2006/relationships/image" Target="../media/fImage30364023281.emf"></Relationship><Relationship Id="rId7" Type="http://schemas.openxmlformats.org/officeDocument/2006/relationships/customXml" Target="../ink/ink50.xml"></Relationship><Relationship Id="rId8" Type="http://schemas.openxmlformats.org/officeDocument/2006/relationships/image" Target="../media/fImage39964036827.emf"></Relationship><Relationship Id="rId9" Type="http://schemas.openxmlformats.org/officeDocument/2006/relationships/customXml" Target="../ink/ink51.xml"></Relationship><Relationship Id="rId10" Type="http://schemas.openxmlformats.org/officeDocument/2006/relationships/image" Target="../media/fImage18764049961.emf"></Relationship><Relationship Id="rId11" Type="http://schemas.openxmlformats.org/officeDocument/2006/relationships/customXml" Target="../ink/ink52.xml"></Relationship><Relationship Id="rId12" Type="http://schemas.openxmlformats.org/officeDocument/2006/relationships/image" Target="../media/fImage1636405491.emf"></Relationship><Relationship Id="rId13" Type="http://schemas.openxmlformats.org/officeDocument/2006/relationships/customXml" Target="../ink/ink53.xml"></Relationship><Relationship Id="rId14" Type="http://schemas.openxmlformats.org/officeDocument/2006/relationships/image" Target="../media/fImage13964062995.emf"></Relationship><Relationship Id="rId15" Type="http://schemas.openxmlformats.org/officeDocument/2006/relationships/customXml" Target="../ink/ink54.xml"></Relationship><Relationship Id="rId16" Type="http://schemas.openxmlformats.org/officeDocument/2006/relationships/image" Target="../media/fImage24364071942.emf"></Relationship><Relationship Id="rId17" Type="http://schemas.openxmlformats.org/officeDocument/2006/relationships/customXml" Target="../ink/ink55.xml"></Relationship><Relationship Id="rId18" Type="http://schemas.openxmlformats.org/officeDocument/2006/relationships/image" Target="../media/fImage9164084827.emf"></Relationship><Relationship Id="rId19" Type="http://schemas.openxmlformats.org/officeDocument/2006/relationships/customXml" Target="../ink/ink56.xml"></Relationship><Relationship Id="rId20" Type="http://schemas.openxmlformats.org/officeDocument/2006/relationships/image" Target="../media/fImage13164095436.emf"></Relationship><Relationship Id="rId21" Type="http://schemas.openxmlformats.org/officeDocument/2006/relationships/customXml" Target="../ink/ink57.xml"></Relationship><Relationship Id="rId22" Type="http://schemas.openxmlformats.org/officeDocument/2006/relationships/image" Target="../media/fImage32364102391.emf"></Relationship><Relationship Id="rId23" Type="http://schemas.openxmlformats.org/officeDocument/2006/relationships/customXml" Target="../ink/ink58.xml"></Relationship><Relationship Id="rId24" Type="http://schemas.openxmlformats.org/officeDocument/2006/relationships/image" Target="../media/fImage37964114604.emf"></Relationship><Relationship Id="rId25" Type="http://schemas.openxmlformats.org/officeDocument/2006/relationships/customXml" Target="../ink/ink59.xml"></Relationship><Relationship Id="rId26" Type="http://schemas.openxmlformats.org/officeDocument/2006/relationships/image" Target="../media/fImage48764123902.emf"></Relationship><Relationship Id="rId27" Type="http://schemas.openxmlformats.org/officeDocument/2006/relationships/customXml" Target="../ink/ink60.xml"></Relationship><Relationship Id="rId28" Type="http://schemas.openxmlformats.org/officeDocument/2006/relationships/image" Target="../media/fImage3236413153.emf"></Relationship><Relationship Id="rId29" Type="http://schemas.openxmlformats.org/officeDocument/2006/relationships/customXml" Target="../ink/ink61.xml"></Relationship><Relationship Id="rId30" Type="http://schemas.openxmlformats.org/officeDocument/2006/relationships/image" Target="../media/fImage4396414292.emf"></Relationship><Relationship Id="rId31" Type="http://schemas.openxmlformats.org/officeDocument/2006/relationships/customXml" Target="../ink/ink62.xml"></Relationship><Relationship Id="rId32" Type="http://schemas.openxmlformats.org/officeDocument/2006/relationships/image" Target="../media/fImage19964152382.emf"></Relationship><Relationship Id="rId33" Type="http://schemas.openxmlformats.org/officeDocument/2006/relationships/customXml" Target="../ink/ink63.xml"></Relationship><Relationship Id="rId34" Type="http://schemas.openxmlformats.org/officeDocument/2006/relationships/image" Target="../media/fImage7164167421.emf"></Relationship><Relationship Id="rId35" Type="http://schemas.openxmlformats.org/officeDocument/2006/relationships/customXml" Target="../ink/ink64.xml"></Relationship><Relationship Id="rId36" Type="http://schemas.openxmlformats.org/officeDocument/2006/relationships/image" Target="../media/fImage15964178716.emf"></Relationship><Relationship Id="rId37" Type="http://schemas.openxmlformats.org/officeDocument/2006/relationships/customXml" Target="../ink/ink65.xml"></Relationship><Relationship Id="rId38" Type="http://schemas.openxmlformats.org/officeDocument/2006/relationships/image" Target="../media/fImage9164189718.emf"></Relationship><Relationship Id="rId39" Type="http://schemas.openxmlformats.org/officeDocument/2006/relationships/customXml" Target="../ink/ink66.xml"></Relationship><Relationship Id="rId40" Type="http://schemas.openxmlformats.org/officeDocument/2006/relationships/image" Target="../media/fImage24764199895.emf"></Relationship><Relationship Id="rId41" Type="http://schemas.openxmlformats.org/officeDocument/2006/relationships/customXml" Target="../ink/ink67.xml"></Relationship><Relationship Id="rId42" Type="http://schemas.openxmlformats.org/officeDocument/2006/relationships/image" Target="../media/fImage43164205447.emf"></Relationship><Relationship Id="rId43" Type="http://schemas.openxmlformats.org/officeDocument/2006/relationships/customXml" Target="../ink/ink68.xml"></Relationship><Relationship Id="rId44" Type="http://schemas.openxmlformats.org/officeDocument/2006/relationships/image" Target="../media/fImage14364211726.emf"></Relationship><Relationship Id="rId45" Type="http://schemas.openxmlformats.org/officeDocument/2006/relationships/customXml" Target="../ink/ink69.xml"></Relationship><Relationship Id="rId46" Type="http://schemas.openxmlformats.org/officeDocument/2006/relationships/image" Target="../media/fImage13164224771.emf"></Relationship><Relationship Id="rId47" Type="http://schemas.openxmlformats.org/officeDocument/2006/relationships/customXml" Target="../ink/ink70.xml"></Relationship><Relationship Id="rId48" Type="http://schemas.openxmlformats.org/officeDocument/2006/relationships/image" Target="../media/fImage15964231538.emf"></Relationship><Relationship Id="rId49" Type="http://schemas.openxmlformats.org/officeDocument/2006/relationships/customXml" Target="../ink/ink71.xml"></Relationship><Relationship Id="rId50" Type="http://schemas.openxmlformats.org/officeDocument/2006/relationships/image" Target="../media/fImage49564241869.emf"></Relationship><Relationship Id="rId51" Type="http://schemas.openxmlformats.org/officeDocument/2006/relationships/customXml" Target="../ink/ink72.xml"></Relationship><Relationship Id="rId52" Type="http://schemas.openxmlformats.org/officeDocument/2006/relationships/image" Target="../media/fImage4444279912.emf"></Relationship><Relationship Id="rId53" Type="http://schemas.openxmlformats.org/officeDocument/2006/relationships/customXml" Target="../ink/ink73.xml"></Relationship><Relationship Id="rId54" Type="http://schemas.openxmlformats.org/officeDocument/2006/relationships/image" Target="../media/fImage23564285667.emf"></Relationship><Relationship Id="rId55" Type="http://schemas.openxmlformats.org/officeDocument/2006/relationships/customXml" Target="../ink/ink74.xml"></Relationship><Relationship Id="rId56" Type="http://schemas.openxmlformats.org/officeDocument/2006/relationships/image" Target="../media/fImage69164296299.emf"></Relationship><Relationship Id="rId57" Type="http://schemas.openxmlformats.org/officeDocument/2006/relationships/customXml" Target="../ink/ink75.xml"></Relationship><Relationship Id="rId58" Type="http://schemas.openxmlformats.org/officeDocument/2006/relationships/image" Target="../media/fImage40364307035.emf"></Relationship><Relationship Id="rId59" Type="http://schemas.openxmlformats.org/officeDocument/2006/relationships/customXml" Target="../ink/ink76.xml"></Relationship><Relationship Id="rId60" Type="http://schemas.openxmlformats.org/officeDocument/2006/relationships/image" Target="../media/fImage37164319894.emf"></Relationship><Relationship Id="rId61" Type="http://schemas.openxmlformats.org/officeDocument/2006/relationships/customXml" Target="../ink/ink77.xml"></Relationship><Relationship Id="rId62" Type="http://schemas.openxmlformats.org/officeDocument/2006/relationships/image" Target="../media/fImage16364328703.emf"></Relationship><Relationship Id="rId63" Type="http://schemas.openxmlformats.org/officeDocument/2006/relationships/customXml" Target="../ink/ink78.xml"></Relationship><Relationship Id="rId64" Type="http://schemas.openxmlformats.org/officeDocument/2006/relationships/image" Target="../media/fImage37964333811.emf"></Relationship><Relationship Id="rId65" Type="http://schemas.openxmlformats.org/officeDocument/2006/relationships/customXml" Target="../ink/ink79.xml"></Relationship><Relationship Id="rId66" Type="http://schemas.openxmlformats.org/officeDocument/2006/relationships/image" Target="../media/fImage14364341322.emf"></Relationship><Relationship Id="rId67" Type="http://schemas.openxmlformats.org/officeDocument/2006/relationships/customXml" Target="../ink/ink80.xml"></Relationship><Relationship Id="rId68" Type="http://schemas.openxmlformats.org/officeDocument/2006/relationships/image" Target="../media/fImage2156435333.emf"></Relationship><Relationship Id="rId69" Type="http://schemas.openxmlformats.org/officeDocument/2006/relationships/customXml" Target="../ink/ink81.xml"></Relationship><Relationship Id="rId70" Type="http://schemas.openxmlformats.org/officeDocument/2006/relationships/image" Target="../media/fImage51964367673.emf"></Relationship><Relationship Id="rId71" Type="http://schemas.openxmlformats.org/officeDocument/2006/relationships/customXml" Target="../ink/ink82.xml"></Relationship><Relationship Id="rId72" Type="http://schemas.openxmlformats.org/officeDocument/2006/relationships/image" Target="../media/fImage158764374664.emf"></Relationship><Relationship Id="rId73" Type="http://schemas.openxmlformats.org/officeDocument/2006/relationships/customXml" Target="../ink/ink83.xml"></Relationship><Relationship Id="rId74" Type="http://schemas.openxmlformats.org/officeDocument/2006/relationships/image" Target="../media/fImage110764385141.emf"></Relationship><Relationship Id="rId75" Type="http://schemas.openxmlformats.org/officeDocument/2006/relationships/slideLayout" Target="../slideLayouts/slideLayout2.xml"></Relationship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?>
<Relationships xmlns="http://schemas.openxmlformats.org/package/2006/relationships"><Relationship Id="rId2" Type="http://schemas.openxmlformats.org/officeDocument/2006/relationships/notesSlide" Target="../notesSlides/notesSlide36.xml"></Relationship><Relationship Id="rId3" Type="http://schemas.openxmlformats.org/officeDocument/2006/relationships/customXml" Target="../ink/ink84.xml"></Relationship><Relationship Id="rId4" Type="http://schemas.openxmlformats.org/officeDocument/2006/relationships/image" Target="../media/fImage4444397711.emf"></Relationship><Relationship Id="rId5" Type="http://schemas.openxmlformats.org/officeDocument/2006/relationships/slideLayout" Target="../slideLayouts/slideLayout2.xml"></Relationship></Relationships>
</file>

<file path=ppt/slides/_rels/slide37.xml.rels><?xml version="1.0" encoding="UTF-8"?>
<Relationships xmlns="http://schemas.openxmlformats.org/package/2006/relationships"><Relationship Id="rId2" Type="http://schemas.openxmlformats.org/officeDocument/2006/relationships/notesSlide" Target="../notesSlides/notesSlide37.xml"></Relationship><Relationship Id="rId1" Type="http://schemas.openxmlformats.org/officeDocument/2006/relationships/slideLayout" Target="../slideLayouts/slideLayout2.xml"></Relationship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?>
<Relationships xmlns="http://schemas.openxmlformats.org/package/2006/relationships"><Relationship Id="rId3" Type="http://schemas.openxmlformats.org/officeDocument/2006/relationships/image" Target="../media/image3.png"></Relationship><Relationship Id="rId2" Type="http://schemas.openxmlformats.org/officeDocument/2006/relationships/notesSlide" Target="../notesSlides/notesSlide39.xml"></Relationship><Relationship Id="rId18" Type="http://schemas.openxmlformats.org/officeDocument/2006/relationships/customXml" Target="../ink/ink85.xml"></Relationship><Relationship Id="rId19" Type="http://schemas.openxmlformats.org/officeDocument/2006/relationships/image" Target="../media/fImage75636541.emf"></Relationship><Relationship Id="rId20" Type="http://schemas.openxmlformats.org/officeDocument/2006/relationships/customXml" Target="../ink/ink86.xml"></Relationship><Relationship Id="rId21" Type="http://schemas.openxmlformats.org/officeDocument/2006/relationships/image" Target="../media/fImage12363668467.emf"></Relationship><Relationship Id="rId22" Type="http://schemas.openxmlformats.org/officeDocument/2006/relationships/customXml" Target="../ink/ink87.xml"></Relationship><Relationship Id="rId23" Type="http://schemas.openxmlformats.org/officeDocument/2006/relationships/image" Target="../media/fImage20363676334.emf"></Relationship><Relationship Id="rId24" Type="http://schemas.openxmlformats.org/officeDocument/2006/relationships/customXml" Target="../ink/ink88.xml"></Relationship><Relationship Id="rId25" Type="http://schemas.openxmlformats.org/officeDocument/2006/relationships/image" Target="../media/fImage32363686500.emf"></Relationship><Relationship Id="rId26" Type="http://schemas.openxmlformats.org/officeDocument/2006/relationships/customXml" Target="../ink/ink89.xml"></Relationship><Relationship Id="rId27" Type="http://schemas.openxmlformats.org/officeDocument/2006/relationships/image" Target="../media/fImage11163699169.emf"></Relationship><Relationship Id="rId28" Type="http://schemas.openxmlformats.org/officeDocument/2006/relationships/customXml" Target="../ink/ink90.xml"></Relationship><Relationship Id="rId29" Type="http://schemas.openxmlformats.org/officeDocument/2006/relationships/image" Target="../media/fImage11563705724.emf"></Relationship><Relationship Id="rId30" Type="http://schemas.openxmlformats.org/officeDocument/2006/relationships/customXml" Target="../ink/ink91.xml"></Relationship><Relationship Id="rId31" Type="http://schemas.openxmlformats.org/officeDocument/2006/relationships/image" Target="../media/fImage14363711478.emf"></Relationship><Relationship Id="rId32" Type="http://schemas.openxmlformats.org/officeDocument/2006/relationships/customXml" Target="../ink/ink92.xml"></Relationship><Relationship Id="rId33" Type="http://schemas.openxmlformats.org/officeDocument/2006/relationships/image" Target="../media/fImage7164459358.emf"></Relationship><Relationship Id="rId34" Type="http://schemas.openxmlformats.org/officeDocument/2006/relationships/customXml" Target="../ink/ink93.xml"></Relationship><Relationship Id="rId35" Type="http://schemas.openxmlformats.org/officeDocument/2006/relationships/image" Target="../media/fImage27964466962.emf"></Relationship><Relationship Id="rId36" Type="http://schemas.openxmlformats.org/officeDocument/2006/relationships/customXml" Target="../ink/ink94.xml"></Relationship><Relationship Id="rId37" Type="http://schemas.openxmlformats.org/officeDocument/2006/relationships/image" Target="../media/fImage8364474464.emf"></Relationship><Relationship Id="rId38" Type="http://schemas.openxmlformats.org/officeDocument/2006/relationships/customXml" Target="../ink/ink95.xml"></Relationship><Relationship Id="rId39" Type="http://schemas.openxmlformats.org/officeDocument/2006/relationships/image" Target="../media/fImage15964485705.emf"></Relationship><Relationship Id="rId40" Type="http://schemas.openxmlformats.org/officeDocument/2006/relationships/customXml" Target="../ink/ink96.xml"></Relationship><Relationship Id="rId41" Type="http://schemas.openxmlformats.org/officeDocument/2006/relationships/image" Target="../media/fImage11564498145.emf"></Relationship><Relationship Id="rId42" Type="http://schemas.openxmlformats.org/officeDocument/2006/relationships/customXml" Target="../ink/ink97.xml"></Relationship><Relationship Id="rId43" Type="http://schemas.openxmlformats.org/officeDocument/2006/relationships/image" Target="../media/fImage7964503281.emf"></Relationship><Relationship Id="rId44" Type="http://schemas.openxmlformats.org/officeDocument/2006/relationships/customXml" Target="../ink/ink98.xml"></Relationship><Relationship Id="rId45" Type="http://schemas.openxmlformats.org/officeDocument/2006/relationships/image" Target="../media/fImage15964516827.emf"></Relationship><Relationship Id="rId46" Type="http://schemas.openxmlformats.org/officeDocument/2006/relationships/customXml" Target="../ink/ink99.xml"></Relationship><Relationship Id="rId47" Type="http://schemas.openxmlformats.org/officeDocument/2006/relationships/image" Target="../media/fImage123564529961.emf"></Relationship><Relationship Id="rId48" Type="http://schemas.openxmlformats.org/officeDocument/2006/relationships/customXml" Target="../ink/ink100.xml"></Relationship><Relationship Id="rId49" Type="http://schemas.openxmlformats.org/officeDocument/2006/relationships/image" Target="../media/fImage444462491.emf"></Relationship><Relationship Id="rId50" Type="http://schemas.openxmlformats.org/officeDocument/2006/relationships/customXml" Target="../ink/ink101.xml"></Relationship><Relationship Id="rId51" Type="http://schemas.openxmlformats.org/officeDocument/2006/relationships/image" Target="../media/fImage4444712995.emf"></Relationship><Relationship Id="rId52" Type="http://schemas.openxmlformats.org/officeDocument/2006/relationships/customXml" Target="../ink/ink102.xml"></Relationship><Relationship Id="rId53" Type="http://schemas.openxmlformats.org/officeDocument/2006/relationships/image" Target="../media/fImage29564721942.emf"></Relationship><Relationship Id="rId54" Type="http://schemas.openxmlformats.org/officeDocument/2006/relationships/customXml" Target="../ink/ink103.xml"></Relationship><Relationship Id="rId55" Type="http://schemas.openxmlformats.org/officeDocument/2006/relationships/image" Target="../media/fImage27164734827.emf"></Relationship><Relationship Id="rId56" Type="http://schemas.openxmlformats.org/officeDocument/2006/relationships/customXml" Target="../ink/ink104.xml"></Relationship><Relationship Id="rId57" Type="http://schemas.openxmlformats.org/officeDocument/2006/relationships/image" Target="../media/fImage19164745436.emf"></Relationship><Relationship Id="rId58" Type="http://schemas.openxmlformats.org/officeDocument/2006/relationships/customXml" Target="../ink/ink105.xml"></Relationship><Relationship Id="rId59" Type="http://schemas.openxmlformats.org/officeDocument/2006/relationships/image" Target="../media/fImage21164752391.emf"></Relationship><Relationship Id="rId60" Type="http://schemas.openxmlformats.org/officeDocument/2006/relationships/customXml" Target="../ink/ink106.xml"></Relationship><Relationship Id="rId61" Type="http://schemas.openxmlformats.org/officeDocument/2006/relationships/image" Target="../media/fImage5164764604.emf"></Relationship><Relationship Id="rId62" Type="http://schemas.openxmlformats.org/officeDocument/2006/relationships/customXml" Target="../ink/ink107.xml"></Relationship><Relationship Id="rId63" Type="http://schemas.openxmlformats.org/officeDocument/2006/relationships/image" Target="../media/fImage19964773902.emf"></Relationship><Relationship Id="rId64" Type="http://schemas.openxmlformats.org/officeDocument/2006/relationships/customXml" Target="../ink/ink108.xml"></Relationship><Relationship Id="rId65" Type="http://schemas.openxmlformats.org/officeDocument/2006/relationships/image" Target="../media/fImage1516478153.emf"></Relationship><Relationship Id="rId66" Type="http://schemas.openxmlformats.org/officeDocument/2006/relationships/customXml" Target="../ink/ink109.xml"></Relationship><Relationship Id="rId67" Type="http://schemas.openxmlformats.org/officeDocument/2006/relationships/image" Target="../media/fImage836479292.emf"></Relationship><Relationship Id="rId68" Type="http://schemas.openxmlformats.org/officeDocument/2006/relationships/customXml" Target="../ink/ink110.xml"></Relationship><Relationship Id="rId69" Type="http://schemas.openxmlformats.org/officeDocument/2006/relationships/image" Target="../media/fImage11964802382.emf"></Relationship><Relationship Id="rId70" Type="http://schemas.openxmlformats.org/officeDocument/2006/relationships/customXml" Target="../ink/ink111.xml"></Relationship><Relationship Id="rId71" Type="http://schemas.openxmlformats.org/officeDocument/2006/relationships/image" Target="../media/fImage22764817421.emf"></Relationship><Relationship Id="rId72" Type="http://schemas.openxmlformats.org/officeDocument/2006/relationships/customXml" Target="../ink/ink112.xml"></Relationship><Relationship Id="rId73" Type="http://schemas.openxmlformats.org/officeDocument/2006/relationships/image" Target="../media/fImage19164828716.emf"></Relationship><Relationship Id="rId74" Type="http://schemas.openxmlformats.org/officeDocument/2006/relationships/customXml" Target="../ink/ink113.xml"></Relationship><Relationship Id="rId75" Type="http://schemas.openxmlformats.org/officeDocument/2006/relationships/image" Target="../media/fImage10364839718.emf"></Relationship><Relationship Id="rId76" Type="http://schemas.openxmlformats.org/officeDocument/2006/relationships/customXml" Target="../ink/ink114.xml"></Relationship><Relationship Id="rId77" Type="http://schemas.openxmlformats.org/officeDocument/2006/relationships/image" Target="../media/fImage16364849895.emf"></Relationship><Relationship Id="rId78" Type="http://schemas.openxmlformats.org/officeDocument/2006/relationships/customXml" Target="../ink/ink115.xml"></Relationship><Relationship Id="rId79" Type="http://schemas.openxmlformats.org/officeDocument/2006/relationships/image" Target="../media/fImage29964855447.emf"></Relationship><Relationship Id="rId80" Type="http://schemas.openxmlformats.org/officeDocument/2006/relationships/customXml" Target="../ink/ink116.xml"></Relationship><Relationship Id="rId81" Type="http://schemas.openxmlformats.org/officeDocument/2006/relationships/image" Target="../media/fImage21164861726.emf"></Relationship><Relationship Id="rId82" Type="http://schemas.openxmlformats.org/officeDocument/2006/relationships/customXml" Target="../ink/ink117.xml"></Relationship><Relationship Id="rId83" Type="http://schemas.openxmlformats.org/officeDocument/2006/relationships/image" Target="../media/fImage20364874771.emf"></Relationship><Relationship Id="rId84" Type="http://schemas.openxmlformats.org/officeDocument/2006/relationships/customXml" Target="../ink/ink118.xml"></Relationship><Relationship Id="rId85" Type="http://schemas.openxmlformats.org/officeDocument/2006/relationships/image" Target="../media/fImage23164881538.emf"></Relationship><Relationship Id="rId86" Type="http://schemas.openxmlformats.org/officeDocument/2006/relationships/customXml" Target="../ink/ink119.xml"></Relationship><Relationship Id="rId87" Type="http://schemas.openxmlformats.org/officeDocument/2006/relationships/image" Target="../media/fImage24764891869.emf"></Relationship><Relationship Id="rId88" Type="http://schemas.openxmlformats.org/officeDocument/2006/relationships/customXml" Target="../ink/ink120.xml"></Relationship><Relationship Id="rId89" Type="http://schemas.openxmlformats.org/officeDocument/2006/relationships/image" Target="../media/fImage25564909912.emf"></Relationship><Relationship Id="rId90" Type="http://schemas.openxmlformats.org/officeDocument/2006/relationships/customXml" Target="../ink/ink121.xml"></Relationship><Relationship Id="rId91" Type="http://schemas.openxmlformats.org/officeDocument/2006/relationships/image" Target="../media/fImage17964915667.emf"></Relationship><Relationship Id="rId92" Type="http://schemas.openxmlformats.org/officeDocument/2006/relationships/customXml" Target="../ink/ink122.xml"></Relationship><Relationship Id="rId93" Type="http://schemas.openxmlformats.org/officeDocument/2006/relationships/image" Target="../media/fImage4764926299.emf"></Relationship><Relationship Id="rId94" Type="http://schemas.openxmlformats.org/officeDocument/2006/relationships/customXml" Target="../ink/ink123.xml"></Relationship><Relationship Id="rId95" Type="http://schemas.openxmlformats.org/officeDocument/2006/relationships/image" Target="../media/fImage4444937035.emf"></Relationship><Relationship Id="rId96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ctrTitle"/>
          </p:nvPr>
        </p:nvSpPr>
        <p:spPr>
          <a:xfrm>
            <a:off x="1524000" y="1676400"/>
            <a:ext cx="9347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 2</a:t>
            </a:r>
            <a:endParaRPr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subTitle" idx="1"/>
          </p:nvPr>
        </p:nvSpPr>
        <p:spPr>
          <a:xfrm>
            <a:off x="1016000" y="4343400"/>
            <a:ext cx="102616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en-US" dirty="0"/>
              <a:t> </a:t>
            </a:r>
            <a:endParaRPr dirty="0"/>
          </a:p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금오공과대학교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조재한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en-US" dirty="0"/>
              <a:t> </a:t>
            </a:r>
            <a:endParaRPr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8" name="잉크 15"/>
              <p14:cNvContentPartPr/>
              <p14:nvPr/>
            </p14:nvContentPartPr>
            <p14:xfrm>
              <a:off x="1620520" y="3128645"/>
              <a:ext cx="272415" cy="216535"/>
            </p14:xfrm>
          </p:contentPart>
        </mc:Choice>
        <mc:Fallback>
          <p:pic>
            <p:nvPicPr>
              <p:cNvPr id="38" name="잉크 15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20520" y="3128645"/>
                <a:ext cx="272415" cy="2165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9" name="잉크 16"/>
              <p14:cNvContentPartPr/>
              <p14:nvPr/>
            </p14:nvContentPartPr>
            <p14:xfrm>
              <a:off x="1957070" y="3064510"/>
              <a:ext cx="297180" cy="280670"/>
            </p14:xfrm>
          </p:contentPart>
        </mc:Choice>
        <mc:Fallback>
          <p:pic>
            <p:nvPicPr>
              <p:cNvPr id="39" name="잉크 16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57070" y="3064510"/>
                <a:ext cx="297180" cy="2806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잉크 17"/>
              <p14:cNvContentPartPr/>
              <p14:nvPr/>
            </p14:nvContentPartPr>
            <p14:xfrm>
              <a:off x="2245995" y="3192780"/>
              <a:ext cx="176530" cy="224790"/>
            </p14:xfrm>
          </p:contentPart>
        </mc:Choice>
        <mc:Fallback>
          <p:pic>
            <p:nvPicPr>
              <p:cNvPr id="40" name="잉크 17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45995" y="3192780"/>
                <a:ext cx="176530" cy="2247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잉크 18"/>
              <p14:cNvContentPartPr/>
              <p14:nvPr/>
            </p14:nvContentPartPr>
            <p14:xfrm>
              <a:off x="2510790" y="3088640"/>
              <a:ext cx="96520" cy="858520"/>
            </p14:xfrm>
          </p:contentPart>
        </mc:Choice>
        <mc:Fallback>
          <p:pic>
            <p:nvPicPr>
              <p:cNvPr id="41" name="잉크 18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510790" y="3088640"/>
                <a:ext cx="96520" cy="8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잉크 19"/>
              <p14:cNvContentPartPr/>
              <p14:nvPr/>
            </p14:nvContentPartPr>
            <p14:xfrm>
              <a:off x="3000375" y="3112770"/>
              <a:ext cx="488950" cy="962660"/>
            </p14:xfrm>
          </p:contentPart>
        </mc:Choice>
        <mc:Fallback>
          <p:pic>
            <p:nvPicPr>
              <p:cNvPr id="42" name="잉크 19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000375" y="3112770"/>
                <a:ext cx="488950" cy="9626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43" name="잉크 20"/>
              <p14:cNvContentPartPr/>
              <p14:nvPr/>
            </p14:nvContentPartPr>
            <p14:xfrm>
              <a:off x="2863850" y="3578225"/>
              <a:ext cx="216535" cy="400685"/>
            </p14:xfrm>
          </p:contentPart>
        </mc:Choice>
        <mc:Fallback>
          <p:pic>
            <p:nvPicPr>
              <p:cNvPr id="43" name="잉크 20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863850" y="3578225"/>
                <a:ext cx="216535" cy="4006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44" name="잉크 21"/>
              <p14:cNvContentPartPr/>
              <p14:nvPr/>
            </p14:nvContentPartPr>
            <p14:xfrm>
              <a:off x="3024505" y="3762375"/>
              <a:ext cx="144145" cy="0"/>
            </p14:xfrm>
          </p:contentPart>
        </mc:Choice>
        <mc:Fallback>
          <p:pic>
            <p:nvPicPr>
              <p:cNvPr id="44" name="잉크 21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024505" y="3762375"/>
                <a:ext cx="144145" cy="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정의</a:t>
            </a:r>
            <a:endParaRPr/>
          </a:p>
        </p:txBody>
      </p:sp>
      <p:sp>
        <p:nvSpPr>
          <p:cNvPr id="43" name="Google Shape;43;p2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34290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b="1" dirty="0"/>
              <a:t>HTML</a:t>
            </a:r>
            <a:endParaRPr b="1"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HTML</a:t>
            </a:r>
            <a:r>
              <a:rPr lang="en-US" dirty="0" err="1"/>
              <a:t>은</a:t>
            </a:r>
            <a:r>
              <a:rPr lang="en-US" dirty="0"/>
              <a:t> </a:t>
            </a:r>
            <a:r>
              <a:rPr lang="en-US" b="1" dirty="0"/>
              <a:t>(Hyper Text Markup Language) </a:t>
            </a:r>
            <a:r>
              <a:rPr lang="en-US" dirty="0"/>
              <a:t>의 </a:t>
            </a:r>
            <a:r>
              <a:rPr lang="en-US" dirty="0" err="1"/>
              <a:t>약자이다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웹 </a:t>
            </a:r>
            <a:r>
              <a:rPr lang="en-US" dirty="0" err="1"/>
              <a:t>페이지를</a:t>
            </a:r>
            <a:r>
              <a:rPr lang="en-US" dirty="0"/>
              <a:t> </a:t>
            </a:r>
            <a:r>
              <a:rPr lang="en-US" dirty="0" err="1"/>
              <a:t>만들기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언어로</a:t>
            </a:r>
            <a:r>
              <a:rPr lang="en-US" dirty="0"/>
              <a:t> 웹 </a:t>
            </a:r>
            <a:r>
              <a:rPr lang="en-US" dirty="0" err="1"/>
              <a:t>브라우저</a:t>
            </a:r>
            <a:r>
              <a:rPr lang="en-US" dirty="0"/>
              <a:t> </a:t>
            </a:r>
            <a:r>
              <a:rPr lang="en-US" dirty="0" err="1"/>
              <a:t>위에서</a:t>
            </a:r>
            <a:r>
              <a:rPr lang="en-US" dirty="0"/>
              <a:t> </a:t>
            </a:r>
            <a:r>
              <a:rPr lang="en-US" dirty="0" err="1"/>
              <a:t>동작하는</a:t>
            </a:r>
            <a:r>
              <a:rPr lang="en-US" dirty="0"/>
              <a:t> </a:t>
            </a:r>
            <a:r>
              <a:rPr lang="en-US" dirty="0" err="1"/>
              <a:t>언어이다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 err="1"/>
              <a:t>건축물의</a:t>
            </a:r>
            <a:r>
              <a:rPr lang="en-US" dirty="0"/>
              <a:t> </a:t>
            </a:r>
            <a:r>
              <a:rPr lang="en-US" dirty="0" err="1"/>
              <a:t>설계도와</a:t>
            </a:r>
            <a:r>
              <a:rPr lang="en-US" dirty="0"/>
              <a:t> </a:t>
            </a:r>
            <a:r>
              <a:rPr lang="en-US" dirty="0" err="1"/>
              <a:t>같은</a:t>
            </a:r>
            <a:r>
              <a:rPr lang="en-US" dirty="0"/>
              <a:t> </a:t>
            </a:r>
            <a:r>
              <a:rPr lang="en-US" dirty="0" err="1"/>
              <a:t>역할을</a:t>
            </a:r>
            <a:r>
              <a:rPr lang="en-US" dirty="0"/>
              <a:t> </a:t>
            </a:r>
            <a:r>
              <a:rPr lang="en-US" dirty="0" err="1"/>
              <a:t>한다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 err="1"/>
              <a:t>텍스트</a:t>
            </a:r>
            <a:r>
              <a:rPr lang="en-US" dirty="0"/>
              <a:t>, 이미지, </a:t>
            </a:r>
            <a:r>
              <a:rPr lang="en-US" dirty="0" err="1"/>
              <a:t>링크</a:t>
            </a:r>
            <a:r>
              <a:rPr lang="en-US" dirty="0"/>
              <a:t>, </a:t>
            </a:r>
            <a:r>
              <a:rPr lang="en-US" dirty="0" err="1"/>
              <a:t>동영상</a:t>
            </a:r>
            <a:r>
              <a:rPr lang="en-US" dirty="0"/>
              <a:t> 등 </a:t>
            </a:r>
            <a:r>
              <a:rPr lang="en-US" dirty="0" err="1"/>
              <a:t>다양한</a:t>
            </a:r>
            <a:r>
              <a:rPr lang="en-US" dirty="0"/>
              <a:t> 콘덴츠를 </a:t>
            </a:r>
            <a:r>
              <a:rPr lang="en-US" dirty="0" err="1"/>
              <a:t>배치하고</a:t>
            </a:r>
            <a:r>
              <a:rPr lang="en-US" dirty="0"/>
              <a:t> </a:t>
            </a:r>
            <a:r>
              <a:rPr lang="en-US" dirty="0" err="1"/>
              <a:t>정의한다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u="sng" dirty="0"/>
              <a:t>웹 </a:t>
            </a:r>
            <a:r>
              <a:rPr lang="en-US" u="sng" dirty="0" err="1"/>
              <a:t>페이지의</a:t>
            </a:r>
            <a:r>
              <a:rPr lang="en-US" u="sng" dirty="0"/>
              <a:t> </a:t>
            </a:r>
            <a:r>
              <a:rPr lang="en-US" u="sng" dirty="0" err="1"/>
              <a:t>내용을</a:t>
            </a:r>
            <a:r>
              <a:rPr lang="en-US" u="sng" dirty="0"/>
              <a:t> </a:t>
            </a:r>
            <a:r>
              <a:rPr lang="en-US" u="sng" dirty="0" err="1"/>
              <a:t>구조화</a:t>
            </a:r>
            <a:r>
              <a:rPr lang="en-US" u="sng" dirty="0"/>
              <a:t> </a:t>
            </a:r>
            <a:r>
              <a:rPr lang="en-US" dirty="0" err="1"/>
              <a:t>하며</a:t>
            </a:r>
            <a:r>
              <a:rPr lang="en-US" dirty="0"/>
              <a:t>, </a:t>
            </a:r>
            <a:r>
              <a:rPr lang="en-US" b="1" dirty="0" err="1"/>
              <a:t>브라우저</a:t>
            </a:r>
            <a:r>
              <a:rPr lang="en-US" dirty="0" err="1"/>
              <a:t>가</a:t>
            </a:r>
            <a:r>
              <a:rPr lang="en-US" dirty="0"/>
              <a:t> </a:t>
            </a:r>
            <a:r>
              <a:rPr lang="en-US" dirty="0" err="1"/>
              <a:t>이를</a:t>
            </a:r>
            <a:r>
              <a:rPr lang="en-US" dirty="0"/>
              <a:t> </a:t>
            </a:r>
            <a:r>
              <a:rPr lang="en-US" dirty="0" err="1"/>
              <a:t>해석하여</a:t>
            </a:r>
            <a:r>
              <a:rPr lang="en-US" dirty="0"/>
              <a:t> </a:t>
            </a:r>
            <a:r>
              <a:rPr lang="en-US" dirty="0" err="1"/>
              <a:t>사용자가</a:t>
            </a:r>
            <a:r>
              <a:rPr lang="en-US" dirty="0"/>
              <a:t> 볼 수 </a:t>
            </a:r>
            <a:r>
              <a:rPr lang="en-US" dirty="0" err="1"/>
              <a:t>있는</a:t>
            </a:r>
            <a:r>
              <a:rPr lang="en-US" dirty="0"/>
              <a:t> </a:t>
            </a:r>
            <a:r>
              <a:rPr lang="en-US" dirty="0" err="1"/>
              <a:t>형태로</a:t>
            </a:r>
            <a:r>
              <a:rPr lang="en-US" dirty="0"/>
              <a:t> </a:t>
            </a:r>
            <a:r>
              <a:rPr lang="en-US" dirty="0" err="1"/>
              <a:t>렌더링한다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웹 </a:t>
            </a:r>
            <a:r>
              <a:rPr lang="en-US" b="1" dirty="0" err="1"/>
              <a:t>브라우저</a:t>
            </a:r>
            <a:r>
              <a:rPr lang="en-US" dirty="0" err="1"/>
              <a:t>란</a:t>
            </a:r>
            <a:r>
              <a:rPr lang="en-US" dirty="0"/>
              <a:t> </a:t>
            </a:r>
            <a:r>
              <a:rPr lang="en-US" dirty="0" err="1"/>
              <a:t>무엇인가</a:t>
            </a:r>
            <a:r>
              <a:rPr lang="en-US" dirty="0"/>
              <a:t>?</a:t>
            </a:r>
            <a:endParaRPr dirty="0"/>
          </a:p>
          <a:p>
            <a:pPr marL="1600200" lvl="3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인터넷</a:t>
            </a:r>
            <a:r>
              <a:rPr lang="en-US" dirty="0"/>
              <a:t> </a:t>
            </a:r>
            <a:r>
              <a:rPr lang="en-US" dirty="0" err="1"/>
              <a:t>망에서</a:t>
            </a:r>
            <a:r>
              <a:rPr lang="en-US" dirty="0"/>
              <a:t> </a:t>
            </a:r>
            <a:r>
              <a:rPr lang="en-US" dirty="0" err="1"/>
              <a:t>정보를</a:t>
            </a:r>
            <a:r>
              <a:rPr lang="en-US" dirty="0"/>
              <a:t> </a:t>
            </a:r>
            <a:r>
              <a:rPr lang="en-US" dirty="0" err="1"/>
              <a:t>검색하는데</a:t>
            </a:r>
            <a:r>
              <a:rPr lang="en-US" dirty="0"/>
              <a:t> </a:t>
            </a:r>
            <a:r>
              <a:rPr lang="en-US" dirty="0" err="1"/>
              <a:t>사용되는</a:t>
            </a:r>
            <a:r>
              <a:rPr lang="en-US" dirty="0"/>
              <a:t> </a:t>
            </a:r>
            <a:r>
              <a:rPr lang="en-US" dirty="0" err="1"/>
              <a:t>응용</a:t>
            </a:r>
            <a:r>
              <a:rPr lang="en-US" dirty="0"/>
              <a:t> </a:t>
            </a:r>
            <a:r>
              <a:rPr lang="en-US" dirty="0" err="1"/>
              <a:t>프로그램</a:t>
            </a:r>
            <a:endParaRPr dirty="0"/>
          </a:p>
          <a:p>
            <a:pPr marL="1600200" lvl="3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Edge, Google Chrome, Firefox, Safari 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HTML은</a:t>
            </a:r>
            <a:r>
              <a:rPr lang="en-US" dirty="0"/>
              <a:t> </a:t>
            </a:r>
            <a:r>
              <a:rPr lang="en-US" b="1" u="sng" dirty="0" err="1"/>
              <a:t>Tag</a:t>
            </a:r>
            <a:r>
              <a:rPr lang="en-US" dirty="0" err="1"/>
              <a:t>를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</a:t>
            </a:r>
            <a:r>
              <a:rPr lang="en-US" dirty="0" err="1"/>
              <a:t>만들어진다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/>
              <a:t>Tag 는 </a:t>
            </a:r>
            <a:r>
              <a:rPr lang="en-US" dirty="0" err="1"/>
              <a:t>정보를</a:t>
            </a:r>
            <a:r>
              <a:rPr lang="en-US" dirty="0"/>
              <a:t> </a:t>
            </a:r>
            <a:r>
              <a:rPr lang="en-US" dirty="0" err="1"/>
              <a:t>정의하는</a:t>
            </a:r>
            <a:r>
              <a:rPr lang="en-US" dirty="0"/>
              <a:t> </a:t>
            </a:r>
            <a:r>
              <a:rPr lang="en-US" dirty="0" err="1"/>
              <a:t>형식이다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4" name="Google Shape;44;p2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45" name="Google Shape;45;p2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텍스트 상자 1"/>
          <p:cNvSpPr txBox="1">
            <a:spLocks/>
          </p:cNvSpPr>
          <p:nvPr/>
        </p:nvSpPr>
        <p:spPr>
          <a:xfrm rot="0">
            <a:off x="2454910" y="328930"/>
            <a:ext cx="9387205" cy="64706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네이티브 앱 -&gt; 각각의 플랫폼에 맞게 적용됨 -&gt; 퍼포먼스 위주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하이브리드 앱 -&gt; 크로스 플랫폼 형태로 적용됨 -&gt; 실행 가능 위주, 편리함을 추구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7" name="잉크 2"/>
              <p14:cNvContentPartPr/>
              <p14:nvPr/>
            </p14:nvContentPartPr>
            <p14:xfrm>
              <a:off x="1355725" y="5664200"/>
              <a:ext cx="3441700" cy="71755"/>
            </p14:xfrm>
          </p:contentPart>
        </mc:Choice>
        <mc:Fallback>
          <p:pic>
            <p:nvPicPr>
              <p:cNvPr id="4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55725" y="5664200"/>
                <a:ext cx="3441700" cy="7175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21AFAF-2F02-7319-86F2-83576C58A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역사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5E62-51B0-7F9B-EC0E-873D04CDF3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200" cy="124650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HTML</a:t>
            </a:r>
            <a:r>
              <a:rPr lang="ko-KR" altLang="en-US" dirty="0"/>
              <a:t>은 </a:t>
            </a:r>
            <a:r>
              <a:rPr lang="en-US" altLang="ko-KR" dirty="0"/>
              <a:t>1986</a:t>
            </a:r>
            <a:r>
              <a:rPr lang="ko-KR" altLang="en-US" dirty="0"/>
              <a:t>년 </a:t>
            </a:r>
            <a:r>
              <a:rPr lang="en-US" altLang="ko-KR" dirty="0"/>
              <a:t>SGML</a:t>
            </a:r>
            <a:r>
              <a:rPr lang="ko-KR" altLang="en-US" dirty="0"/>
              <a:t>에서 시작하였다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이후 </a:t>
            </a:r>
            <a:r>
              <a:rPr lang="en-US" altLang="ko-KR" dirty="0"/>
              <a:t>HTML 1.0 </a:t>
            </a:r>
            <a:r>
              <a:rPr lang="ko-KR" altLang="en-US" dirty="0"/>
              <a:t>에서 현재는 </a:t>
            </a:r>
            <a:r>
              <a:rPr lang="en-US" altLang="ko-KR" dirty="0"/>
              <a:t>HTML5</a:t>
            </a:r>
            <a:r>
              <a:rPr lang="ko-KR" altLang="en-US" dirty="0"/>
              <a:t>로 발전하였다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정적인 문서에서 동적인 웹 개발을 위한 표준으로 진화하고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464E65-DC21-5880-A4F0-7BF9EA45BE7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4D9A80C-3EA3-D179-2AC2-6DB3A043A40C}"/>
              </a:ext>
            </a:extLst>
          </p:cNvPr>
          <p:cNvGrpSpPr/>
          <p:nvPr/>
        </p:nvGrpSpPr>
        <p:grpSpPr>
          <a:xfrm>
            <a:off x="2454275" y="2547620"/>
            <a:ext cx="6635115" cy="3519805"/>
            <a:chOff x="2454275" y="2547620"/>
            <a:chExt cx="6635115" cy="3519805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5A942E33-805D-0DAD-6EF8-69976C1671F8}"/>
                </a:ext>
              </a:extLst>
            </p:cNvPr>
            <p:cNvSpPr/>
            <p:nvPr/>
          </p:nvSpPr>
          <p:spPr>
            <a:xfrm>
              <a:off x="2454275" y="254762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SGML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(1986)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A821A2A-1F53-CF3D-4DBA-A01ECDE5F6A3}"/>
                </a:ext>
              </a:extLst>
            </p:cNvPr>
            <p:cNvSpPr/>
            <p:nvPr/>
          </p:nvSpPr>
          <p:spPr>
            <a:xfrm>
              <a:off x="2454275" y="351917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1.0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(1993)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8028D54C-89BA-CED1-B6C8-F0707E3AFAD5}"/>
                </a:ext>
              </a:extLst>
            </p:cNvPr>
            <p:cNvSpPr/>
            <p:nvPr/>
          </p:nvSpPr>
          <p:spPr>
            <a:xfrm>
              <a:off x="3483610" y="351917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2.0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(1995)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58A3FB06-AF31-8778-0267-0C2E29FF9C77}"/>
                </a:ext>
              </a:extLst>
            </p:cNvPr>
            <p:cNvSpPr/>
            <p:nvPr/>
          </p:nvSpPr>
          <p:spPr>
            <a:xfrm>
              <a:off x="4542155" y="351155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3.2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(1997)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B8B96650-9E1A-A273-DA04-CD8D9B6D5541}"/>
                </a:ext>
              </a:extLst>
            </p:cNvPr>
            <p:cNvSpPr/>
            <p:nvPr/>
          </p:nvSpPr>
          <p:spPr>
            <a:xfrm>
              <a:off x="5711825" y="418782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4.01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(1999)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E7A8E4D6-EBEB-893F-52E2-0176BE03754A}"/>
                </a:ext>
              </a:extLst>
            </p:cNvPr>
            <p:cNvCxnSpPr>
              <a:stCxn id="29" idx="4"/>
              <a:endCxn id="30" idx="0"/>
            </p:cNvCxnSpPr>
            <p:nvPr/>
          </p:nvCxnSpPr>
          <p:spPr>
            <a:xfrm>
              <a:off x="2844800" y="3328670"/>
              <a:ext cx="0" cy="19050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8E489C4E-F875-3BFC-C519-C458369763E4}"/>
                </a:ext>
              </a:extLst>
            </p:cNvPr>
            <p:cNvCxnSpPr>
              <a:stCxn id="30" idx="6"/>
              <a:endCxn id="31" idx="2"/>
            </p:cNvCxnSpPr>
            <p:nvPr/>
          </p:nvCxnSpPr>
          <p:spPr>
            <a:xfrm flipV="1">
              <a:off x="3235325" y="3909060"/>
              <a:ext cx="24892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A8316E36-54F7-F59F-1353-5F0557A6FCE4}"/>
                </a:ext>
              </a:extLst>
            </p:cNvPr>
            <p:cNvCxnSpPr>
              <a:stCxn id="31" idx="6"/>
              <a:endCxn id="32" idx="2"/>
            </p:cNvCxnSpPr>
            <p:nvPr/>
          </p:nvCxnSpPr>
          <p:spPr>
            <a:xfrm flipV="1">
              <a:off x="4264660" y="3902075"/>
              <a:ext cx="277495" cy="698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D8F9C2CD-BE91-9801-31C9-D53FAE7D6B4C}"/>
                </a:ext>
              </a:extLst>
            </p:cNvPr>
            <p:cNvCxnSpPr/>
            <p:nvPr/>
          </p:nvCxnSpPr>
          <p:spPr>
            <a:xfrm>
              <a:off x="5278120" y="4097655"/>
              <a:ext cx="494030" cy="27622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F986C525-5634-DD67-B9D8-DF1F97BBF1DD}"/>
                </a:ext>
              </a:extLst>
            </p:cNvPr>
            <p:cNvSpPr/>
            <p:nvPr/>
          </p:nvSpPr>
          <p:spPr>
            <a:xfrm>
              <a:off x="6993255" y="285940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XHTML 1.0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(2000)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8AA9B43E-323C-3874-81B0-22325E21A4F1}"/>
                </a:ext>
              </a:extLst>
            </p:cNvPr>
            <p:cNvSpPr/>
            <p:nvPr/>
          </p:nvSpPr>
          <p:spPr>
            <a:xfrm>
              <a:off x="8308975" y="28454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XHTML 1.1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(2001)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C6CAAA1C-FD60-3680-8CF1-1D110EC915F0}"/>
                </a:ext>
              </a:extLst>
            </p:cNvPr>
            <p:cNvCxnSpPr>
              <a:cxnSpLocks/>
              <a:stCxn id="33" idx="7"/>
              <a:endCxn id="38" idx="3"/>
            </p:cNvCxnSpPr>
            <p:nvPr/>
          </p:nvCxnSpPr>
          <p:spPr>
            <a:xfrm flipV="1">
              <a:off x="6378575" y="3525520"/>
              <a:ext cx="729615" cy="7759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0CB7C475-9C65-7B7F-E195-B112DBC34D20}"/>
                </a:ext>
              </a:extLst>
            </p:cNvPr>
            <p:cNvCxnSpPr>
              <a:cxnSpLocks/>
              <a:endCxn id="39" idx="2"/>
            </p:cNvCxnSpPr>
            <p:nvPr/>
          </p:nvCxnSpPr>
          <p:spPr>
            <a:xfrm>
              <a:off x="7785735" y="3234690"/>
              <a:ext cx="523240" cy="12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FB910610-CC87-4CBB-F057-12E43DB85005}"/>
                </a:ext>
              </a:extLst>
            </p:cNvPr>
            <p:cNvCxnSpPr/>
            <p:nvPr/>
          </p:nvCxnSpPr>
          <p:spPr>
            <a:xfrm flipH="1">
              <a:off x="5415915" y="4872990"/>
              <a:ext cx="442595" cy="5092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59D71A86-EED9-9057-8027-410B0E7B33EC}"/>
                </a:ext>
              </a:extLst>
            </p:cNvPr>
            <p:cNvSpPr/>
            <p:nvPr/>
          </p:nvSpPr>
          <p:spPr>
            <a:xfrm>
              <a:off x="4782185" y="528637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HTML5(2014)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205AF321-E33F-246D-117C-7AE074DE2471}"/>
                </a:ext>
              </a:extLst>
            </p:cNvPr>
            <p:cNvSpPr/>
            <p:nvPr/>
          </p:nvSpPr>
          <p:spPr>
            <a:xfrm>
              <a:off x="6102350" y="52711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5.1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(2016)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53155FBD-542D-8E22-7200-E9E2A03566C7}"/>
                </a:ext>
              </a:extLst>
            </p:cNvPr>
            <p:cNvSpPr/>
            <p:nvPr/>
          </p:nvSpPr>
          <p:spPr>
            <a:xfrm>
              <a:off x="7422515" y="52711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5.2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(2017)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1C574380-13C6-5630-E1AB-554B5D1E4A7F}"/>
                </a:ext>
              </a:extLst>
            </p:cNvPr>
            <p:cNvCxnSpPr>
              <a:cxnSpLocks/>
              <a:stCxn id="43" idx="6"/>
              <a:endCxn id="44" idx="2"/>
            </p:cNvCxnSpPr>
            <p:nvPr/>
          </p:nvCxnSpPr>
          <p:spPr>
            <a:xfrm flipV="1">
              <a:off x="5563235" y="5661025"/>
              <a:ext cx="539115" cy="1587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E0024E6D-1397-A4E9-6120-795B5ECB8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82765" y="5661025"/>
              <a:ext cx="539115" cy="1587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48" name="잉크 5"/>
              <p14:cNvContentPartPr/>
              <p14:nvPr/>
            </p14:nvContentPartPr>
            <p14:xfrm>
              <a:off x="3088640" y="2254250"/>
              <a:ext cx="4371975" cy="104140"/>
            </p14:xfrm>
          </p:contentPart>
        </mc:Choice>
        <mc:Fallback>
          <p:pic>
            <p:nvPicPr>
              <p:cNvPr id="48" name="잉크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8640" y="2254250"/>
                <a:ext cx="4371975" cy="1041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52842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6E442-1454-0355-453B-503E2CBB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역사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B53146-F640-ABC1-3295-B8CA30EA2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HTML</a:t>
            </a:r>
            <a:r>
              <a:rPr lang="ko-KR" altLang="en-US" b="1" dirty="0"/>
              <a:t>의 계보 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SGML (1986) - HTML</a:t>
            </a:r>
            <a:r>
              <a:rPr lang="ko-KR" altLang="en-US" sz="2200" dirty="0"/>
              <a:t>의 기초가 되는 마크업 언어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1.0 (1993) - </a:t>
            </a:r>
            <a:r>
              <a:rPr lang="ko-KR" altLang="en-US" sz="2200" dirty="0"/>
              <a:t>최초의 </a:t>
            </a:r>
            <a:r>
              <a:rPr lang="en-US" altLang="ko-KR" sz="2200" dirty="0"/>
              <a:t>HTML </a:t>
            </a:r>
            <a:r>
              <a:rPr lang="ko-KR" altLang="en-US" sz="2200" dirty="0"/>
              <a:t>표준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2.0 (1995) - </a:t>
            </a:r>
            <a:r>
              <a:rPr lang="ko-KR" altLang="en-US" sz="2200" dirty="0"/>
              <a:t>더 많은 태그 추가</a:t>
            </a:r>
            <a:r>
              <a:rPr lang="en-US" altLang="ko-KR" sz="2200" dirty="0"/>
              <a:t>, </a:t>
            </a:r>
            <a:r>
              <a:rPr lang="ko-KR" altLang="en-US" sz="2200" dirty="0"/>
              <a:t>표준화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3.2 (1997) - </a:t>
            </a:r>
            <a:r>
              <a:rPr lang="ko-KR" altLang="en-US" sz="2200" dirty="0"/>
              <a:t>스타일</a:t>
            </a:r>
            <a:r>
              <a:rPr lang="en-US" altLang="ko-KR" sz="2200" dirty="0"/>
              <a:t>, </a:t>
            </a:r>
            <a:r>
              <a:rPr lang="ko-KR" altLang="en-US" sz="2200" dirty="0"/>
              <a:t>스크립트 지원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4.01 (1999) - CSS </a:t>
            </a:r>
            <a:r>
              <a:rPr lang="ko-KR" altLang="en-US" sz="2200" dirty="0"/>
              <a:t>지원</a:t>
            </a:r>
            <a:r>
              <a:rPr lang="en-US" altLang="ko-KR" sz="2200" dirty="0"/>
              <a:t>, </a:t>
            </a:r>
            <a:r>
              <a:rPr lang="ko-KR" altLang="en-US" sz="2200" dirty="0"/>
              <a:t>표 형식 개선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XHTML 1.0 (2000) - XML </a:t>
            </a:r>
            <a:r>
              <a:rPr lang="ko-KR" altLang="en-US" sz="2200" dirty="0"/>
              <a:t>기반 </a:t>
            </a:r>
            <a:r>
              <a:rPr lang="en-US" altLang="ko-KR" sz="2200" dirty="0"/>
              <a:t>HTML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XHTML 1.1 (2001) - </a:t>
            </a:r>
            <a:r>
              <a:rPr lang="ko-KR" altLang="en-US" sz="2200" dirty="0"/>
              <a:t>모듈화 된 </a:t>
            </a:r>
            <a:r>
              <a:rPr lang="en-US" altLang="ko-KR" sz="2200" dirty="0"/>
              <a:t>XHTML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HTML5 (2014) - </a:t>
            </a:r>
            <a:r>
              <a:rPr lang="ko-KR" altLang="en-US" sz="2200" dirty="0"/>
              <a:t>멀티미디어 태그</a:t>
            </a:r>
            <a:r>
              <a:rPr lang="en-US" altLang="ko-KR" sz="2200" dirty="0"/>
              <a:t>, </a:t>
            </a:r>
            <a:r>
              <a:rPr lang="ko-KR" altLang="en-US" sz="2200" dirty="0"/>
              <a:t>반응형 웹 지원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HTML5.1 (2016), HTML5.2 (2017) - </a:t>
            </a:r>
            <a:r>
              <a:rPr lang="ko-KR" altLang="en-US" sz="2200" dirty="0"/>
              <a:t>추가 기능 및 수정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A08921-E786-7486-1ED9-D1527192C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688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HTML의 주요 특징</a:t>
            </a:r>
            <a:endParaRPr/>
          </a:p>
        </p:txBody>
      </p:sp>
      <p:sp>
        <p:nvSpPr>
          <p:cNvPr id="51" name="Google Shape;51;p3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간결성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웹 페이지의 구조 만을 정의하므로 복잡한 문법이나 논리 연산이 필요하지 않다</a:t>
            </a:r>
            <a:r>
              <a:rPr lang="en-US" altLang="ko-KR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간단한 구조 덕분에 초보자도 쉽게 접근할 수 있다</a:t>
            </a:r>
            <a:r>
              <a:rPr lang="en-US" altLang="ko-KR" dirty="0"/>
              <a:t>.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확장성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CSS, JavaScript</a:t>
            </a:r>
            <a:r>
              <a:rPr lang="ko-KR" altLang="en-US" dirty="0"/>
              <a:t>와 결합하여 다양한 스타일과 동작을 추가할 수 있다</a:t>
            </a:r>
            <a:r>
              <a:rPr lang="en-US" altLang="ko-KR" dirty="0"/>
              <a:t>.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표준화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W3C(World Wide Web Consortium) </a:t>
            </a:r>
          </a:p>
          <a:p>
            <a:pPr marL="1257300" lvl="2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WWW(World Wide Web)</a:t>
            </a:r>
            <a:r>
              <a:rPr lang="ko-KR" altLang="en-US" dirty="0"/>
              <a:t>의 표준을 개발하고 관리하는 국제 기관이다</a:t>
            </a:r>
            <a:r>
              <a:rPr lang="en-US" altLang="ko-KR" dirty="0"/>
              <a:t>.</a:t>
            </a:r>
          </a:p>
          <a:p>
            <a:pPr marL="1257300" lvl="2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HTML, CSS, XML, </a:t>
            </a:r>
            <a:r>
              <a:rPr lang="ko-KR" altLang="en-US" dirty="0"/>
              <a:t>웹 접근성</a:t>
            </a:r>
            <a:r>
              <a:rPr lang="en-US" altLang="ko-KR" dirty="0"/>
              <a:t>(WCAG), </a:t>
            </a:r>
            <a:r>
              <a:rPr lang="ko-KR" altLang="en-US" dirty="0"/>
              <a:t>웹 보안 등의 웹 표준을 개발 및 권장한다</a:t>
            </a:r>
            <a:r>
              <a:rPr lang="en-US" altLang="ko-KR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모든 웹 브라우저에서 동일하게 동작하도록 설계되어 있다</a:t>
            </a:r>
            <a:r>
              <a:rPr lang="en-US" altLang="ko-KR" dirty="0"/>
              <a:t>.</a:t>
            </a:r>
          </a:p>
        </p:txBody>
      </p:sp>
      <p:sp>
        <p:nvSpPr>
          <p:cNvPr id="52" name="Google Shape;52;p3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53" name="Google Shape;53;p3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텍스트 상자 6"/>
          <p:cNvSpPr txBox="1">
            <a:spLocks/>
          </p:cNvSpPr>
          <p:nvPr/>
        </p:nvSpPr>
        <p:spPr>
          <a:xfrm rot="0">
            <a:off x="8618220" y="2087880"/>
            <a:ext cx="243141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조건</a:t>
            </a:r>
            <a:r>
              <a:rPr lang="ko-KR" sz="1800">
                <a:latin typeface="맑은 고딕" charset="0"/>
                <a:ea typeface="맑은 고딕" charset="0"/>
              </a:rPr>
              <a:t>문, </a:t>
            </a:r>
            <a:r>
              <a:rPr lang="ko-KR" sz="1800">
                <a:latin typeface="맑은 고딕" charset="0"/>
                <a:ea typeface="맑은 고딕" charset="0"/>
              </a:rPr>
              <a:t>사칙연산 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5" name="텍스트 상자 7"/>
          <p:cNvSpPr txBox="1">
            <a:spLocks/>
          </p:cNvSpPr>
          <p:nvPr/>
        </p:nvSpPr>
        <p:spPr>
          <a:xfrm rot="0">
            <a:off x="3550920" y="243840"/>
            <a:ext cx="753681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웹 </a:t>
            </a:r>
            <a:r>
              <a:rPr lang="ko-KR" sz="1800">
                <a:latin typeface="맑은 고딕" charset="0"/>
                <a:ea typeface="맑은 고딕" charset="0"/>
              </a:rPr>
              <a:t>브라우저가 있으면 웹으로 만들 프로그램 다 돌아간다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HTML의 </a:t>
            </a:r>
            <a:r>
              <a:rPr lang="en-US" dirty="0" err="1"/>
              <a:t>활용</a:t>
            </a:r>
            <a:r>
              <a:rPr lang="en-US" dirty="0"/>
              <a:t> </a:t>
            </a:r>
            <a:r>
              <a:rPr lang="en-US" dirty="0" err="1"/>
              <a:t>분야</a:t>
            </a:r>
            <a:r>
              <a:rPr lang="en-US" dirty="0"/>
              <a:t>/</a:t>
            </a:r>
            <a:r>
              <a:rPr lang="en-US" dirty="0" err="1"/>
              <a:t>기본구조</a:t>
            </a:r>
            <a:r>
              <a:rPr lang="en-US" dirty="0"/>
              <a:t>(1)</a:t>
            </a:r>
            <a:endParaRPr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2FD067-1D4C-EF5A-F44D-761258A3C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1143615" cy="5019675"/>
          </a:xfrm>
        </p:spPr>
        <p:txBody>
          <a:bodyPr>
            <a:normAutofit fontScale="92500"/>
          </a:bodyPr>
          <a:lstStyle/>
          <a:p>
            <a:pPr>
              <a:lnSpc>
                <a:spcPct val="160000"/>
              </a:lnSpc>
            </a:pPr>
            <a:r>
              <a:rPr lang="ko-KR" altLang="en-US" dirty="0"/>
              <a:t>웹 어플리케이션 개발 중에서 프론트 앤드 프레임워크에서 </a:t>
            </a:r>
            <a:r>
              <a:rPr lang="en-US" altLang="ko-KR" dirty="0"/>
              <a:t>HTML</a:t>
            </a:r>
            <a:r>
              <a:rPr lang="ko-KR" altLang="en-US" dirty="0"/>
              <a:t>이 기본으로 사용된다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웹 게임 개발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HTML5</a:t>
            </a:r>
            <a:r>
              <a:rPr lang="ko-KR" altLang="en-US" dirty="0"/>
              <a:t>의 </a:t>
            </a:r>
            <a:r>
              <a:rPr lang="en-US" altLang="ko-KR" dirty="0"/>
              <a:t>Canvas API</a:t>
            </a:r>
            <a:r>
              <a:rPr lang="ko-KR" altLang="en-US" dirty="0"/>
              <a:t>와 </a:t>
            </a:r>
            <a:r>
              <a:rPr lang="en-US" altLang="ko-KR" dirty="0"/>
              <a:t>WebGL</a:t>
            </a:r>
            <a:r>
              <a:rPr lang="ko-KR" altLang="en-US" dirty="0"/>
              <a:t>을 활용하면 웹 브라우저 기반 </a:t>
            </a:r>
            <a:r>
              <a:rPr lang="en-US" altLang="ko-KR" dirty="0"/>
              <a:t>2d</a:t>
            </a:r>
            <a:r>
              <a:rPr lang="ko-KR" altLang="en-US" dirty="0"/>
              <a:t>와 </a:t>
            </a:r>
            <a:r>
              <a:rPr lang="en-US" altLang="ko-KR" dirty="0"/>
              <a:t>3d </a:t>
            </a:r>
            <a:r>
              <a:rPr lang="ko-KR" altLang="en-US" dirty="0"/>
              <a:t>게임을 개발할 수 있다</a:t>
            </a:r>
            <a:r>
              <a:rPr lang="en-US" altLang="ko-KR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주로 </a:t>
            </a:r>
            <a:r>
              <a:rPr lang="en-US" altLang="ko-KR" dirty="0"/>
              <a:t>JavaScript </a:t>
            </a:r>
            <a:r>
              <a:rPr lang="ko-KR" altLang="en-US" dirty="0"/>
              <a:t>게임 엔진과 함께 사용된다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데이터 시각화 및 대시보드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</a:t>
            </a:r>
            <a:r>
              <a:rPr lang="ko-KR" altLang="en-US" dirty="0"/>
              <a:t>과 </a:t>
            </a:r>
            <a:r>
              <a:rPr lang="en-US" altLang="ko-KR" dirty="0"/>
              <a:t>JavaScript </a:t>
            </a:r>
            <a:r>
              <a:rPr lang="ko-KR" altLang="en-US" dirty="0"/>
              <a:t>라이브러리를 사용하여 데이터 시각화 및 분석 도구를 만들 수 있다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기업의 </a:t>
            </a:r>
            <a:r>
              <a:rPr lang="en-US" altLang="ko-KR" b="1" dirty="0"/>
              <a:t>BI(Business Intelligence) </a:t>
            </a:r>
            <a:r>
              <a:rPr lang="ko-KR" altLang="en-US" b="1" dirty="0"/>
              <a:t>대시보드에서 활용된다</a:t>
            </a:r>
            <a:r>
              <a:rPr lang="en-US" altLang="ko-KR" b="1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사물 인터넷</a:t>
            </a:r>
            <a:r>
              <a:rPr lang="en-US" altLang="ko-KR" dirty="0"/>
              <a:t>(IoT)</a:t>
            </a:r>
            <a:r>
              <a:rPr lang="ko-KR" altLang="en-US" dirty="0"/>
              <a:t>에 대한 인터페이스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</a:t>
            </a:r>
            <a:r>
              <a:rPr lang="ko-KR" altLang="en-US" dirty="0"/>
              <a:t>을 이용하여 </a:t>
            </a:r>
            <a:r>
              <a:rPr lang="en-US" altLang="ko-KR" dirty="0"/>
              <a:t>IoT </a:t>
            </a:r>
            <a:r>
              <a:rPr lang="ko-KR" altLang="en-US" dirty="0"/>
              <a:t>기기와 연결되는 웹 기반 대시보드 및 제어 시스템을 개발할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텍스트 상자 8"/>
          <p:cNvSpPr txBox="1">
            <a:spLocks/>
          </p:cNvSpPr>
          <p:nvPr/>
        </p:nvSpPr>
        <p:spPr>
          <a:xfrm rot="0">
            <a:off x="3177540" y="3063240"/>
            <a:ext cx="310959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프레임워크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57">
          <a:extLst>
            <a:ext uri="{FF2B5EF4-FFF2-40B4-BE49-F238E27FC236}">
              <a16:creationId xmlns:a16="http://schemas.microsoft.com/office/drawing/2014/main" id="{31026EF2-D34B-FD62-E05B-3D7ECFE5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xfrm rot="0">
            <a:off x="590550" y="138430"/>
            <a:ext cx="10363835" cy="762635"/>
          </a:xfrm>
          <a:prstGeom prst="rect"/>
          <a:noFill/>
          <a:ln>
            <a:noFill/>
            <a:prstDash/>
          </a:ln>
        </p:spPr>
        <p:txBody>
          <a:bodyPr wrap="square" lIns="91440" tIns="45720" rIns="91440" bIns="45720" numCol="1" vert="horz" anchor="t">
            <a:noAutofit/>
          </a:bodyPr>
          <a:lstStyle/>
          <a:p>
            <a:pPr marL="0" indent="0" rtl="0" algn="l"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/>
              <a:t>HTML의 활용 분야/기본구조(2)</a:t>
            </a:r>
            <a:endParaRPr lang="ko-KR" altLang="en-US"/>
          </a:p>
        </p:txBody>
      </p:sp>
      <p:sp>
        <p:nvSpPr>
          <p:cNvPr id="59" name="Google Shape;59;p4">
            <a:extLst>
              <a:ext uri="{FF2B5EF4-FFF2-40B4-BE49-F238E27FC236}">
                <a16:creationId xmlns:a16="http://schemas.microsoft.com/office/drawing/2014/main" id="{BF3F5AF6-AFD6-BD3C-2668-4D97EEE7D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4926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272"/>
              </a:spcBef>
              <a:spcAft>
                <a:spcPts val="0"/>
              </a:spcAft>
              <a:buSzPct val="100000"/>
              <a:buChar char="■"/>
            </a:pPr>
            <a:r>
              <a:rPr lang="en-US" sz="2000" b="1" dirty="0"/>
              <a:t>HTML의 기본 구조</a:t>
            </a:r>
            <a:endParaRPr sz="2000" b="1" dirty="0"/>
          </a:p>
        </p:txBody>
      </p:sp>
      <p:sp>
        <p:nvSpPr>
          <p:cNvPr id="60" name="Google Shape;60;p4">
            <a:extLst>
              <a:ext uri="{FF2B5EF4-FFF2-40B4-BE49-F238E27FC236}">
                <a16:creationId xmlns:a16="http://schemas.microsoft.com/office/drawing/2014/main" id="{B5BE5A92-8B65-04C6-4B94-162145B504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61" name="Google Shape;61;p4">
            <a:extLst>
              <a:ext uri="{FF2B5EF4-FFF2-40B4-BE49-F238E27FC236}">
                <a16:creationId xmlns:a16="http://schemas.microsoft.com/office/drawing/2014/main" id="{28D9347B-397A-3A39-8131-B62DA5C1E53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62" name="Google Shape;62;p4">
            <a:extLst>
              <a:ext uri="{FF2B5EF4-FFF2-40B4-BE49-F238E27FC236}">
                <a16:creationId xmlns:a16="http://schemas.microsoft.com/office/drawing/2014/main" id="{F069210D-03BE-2A61-43A8-A9A91AFF89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9664698"/>
              </p:ext>
            </p:extLst>
          </p:nvPr>
        </p:nvGraphicFramePr>
        <p:xfrm>
          <a:off x="676105" y="1658466"/>
          <a:ext cx="4433777" cy="4150370"/>
        </p:xfrm>
        <a:graphic>
          <a:graphicData uri="http://schemas.openxmlformats.org/drawingml/2006/table">
            <a:tbl>
              <a:tblPr firstRow="1" bandRow="1">
                <a:noFill/>
                <a:tableStyleId>{6246F7F3-65B4-4687-8165-8F984BE82663}</a:tableStyleId>
              </a:tblPr>
              <a:tblGrid>
                <a:gridCol w="4433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3383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&lt;!DOCTYPE html&gt;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&lt;html&gt;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&lt;head&gt;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&lt;title&gt;문서 제목&lt;/title&gt;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&lt;/head&gt;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&lt;body&gt;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&lt;h1&gt;안녕하세요!&lt;/h1&gt;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&lt;p&gt;이것은 HTML 문서입니다.&lt;/p&gt;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&lt;/body&gt;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&lt;/html&gt;</a:t>
                      </a:r>
                      <a:endParaRPr sz="1800" b="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3B0F827-1123-470E-560D-D6A3AC1862A1}"/>
              </a:ext>
            </a:extLst>
          </p:cNvPr>
          <p:cNvSpPr txBox="1"/>
          <p:nvPr/>
        </p:nvSpPr>
        <p:spPr>
          <a:xfrm>
            <a:off x="5923280" y="1219835"/>
            <a:ext cx="6099810" cy="484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&lt;!DOCTYPE html&gt;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HTML5 </a:t>
            </a:r>
            <a:r>
              <a:rPr lang="ko-KR" altLang="en-US" sz="1600" dirty="0"/>
              <a:t>문서를 선언한다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&lt;html&gt;&lt;/html&gt;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HTML </a:t>
            </a:r>
            <a:r>
              <a:rPr lang="ko-KR" altLang="en-US" sz="1600" dirty="0"/>
              <a:t>문서의 최상위 루트 요소이다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&lt;head&gt;&lt;/head&gt;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메타데이터 및 제목</a:t>
            </a:r>
            <a:r>
              <a:rPr lang="en-US" altLang="ko-KR" sz="1600" dirty="0"/>
              <a:t>, </a:t>
            </a:r>
            <a:r>
              <a:rPr lang="ko-KR" altLang="en-US" sz="1600" dirty="0"/>
              <a:t>스타일</a:t>
            </a:r>
            <a:r>
              <a:rPr lang="en-US" altLang="ko-KR" sz="1600" dirty="0"/>
              <a:t>, </a:t>
            </a:r>
            <a:r>
              <a:rPr lang="ko-KR" altLang="en-US" sz="1600" dirty="0"/>
              <a:t>스크립트를 포함한다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&lt;body&gt;&lt;/body&gt;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웹 페이지에 표시될 콘텐츠를 포함한다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&lt;h1&gt;&lt;/h1&gt;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&lt;h1&gt; </a:t>
            </a:r>
            <a:r>
              <a:rPr lang="ko-KR" altLang="en-US" sz="1600" dirty="0"/>
              <a:t>부터 </a:t>
            </a:r>
            <a:r>
              <a:rPr lang="en-US" altLang="ko-KR" sz="1600" dirty="0"/>
              <a:t>&lt;h6&gt; </a:t>
            </a:r>
            <a:r>
              <a:rPr lang="ko-KR" altLang="en-US" sz="1600" dirty="0"/>
              <a:t>까지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제목 글에 활용된다</a:t>
            </a:r>
            <a:r>
              <a:rPr lang="en-US" altLang="ko-KR" sz="1600" dirty="0"/>
              <a:t>. </a:t>
            </a:r>
          </a:p>
          <a:p>
            <a:pPr marL="1143000" lvl="2" indent="-2286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&lt;h1&gt;</a:t>
            </a:r>
            <a:r>
              <a:rPr lang="ko-KR" altLang="en-US" sz="1600" dirty="0"/>
              <a:t>이 가장 크고 </a:t>
            </a:r>
            <a:r>
              <a:rPr lang="en-US" altLang="ko-KR" sz="1600" dirty="0"/>
              <a:t>&lt;h6&gt;</a:t>
            </a:r>
            <a:r>
              <a:rPr lang="ko-KR" altLang="en-US" sz="1600" dirty="0"/>
              <a:t>이 가장 작다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</a:t>
            </a:r>
            <a:r>
              <a:rPr lang="en-US" altLang="ko-KR" sz="1600" b="1" dirty="0"/>
              <a:t>p&gt;&lt;/p&gt;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태그는 문단</a:t>
            </a:r>
            <a:r>
              <a:rPr lang="en-US" altLang="ko-KR" sz="1600" dirty="0"/>
              <a:t>(Paragraph)</a:t>
            </a:r>
            <a:r>
              <a:rPr lang="ko-KR" altLang="en-US" sz="1600" dirty="0"/>
              <a:t>을 정의할 때 사용된다</a:t>
            </a:r>
            <a:r>
              <a:rPr lang="en-US" altLang="ko-KR" sz="1600" dirty="0"/>
              <a:t>.</a:t>
            </a:r>
          </a:p>
        </p:txBody>
      </p:sp>
      <p:sp>
        <p:nvSpPr>
          <p:cNvPr id="63" name="텍스트 상자 9"/>
          <p:cNvSpPr txBox="1">
            <a:spLocks/>
          </p:cNvSpPr>
          <p:nvPr/>
        </p:nvSpPr>
        <p:spPr>
          <a:xfrm rot="0">
            <a:off x="3192780" y="1249680"/>
            <a:ext cx="24771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태그들의 </a:t>
            </a:r>
            <a:r>
              <a:rPr lang="ko-KR" sz="1800">
                <a:latin typeface="맑은 고딕" charset="0"/>
                <a:ea typeface="맑은 고딕" charset="0"/>
              </a:rPr>
              <a:t>모임..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4" name="잉크 11"/>
              <p14:cNvContentPartPr/>
              <p14:nvPr/>
            </p14:nvContentPartPr>
            <p14:xfrm>
              <a:off x="5455920" y="784860"/>
              <a:ext cx="7620" cy="7620"/>
            </p14:xfrm>
          </p:contentPart>
        </mc:Choice>
        <mc:Fallback>
          <p:pic>
            <p:nvPicPr>
              <p:cNvPr id="64" name="잉크 11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455920" y="784860"/>
                <a:ext cx="7620" cy="7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65" name="잉크 12"/>
              <p14:cNvContentPartPr/>
              <p14:nvPr/>
            </p14:nvContentPartPr>
            <p14:xfrm>
              <a:off x="6751320" y="1981200"/>
              <a:ext cx="1089660" cy="7620"/>
            </p14:xfrm>
          </p:contentPart>
        </mc:Choice>
        <mc:Fallback>
          <p:pic>
            <p:nvPicPr>
              <p:cNvPr id="65" name="잉크 12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751320" y="1981200"/>
                <a:ext cx="1089660" cy="7620"/>
              </a:xfrm>
              <a:prstGeom prst="rect">
                <a:avLst/>
              </a:prstGeom>
            </p:spPr>
          </p:pic>
        </mc:Fallback>
      </mc:AlternateContent>
      <p:sp>
        <p:nvSpPr>
          <p:cNvPr id="66" name="텍스트 상자 13"/>
          <p:cNvSpPr txBox="1">
            <a:spLocks/>
          </p:cNvSpPr>
          <p:nvPr/>
        </p:nvSpPr>
        <p:spPr>
          <a:xfrm rot="0">
            <a:off x="5349240" y="167640"/>
            <a:ext cx="56775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열고 </a:t>
            </a:r>
            <a:r>
              <a:rPr lang="ko-KR" sz="1800">
                <a:latin typeface="맑은 고딕" charset="0"/>
                <a:ea typeface="맑은 고딕" charset="0"/>
              </a:rPr>
              <a:t>닫는 구조인데</a:t>
            </a:r>
            <a:r>
              <a:rPr lang="ko-KR" sz="1800">
                <a:latin typeface="맑은 고딕" charset="0"/>
                <a:ea typeface="맑은 고딕" charset="0"/>
              </a:rPr>
              <a:t>,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  </a:t>
            </a:r>
            <a:r>
              <a:rPr lang="ko-KR" sz="1800">
                <a:latin typeface="맑은 고딕" charset="0"/>
                <a:ea typeface="맑은 고딕" charset="0"/>
              </a:rPr>
              <a:t>‘/’</a:t>
            </a:r>
            <a:r>
              <a:rPr lang="ko-KR" sz="1800">
                <a:latin typeface="맑은 고딕" charset="0"/>
                <a:ea typeface="맑은 고딕" charset="0"/>
              </a:rPr>
              <a:t>를 </a:t>
            </a:r>
            <a:r>
              <a:rPr lang="ko-KR" sz="1800">
                <a:latin typeface="맑은 고딕" charset="0"/>
                <a:ea typeface="맑은 고딕" charset="0"/>
              </a:rPr>
              <a:t>쳐줘 </a:t>
            </a:r>
            <a:r>
              <a:rPr lang="ko-KR" sz="1800">
                <a:latin typeface="맑은 고딕" charset="0"/>
                <a:ea typeface="맑은 고딕" charset="0"/>
              </a:rPr>
              <a:t>닫는다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14"/>
          <p:cNvSpPr txBox="1">
            <a:spLocks/>
          </p:cNvSpPr>
          <p:nvPr/>
        </p:nvSpPr>
        <p:spPr>
          <a:xfrm rot="0">
            <a:off x="5341620" y="3505200"/>
            <a:ext cx="13341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본문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8" name="텍스트 상자 16"/>
          <p:cNvSpPr txBox="1">
            <a:spLocks/>
          </p:cNvSpPr>
          <p:nvPr/>
        </p:nvSpPr>
        <p:spPr>
          <a:xfrm rot="0">
            <a:off x="5341620" y="2781300"/>
            <a:ext cx="104457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제목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9" name="텍스트 상자 17"/>
          <p:cNvSpPr txBox="1">
            <a:spLocks/>
          </p:cNvSpPr>
          <p:nvPr/>
        </p:nvSpPr>
        <p:spPr>
          <a:xfrm rot="0">
            <a:off x="853440" y="601980"/>
            <a:ext cx="390969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이거 </a:t>
            </a:r>
            <a:r>
              <a:rPr sz="1800">
                <a:latin typeface="맑은 고딕" charset="0"/>
                <a:ea typeface="맑은 고딕" charset="0"/>
              </a:rPr>
              <a:t>다 쓸줄 알아라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0" name="텍스트 상자 18"/>
          <p:cNvSpPr txBox="1">
            <a:spLocks/>
          </p:cNvSpPr>
          <p:nvPr/>
        </p:nvSpPr>
        <p:spPr>
          <a:xfrm rot="0">
            <a:off x="9166860" y="3352800"/>
            <a:ext cx="99885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=</a:t>
            </a:r>
            <a:r>
              <a:rPr sz="1100">
                <a:latin typeface="맑은 고딕" charset="0"/>
                <a:ea typeface="맑은 고딕" charset="0"/>
              </a:rPr>
              <a:t>링크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71" name="잉크 19"/>
              <p14:cNvContentPartPr/>
              <p14:nvPr/>
            </p14:nvContentPartPr>
            <p14:xfrm>
              <a:off x="914400" y="883920"/>
              <a:ext cx="1965960" cy="45720"/>
            </p14:xfrm>
          </p:contentPart>
        </mc:Choice>
        <mc:Fallback>
          <p:pic>
            <p:nvPicPr>
              <p:cNvPr id="71" name="잉크 19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14400" y="883920"/>
                <a:ext cx="196596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72" name="잉크 20"/>
              <p14:cNvContentPartPr/>
              <p14:nvPr/>
            </p14:nvContentPartPr>
            <p14:xfrm>
              <a:off x="5539740" y="533400"/>
              <a:ext cx="3924300" cy="76200"/>
            </p14:xfrm>
          </p:contentPart>
        </mc:Choice>
        <mc:Fallback>
          <p:pic>
            <p:nvPicPr>
              <p:cNvPr id="72" name="잉크 20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539740" y="533400"/>
                <a:ext cx="3924300" cy="7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73" name="잉크 21"/>
              <p14:cNvContentPartPr/>
              <p14:nvPr/>
            </p14:nvContentPartPr>
            <p14:xfrm>
              <a:off x="7056120" y="5326380"/>
              <a:ext cx="3406140" cy="38100"/>
            </p14:xfrm>
          </p:contentPart>
        </mc:Choice>
        <mc:Fallback>
          <p:pic>
            <p:nvPicPr>
              <p:cNvPr id="73" name="잉크 21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056120" y="5326380"/>
                <a:ext cx="3406140" cy="38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74" name="잉크 22"/>
              <p14:cNvContentPartPr/>
              <p14:nvPr/>
            </p14:nvContentPartPr>
            <p14:xfrm>
              <a:off x="8595360" y="4953000"/>
              <a:ext cx="365760" cy="502920"/>
            </p14:xfrm>
          </p:contentPart>
        </mc:Choice>
        <mc:Fallback>
          <p:pic>
            <p:nvPicPr>
              <p:cNvPr id="74" name="잉크 22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8595360" y="4953000"/>
                <a:ext cx="365760" cy="502920"/>
              </a:xfrm>
              <a:prstGeom prst="rect">
                <a:avLst/>
              </a:prstGeom>
            </p:spPr>
          </p:pic>
        </mc:Fallback>
      </mc:AlternateContent>
      <p:sp>
        <p:nvSpPr>
          <p:cNvPr id="75" name="텍스트 상자 1"/>
          <p:cNvSpPr txBox="1">
            <a:spLocks/>
          </p:cNvSpPr>
          <p:nvPr/>
        </p:nvSpPr>
        <p:spPr>
          <a:xfrm rot="0">
            <a:off x="6602730" y="713740"/>
            <a:ext cx="27076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강의자료 </a:t>
            </a:r>
            <a:r>
              <a:rPr lang="ko-KR" sz="1800">
                <a:latin typeface="맑은 고딕" charset="0"/>
                <a:ea typeface="맑은 고딕" charset="0"/>
              </a:rPr>
              <a:t>태</a:t>
            </a:r>
            <a:r>
              <a:rPr lang="ko-KR" sz="1800">
                <a:latin typeface="맑은 고딕" charset="0"/>
                <a:ea typeface="맑은 고딕" charset="0"/>
              </a:rPr>
              <a:t>그</a:t>
            </a:r>
            <a:r>
              <a:rPr lang="ko-KR" sz="1800">
                <a:latin typeface="맑은 고딕" charset="0"/>
                <a:ea typeface="맑은 고딕" charset="0"/>
              </a:rPr>
              <a:t> 다 외</a:t>
            </a:r>
            <a:r>
              <a:rPr lang="ko-KR" sz="1800">
                <a:latin typeface="맑은 고딕" charset="0"/>
                <a:ea typeface="맑은 고딕" charset="0"/>
              </a:rPr>
              <a:t>워라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76" name="잉크 3"/>
              <p14:cNvContentPartPr/>
              <p14:nvPr/>
            </p14:nvContentPartPr>
            <p14:xfrm>
              <a:off x="6064885" y="200660"/>
              <a:ext cx="3529965" cy="1275080"/>
            </p14:xfrm>
          </p:contentPart>
        </mc:Choice>
        <mc:Fallback>
          <p:pic>
            <p:nvPicPr>
              <p:cNvPr id="76" name="잉크 3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064885" y="200660"/>
                <a:ext cx="3529965" cy="127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77" name="잉크 4"/>
              <p14:cNvContentPartPr/>
              <p14:nvPr/>
            </p14:nvContentPartPr>
            <p14:xfrm>
              <a:off x="4853305" y="1331595"/>
              <a:ext cx="930910" cy="4476750"/>
            </p14:xfrm>
          </p:contentPart>
        </mc:Choice>
        <mc:Fallback>
          <p:pic>
            <p:nvPicPr>
              <p:cNvPr id="77" name="잉크 4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853305" y="1331595"/>
                <a:ext cx="930910" cy="44767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78" name="잉크 5"/>
              <p14:cNvContentPartPr/>
              <p14:nvPr/>
            </p14:nvContentPartPr>
            <p14:xfrm>
              <a:off x="7508875" y="6081395"/>
              <a:ext cx="1997710" cy="144145"/>
            </p14:xfrm>
          </p:contentPart>
        </mc:Choice>
        <mc:Fallback>
          <p:pic>
            <p:nvPicPr>
              <p:cNvPr id="78" name="잉크 5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508875" y="6081395"/>
                <a:ext cx="1997710" cy="14414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746665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5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endParaRPr/>
          </a:p>
        </p:txBody>
      </p:sp>
      <p:sp>
        <p:nvSpPr>
          <p:cNvPr id="68" name="Google Shape;68;p5"/>
          <p:cNvSpPr txBox="1">
            <a:spLocks noGrp="1"/>
          </p:cNvSpPr>
          <p:nvPr>
            <p:ph type="body" idx="1"/>
          </p:nvPr>
        </p:nvSpPr>
        <p:spPr>
          <a:xfrm rot="0">
            <a:off x="592455" y="1152525"/>
            <a:ext cx="10363835" cy="5020310"/>
          </a:xfrm>
          <a:prstGeom prst="rect"/>
          <a:noFill/>
          <a:ln>
            <a:noFill/>
            <a:prstDash/>
          </a:ln>
        </p:spPr>
        <p:txBody>
          <a:bodyPr wrap="square" lIns="91440" tIns="45720" rIns="91440" bIns="45720" numCol="1" vert="horz" anchor="t">
            <a:normAutofit fontScale="77500" lnSpcReduction="20000"/>
          </a:bodyPr>
          <a:lstStyle/>
          <a:p>
            <a:pPr marL="342900" indent="-3429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■"/>
            </a:pPr>
            <a:r>
              <a:rPr lang="en-US" b="1"/>
              <a:t>태그와 요소</a:t>
            </a:r>
            <a:endParaRPr lang="ko-KR" altLang="en-US" b="1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/>
              <a:t>태그: &lt;태그명&gt; 형태로 작성된다.</a:t>
            </a:r>
            <a:endParaRPr lang="ko-KR" altLang="en-US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/>
              <a:t>요소: 시작 태그와 종료 태그 및 그 사이의 콘텐츠를 포함한다.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>
                <a:solidFill>
                  <a:srgbClr val="00B0F0"/>
                </a:solidFill>
              </a:rPr>
              <a:t>&lt;p&gt;이것은 단락입니다.&lt;/p&gt;</a:t>
            </a:r>
            <a:endParaRPr lang="ko-KR" altLang="en-US" b="1">
              <a:solidFill>
                <a:srgbClr val="00B0F0"/>
              </a:solidFill>
            </a:endParaRPr>
          </a:p>
          <a:p>
            <a:pPr marL="342900" indent="-342900" rtl="0" algn="l">
              <a:lnSpc>
                <a:spcPct val="160000"/>
              </a:lnSpc>
              <a:spcBef>
                <a:spcPts val="440"/>
              </a:spcBef>
              <a:spcAft>
                <a:spcPts val="0"/>
              </a:spcAft>
              <a:buFont typeface="Arial"/>
              <a:buChar char="■"/>
            </a:pPr>
            <a:r>
              <a:rPr lang="en-US" b="1"/>
              <a:t>속성(Attributes)</a:t>
            </a:r>
            <a:endParaRPr lang="ko-KR" altLang="en-US" b="1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 b="1"/>
              <a:t>태그에 추가 정보를 제공하고, name=</a:t>
            </a:r>
            <a:r>
              <a:rPr lang="en-US" sz="2000" b="1"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/>
              <a:t>value</a:t>
            </a:r>
            <a:r>
              <a:rPr lang="en-US" sz="2000" b="1">
                <a:latin typeface="Tahoma" charset="0"/>
                <a:ea typeface="Tahoma" charset="0"/>
                <a:cs typeface="Tahoma" charset="0"/>
              </a:rPr>
              <a:t>”</a:t>
            </a:r>
            <a:r>
              <a:rPr lang="en-US" b="1"/>
              <a:t> 형식으로 작성된다.</a:t>
            </a:r>
            <a:endParaRPr lang="ko-KR" altLang="en-US" b="1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>
                <a:solidFill>
                  <a:srgbClr val="00B0F0"/>
                </a:solidFill>
              </a:rPr>
              <a:t>&lt;img src=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image.jpg” alt=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이미지 설명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”&gt;</a:t>
            </a:r>
            <a:endParaRPr lang="ko-KR" altLang="en-US" sz="2000" b="1">
              <a:solidFill>
                <a:srgbClr val="00B0F0"/>
              </a:solidFill>
              <a:latin typeface="Tahoma" charset="0"/>
              <a:ea typeface="Tahoma" charset="0"/>
              <a:cs typeface="Tahoma" charset="0"/>
            </a:endParaRPr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 b="1">
                <a:latin typeface="Tahoma" charset="0"/>
                <a:ea typeface="Tahoma" charset="0"/>
                <a:cs typeface="Tahoma" charset="0"/>
              </a:rPr>
              <a:t>속성은</a:t>
            </a:r>
            <a:r>
              <a:rPr lang="en-US" b="1">
                <a:latin typeface="Tahoma" charset="0"/>
                <a:ea typeface="Tahoma" charset="0"/>
                <a:cs typeface="Tahoma" charset="0"/>
              </a:rPr>
              <a:t> 태그의 동작이나 스타일을 변경할 수 있다.</a:t>
            </a:r>
            <a:endParaRPr lang="ko-KR" altLang="en-US" b="1">
              <a:latin typeface="Tahoma" charset="0"/>
              <a:ea typeface="Tahoma" charset="0"/>
              <a:cs typeface="Tahoma" charset="0"/>
            </a:endParaRPr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id</a:t>
            </a:r>
            <a:r>
              <a:rPr lang="en-US"/>
              <a:t> : 요소의 고유 식별자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class</a:t>
            </a:r>
            <a:r>
              <a:rPr lang="en-US"/>
              <a:t> : 스타일 또는 스크립트를 위한 그룹화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style</a:t>
            </a:r>
            <a:r>
              <a:rPr lang="en-US"/>
              <a:t> : 인라인 스타일 지정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title</a:t>
            </a:r>
            <a:r>
              <a:rPr lang="en-US"/>
              <a:t> : 요소의 추가 정보</a:t>
            </a:r>
            <a:endParaRPr lang="ko-KR" altLang="en-US"/>
          </a:p>
        </p:txBody>
      </p:sp>
      <p:sp>
        <p:nvSpPr>
          <p:cNvPr id="69" name="Google Shape;69;p5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1" name="잉크 23"/>
              <p14:cNvContentPartPr/>
              <p14:nvPr/>
            </p14:nvContentPartPr>
            <p14:xfrm>
              <a:off x="3703320" y="2263140"/>
              <a:ext cx="259080" cy="121920"/>
            </p14:xfrm>
          </p:contentPart>
        </mc:Choice>
        <mc:Fallback>
          <p:pic>
            <p:nvPicPr>
              <p:cNvPr id="71" name="잉크 23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703320" y="2263140"/>
                <a:ext cx="259080" cy="12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72" name="잉크 24"/>
              <p14:cNvContentPartPr/>
              <p14:nvPr/>
            </p14:nvContentPartPr>
            <p14:xfrm>
              <a:off x="3810000" y="2247900"/>
              <a:ext cx="243840" cy="205740"/>
            </p14:xfrm>
          </p:contentPart>
        </mc:Choice>
        <mc:Fallback>
          <p:pic>
            <p:nvPicPr>
              <p:cNvPr id="72" name="잉크 24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810000" y="2247900"/>
                <a:ext cx="243840" cy="2057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73" name="잉크 25"/>
              <p14:cNvContentPartPr/>
              <p14:nvPr/>
            </p14:nvContentPartPr>
            <p14:xfrm>
              <a:off x="2087880" y="2255520"/>
              <a:ext cx="152400" cy="114300"/>
            </p14:xfrm>
          </p:contentPart>
        </mc:Choice>
        <mc:Fallback>
          <p:pic>
            <p:nvPicPr>
              <p:cNvPr id="73" name="잉크 25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087880" y="2255520"/>
                <a:ext cx="15240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74" name="잉크 26"/>
              <p14:cNvContentPartPr/>
              <p14:nvPr/>
            </p14:nvContentPartPr>
            <p14:xfrm>
              <a:off x="1554480" y="3901440"/>
              <a:ext cx="4145280" cy="30480"/>
            </p14:xfrm>
          </p:contentPart>
        </mc:Choice>
        <mc:Fallback>
          <p:pic>
            <p:nvPicPr>
              <p:cNvPr id="74" name="잉크 26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554480" y="3901440"/>
                <a:ext cx="4145280" cy="30480"/>
              </a:xfrm>
              <a:prstGeom prst="rect">
                <a:avLst/>
              </a:prstGeom>
            </p:spPr>
          </p:pic>
        </mc:Fallback>
      </mc:AlternateContent>
      <p:sp>
        <p:nvSpPr>
          <p:cNvPr id="75" name="텍스트 상자 27"/>
          <p:cNvSpPr txBox="1">
            <a:spLocks/>
          </p:cNvSpPr>
          <p:nvPr/>
        </p:nvSpPr>
        <p:spPr>
          <a:xfrm rot="0">
            <a:off x="4411980" y="1668780"/>
            <a:ext cx="594423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태그에 </a:t>
            </a:r>
            <a:r>
              <a:rPr lang="ko-KR" sz="1100">
                <a:latin typeface="맑은 고딕" charset="0"/>
                <a:ea typeface="맑은 고딕" charset="0"/>
              </a:rPr>
              <a:t>이름을 넣을 수 있</a:t>
            </a:r>
            <a:r>
              <a:rPr lang="ko-KR" sz="1100">
                <a:latin typeface="맑은 고딕" charset="0"/>
                <a:ea typeface="맑은 고딕" charset="0"/>
              </a:rPr>
              <a:t>다 -&gt;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변수 </a:t>
            </a:r>
            <a:r>
              <a:rPr lang="ko-KR" sz="1100">
                <a:latin typeface="맑은 고딕" charset="0"/>
                <a:ea typeface="맑은 고딕" charset="0"/>
              </a:rPr>
              <a:t>선언과 비슷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-&gt; </a:t>
            </a:r>
            <a:r>
              <a:rPr lang="ko-KR" sz="1100">
                <a:latin typeface="맑은 고딕" charset="0"/>
                <a:ea typeface="맑은 고딕" charset="0"/>
              </a:rPr>
              <a:t>예시로 &lt;p</a:t>
            </a:r>
            <a:r>
              <a:rPr lang="ko-KR" sz="1100">
                <a:latin typeface="맑은 고딕" charset="0"/>
                <a:ea typeface="맑은 고딕" charset="0"/>
              </a:rPr>
              <a:t> name =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“</a:t>
            </a:r>
            <a:r>
              <a:rPr lang="ko-KR" sz="1100">
                <a:latin typeface="맑은 고딕" charset="0"/>
                <a:ea typeface="맑은 고딕" charset="0"/>
              </a:rPr>
              <a:t>p1</a:t>
            </a:r>
            <a:r>
              <a:rPr lang="ko-KR" sz="1100">
                <a:latin typeface="맑은 고딕" charset="0"/>
                <a:ea typeface="맑은 고딕" charset="0"/>
              </a:rPr>
              <a:t>”&gt;</a:t>
            </a:r>
            <a:r>
              <a:rPr lang="ko-KR" sz="1100">
                <a:latin typeface="맑은 고딕" charset="0"/>
                <a:ea typeface="맑은 고딕" charset="0"/>
              </a:rPr>
              <a:t>  </a:t>
            </a:r>
            <a:r>
              <a:rPr lang="ko-KR" sz="1100">
                <a:latin typeface="맑은 고딕" charset="0"/>
                <a:ea typeface="맑은 고딕" charset="0"/>
              </a:rPr>
              <a:t>&lt;</a:t>
            </a:r>
            <a:r>
              <a:rPr lang="ko-KR" sz="1100">
                <a:latin typeface="맑은 고딕" charset="0"/>
                <a:ea typeface="맑은 고딕" charset="0"/>
              </a:rPr>
              <a:t>/</a:t>
            </a:r>
            <a:r>
              <a:rPr lang="ko-KR" sz="1100">
                <a:latin typeface="맑은 고딕" charset="0"/>
                <a:ea typeface="맑은 고딕" charset="0"/>
              </a:rPr>
              <a:t>p&gt;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76" name="텍스트 상자 28"/>
          <p:cNvSpPr txBox="1">
            <a:spLocks/>
          </p:cNvSpPr>
          <p:nvPr/>
        </p:nvSpPr>
        <p:spPr>
          <a:xfrm rot="0">
            <a:off x="3886200" y="4358640"/>
            <a:ext cx="428307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100">
                <a:latin typeface="맑은 고딕" charset="0"/>
                <a:ea typeface="맑은 고딕" charset="0"/>
              </a:rPr>
              <a:t>=</a:t>
            </a:r>
            <a:r>
              <a:rPr sz="1100">
                <a:latin typeface="맑은 고딕" charset="0"/>
                <a:ea typeface="맑은 고딕" charset="0"/>
              </a:rPr>
              <a:t>  </a:t>
            </a:r>
            <a:r>
              <a:rPr lang="ko-KR" sz="1100">
                <a:latin typeface="맑은 고딕" charset="0"/>
                <a:ea typeface="맑은 고딕" charset="0"/>
              </a:rPr>
              <a:t>n</a:t>
            </a:r>
            <a:r>
              <a:rPr lang="ko-KR" sz="1100">
                <a:latin typeface="맑은 고딕" charset="0"/>
                <a:ea typeface="맑은 고딕" charset="0"/>
              </a:rPr>
              <a:t>ame </a:t>
            </a:r>
            <a:r>
              <a:rPr lang="ko-KR" sz="1100">
                <a:latin typeface="맑은 고딕" charset="0"/>
                <a:ea typeface="맑은 고딕" charset="0"/>
              </a:rPr>
              <a:t>-</a:t>
            </a:r>
            <a:r>
              <a:rPr lang="ko-KR" sz="1100">
                <a:latin typeface="맑은 고딕" charset="0"/>
                <a:ea typeface="맑은 고딕" charset="0"/>
              </a:rPr>
              <a:t>&gt; </a:t>
            </a:r>
            <a:r>
              <a:rPr lang="ko-KR" sz="1100">
                <a:latin typeface="맑은 고딕" charset="0"/>
                <a:ea typeface="맑은 고딕" charset="0"/>
              </a:rPr>
              <a:t>취향에 </a:t>
            </a:r>
            <a:r>
              <a:rPr lang="ko-KR" sz="1100">
                <a:latin typeface="맑은 고딕" charset="0"/>
                <a:ea typeface="맑은 고딕" charset="0"/>
              </a:rPr>
              <a:t>맞게 골라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써</a:t>
            </a:r>
            <a:r>
              <a:rPr lang="ko-KR" sz="1100">
                <a:latin typeface="맑은 고딕" charset="0"/>
                <a:ea typeface="맑은 고딕" charset="0"/>
              </a:rPr>
              <a:t>.</a:t>
            </a:r>
            <a:r>
              <a:rPr lang="ko-KR" sz="1100">
                <a:latin typeface="맑은 고딕" charset="0"/>
                <a:ea typeface="맑은 고딕" charset="0"/>
              </a:rPr>
              <a:t>.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77" name="텍스트 상자 2"/>
          <p:cNvSpPr txBox="1">
            <a:spLocks/>
          </p:cNvSpPr>
          <p:nvPr/>
        </p:nvSpPr>
        <p:spPr>
          <a:xfrm rot="0">
            <a:off x="4123055" y="537210"/>
            <a:ext cx="492633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나중에 </a:t>
            </a:r>
            <a:r>
              <a:rPr lang="ko-KR" sz="1800">
                <a:latin typeface="맑은 고딕" charset="0"/>
                <a:ea typeface="맑은 고딕" charset="0"/>
              </a:rPr>
              <a:t>실력 </a:t>
            </a:r>
            <a:r>
              <a:rPr lang="ko-KR" sz="1800">
                <a:latin typeface="맑은 고딕" charset="0"/>
                <a:ea typeface="맑은 고딕" charset="0"/>
              </a:rPr>
              <a:t>오르면 </a:t>
            </a:r>
            <a:r>
              <a:rPr lang="ko-KR" sz="1800">
                <a:latin typeface="맑은 고딕" charset="0"/>
                <a:ea typeface="맑은 고딕" charset="0"/>
              </a:rPr>
              <a:t>리눅스 </a:t>
            </a:r>
            <a:r>
              <a:rPr lang="ko-KR" sz="1800">
                <a:latin typeface="맑은 고딕" charset="0"/>
                <a:ea typeface="맑은 고딕" charset="0"/>
              </a:rPr>
              <a:t>서버에서 </a:t>
            </a:r>
            <a:r>
              <a:rPr lang="ko-KR" sz="1800">
                <a:latin typeface="맑은 고딕" charset="0"/>
                <a:ea typeface="맑은 고딕" charset="0"/>
              </a:rPr>
              <a:t>운영하래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78" name="잉크 6"/>
              <p14:cNvContentPartPr/>
              <p14:nvPr/>
            </p14:nvContentPartPr>
            <p14:xfrm>
              <a:off x="713740" y="4227830"/>
              <a:ext cx="754380" cy="1540510"/>
            </p14:xfrm>
          </p:contentPart>
        </mc:Choice>
        <mc:Fallback>
          <p:pic>
            <p:nvPicPr>
              <p:cNvPr id="78" name="잉크 6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13740" y="4227830"/>
                <a:ext cx="754380" cy="1540510"/>
              </a:xfrm>
              <a:prstGeom prst="rect">
                <a:avLst/>
              </a:prstGeom>
            </p:spPr>
          </p:pic>
        </mc:Fallback>
      </mc:AlternateContent>
      <p:sp>
        <p:nvSpPr>
          <p:cNvPr id="79" name="텍스트 상자 7"/>
          <p:cNvSpPr txBox="1">
            <a:spLocks/>
          </p:cNvSpPr>
          <p:nvPr/>
        </p:nvSpPr>
        <p:spPr>
          <a:xfrm rot="0">
            <a:off x="6097270" y="4356100"/>
            <a:ext cx="300101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그 </a:t>
            </a:r>
            <a:r>
              <a:rPr lang="ko-KR" sz="1800">
                <a:latin typeface="맑은 고딕" charset="0"/>
                <a:ea typeface="맑은 고딕" charset="0"/>
              </a:rPr>
              <a:t>태그의 이름을 대표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80" name="잉크 8"/>
              <p14:cNvContentPartPr/>
              <p14:nvPr/>
            </p14:nvContentPartPr>
            <p14:xfrm>
              <a:off x="2141855" y="4677410"/>
              <a:ext cx="1901190" cy="55880"/>
            </p14:xfrm>
          </p:contentPart>
        </mc:Choice>
        <mc:Fallback>
          <p:pic>
            <p:nvPicPr>
              <p:cNvPr id="80" name="잉크 8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141855" y="4677410"/>
                <a:ext cx="1901190" cy="55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br>
              <a:rPr lang="en-US"/>
            </a:br>
            <a:endParaRPr/>
          </a:p>
        </p:txBody>
      </p:sp>
      <p:sp>
        <p:nvSpPr>
          <p:cNvPr id="89" name="Google Shape;89;p7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태그의</a:t>
            </a:r>
            <a:r>
              <a:rPr lang="en-US" dirty="0"/>
              <a:t> </a:t>
            </a:r>
            <a:r>
              <a:rPr lang="en-US" dirty="0" err="1"/>
              <a:t>형식</a:t>
            </a:r>
            <a:endParaRPr dirty="0"/>
          </a:p>
        </p:txBody>
      </p:sp>
      <p:sp>
        <p:nvSpPr>
          <p:cNvPr id="90" name="Google Shape;90;p7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91" name="Google Shape;91;p7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"/>
          <p:cNvSpPr txBox="1"/>
          <p:nvPr/>
        </p:nvSpPr>
        <p:spPr>
          <a:xfrm>
            <a:off x="590550" y="1823720"/>
            <a:ext cx="11431905" cy="1015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&lt;a href=“http://www.kumoh.ac.kr”&gt;</a:t>
            </a:r>
            <a:r>
              <a:rPr lang="en-US" sz="24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금오공과대학교</a:t>
            </a: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&lt;/a&gt;</a:t>
            </a:r>
            <a:endParaRPr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6491605" y="1579245"/>
            <a:ext cx="2177415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7"/>
          <p:cNvSpPr txBox="1"/>
          <p:nvPr/>
        </p:nvSpPr>
        <p:spPr>
          <a:xfrm>
            <a:off x="7162165" y="2609850"/>
            <a:ext cx="124269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컨덴츠</a:t>
            </a:r>
            <a:endParaRPr sz="2000" b="1" dirty="0">
              <a:solidFill>
                <a:srgbClr val="FF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674370" y="4046220"/>
            <a:ext cx="5880100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8669020" y="4060825"/>
            <a:ext cx="960120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2791460" y="5107940"/>
            <a:ext cx="205359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열리는</a:t>
            </a:r>
            <a:r>
              <a:rPr lang="en-US" sz="24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태그</a:t>
            </a:r>
            <a:endParaRPr sz="2400" b="1" dirty="0">
              <a:solidFill>
                <a:srgbClr val="FF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8" name="Google Shape;98;p7"/>
          <p:cNvSpPr txBox="1"/>
          <p:nvPr/>
        </p:nvSpPr>
        <p:spPr>
          <a:xfrm>
            <a:off x="8274050" y="5094605"/>
            <a:ext cx="205359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닫히는</a:t>
            </a:r>
            <a:r>
              <a:rPr lang="en-US" sz="24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태그</a:t>
            </a:r>
            <a:endParaRPr sz="2400" dirty="0"/>
          </a:p>
        </p:txBody>
      </p:sp>
      <p:sp>
        <p:nvSpPr>
          <p:cNvPr id="99" name="Google Shape;99;p7"/>
          <p:cNvSpPr txBox="1"/>
          <p:nvPr/>
        </p:nvSpPr>
        <p:spPr>
          <a:xfrm>
            <a:off x="590550" y="4281805"/>
            <a:ext cx="11431905" cy="1015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&lt;a href=“http://www.kumoh.ac.kr”&gt;</a:t>
            </a:r>
            <a:r>
              <a:rPr lang="en-US" sz="24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금오공과대학교</a:t>
            </a: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&lt;/a&gt;</a:t>
            </a:r>
            <a:endParaRPr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0" name="텍스트 상자 29"/>
          <p:cNvSpPr txBox="1">
            <a:spLocks/>
          </p:cNvSpPr>
          <p:nvPr/>
        </p:nvSpPr>
        <p:spPr>
          <a:xfrm rot="0">
            <a:off x="2827020" y="1272540"/>
            <a:ext cx="30486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태그 링크임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590550" y="13081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br>
              <a:rPr lang="en-US"/>
            </a:br>
            <a:endParaRPr/>
          </a:p>
        </p:txBody>
      </p:sp>
      <p:sp>
        <p:nvSpPr>
          <p:cNvPr id="105" name="Google Shape;105;p8"/>
          <p:cNvSpPr txBox="1">
            <a:spLocks noGrp="1"/>
          </p:cNvSpPr>
          <p:nvPr>
            <p:ph type="body" idx="1"/>
          </p:nvPr>
        </p:nvSpPr>
        <p:spPr>
          <a:xfrm>
            <a:off x="592455" y="113728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/>
              <a:t>태그의 형식</a:t>
            </a:r>
            <a:endParaRPr/>
          </a:p>
        </p:txBody>
      </p:sp>
      <p:sp>
        <p:nvSpPr>
          <p:cNvPr id="106" name="Google Shape;106;p8"/>
          <p:cNvSpPr txBox="1">
            <a:spLocks noGrp="1"/>
          </p:cNvSpPr>
          <p:nvPr>
            <p:ph type="sldNum" idx="12"/>
          </p:nvPr>
        </p:nvSpPr>
        <p:spPr>
          <a:xfrm>
            <a:off x="9482455" y="640461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07" name="Google Shape;107;p8"/>
          <p:cNvSpPr txBox="1">
            <a:spLocks noGrp="1"/>
          </p:cNvSpPr>
          <p:nvPr>
            <p:ph type="ftr" idx="11"/>
          </p:nvPr>
        </p:nvSpPr>
        <p:spPr>
          <a:xfrm>
            <a:off x="1195705" y="637794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8"/>
          <p:cNvSpPr txBox="1"/>
          <p:nvPr/>
        </p:nvSpPr>
        <p:spPr>
          <a:xfrm>
            <a:off x="590550" y="1809115"/>
            <a:ext cx="11431905" cy="646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&lt;input type=“button” value=“</a:t>
            </a:r>
            <a:r>
              <a:rPr lang="en-US" sz="36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버튼</a:t>
            </a:r>
            <a:r>
              <a:rPr lang="en-US" sz="36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”/&gt;</a:t>
            </a: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9" name="Google Shape;109;p8"/>
          <p:cNvSpPr txBox="1"/>
          <p:nvPr/>
        </p:nvSpPr>
        <p:spPr>
          <a:xfrm>
            <a:off x="5641340" y="3696970"/>
            <a:ext cx="355092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닫히는 태그가 없는 경우</a:t>
            </a:r>
            <a:endParaRPr/>
          </a:p>
        </p:txBody>
      </p:sp>
      <p:cxnSp>
        <p:nvCxnSpPr>
          <p:cNvPr id="110" name="Google Shape;110;p8"/>
          <p:cNvCxnSpPr>
            <a:stCxn id="109" idx="1"/>
            <a:endCxn id="108" idx="2"/>
          </p:cNvCxnSpPr>
          <p:nvPr/>
        </p:nvCxnSpPr>
        <p:spPr>
          <a:xfrm rot="10800000" flipH="1">
            <a:off x="5641340" y="2455545"/>
            <a:ext cx="664845" cy="1472565"/>
          </a:xfrm>
          <a:prstGeom prst="bentConnector4">
            <a:avLst>
              <a:gd name="adj1" fmla="val -35803"/>
              <a:gd name="adj2" fmla="val 57836"/>
            </a:avLst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11" name="Google Shape;111;p8"/>
          <p:cNvSpPr/>
          <p:nvPr/>
        </p:nvSpPr>
        <p:spPr>
          <a:xfrm>
            <a:off x="590550" y="1917065"/>
            <a:ext cx="8968105" cy="45466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2" name="잉크 9"/>
              <p14:cNvContentPartPr/>
              <p14:nvPr/>
            </p14:nvContentPartPr>
            <p14:xfrm>
              <a:off x="3449320" y="1146810"/>
              <a:ext cx="385445" cy="233045"/>
            </p14:xfrm>
          </p:contentPart>
        </mc:Choice>
        <mc:Fallback>
          <p:pic>
            <p:nvPicPr>
              <p:cNvPr id="112" name="잉크 9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49320" y="1146810"/>
                <a:ext cx="385445" cy="2330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3" name="잉크 10"/>
              <p14:cNvContentPartPr/>
              <p14:nvPr/>
            </p14:nvContentPartPr>
            <p14:xfrm>
              <a:off x="3441700" y="1082675"/>
              <a:ext cx="400685" cy="417195"/>
            </p14:xfrm>
          </p:contentPart>
        </mc:Choice>
        <mc:Fallback>
          <p:pic>
            <p:nvPicPr>
              <p:cNvPr id="113" name="잉크 10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41700" y="1082675"/>
                <a:ext cx="400685" cy="417195"/>
              </a:xfrm>
              <a:prstGeom prst="rect">
                <a:avLst/>
              </a:prstGeom>
            </p:spPr>
          </p:pic>
        </mc:Fallback>
      </mc:AlternateContent>
      <p:sp>
        <p:nvSpPr>
          <p:cNvPr id="114" name="텍스트 상자 11"/>
          <p:cNvSpPr txBox="1">
            <a:spLocks/>
          </p:cNvSpPr>
          <p:nvPr/>
        </p:nvSpPr>
        <p:spPr>
          <a:xfrm rot="0">
            <a:off x="7677150" y="3032760"/>
            <a:ext cx="29362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클릭 </a:t>
            </a:r>
            <a:r>
              <a:rPr sz="1800">
                <a:latin typeface="맑은 고딕" charset="0"/>
                <a:ea typeface="맑은 고딕" charset="0"/>
              </a:rPr>
              <a:t>가능한 </a:t>
            </a:r>
            <a:r>
              <a:rPr lang="ko-KR" sz="1800">
                <a:latin typeface="맑은 고딕" charset="0"/>
                <a:ea typeface="맑은 고딕" charset="0"/>
              </a:rPr>
              <a:t>버튼을 </a:t>
            </a:r>
            <a:r>
              <a:rPr lang="ko-KR" sz="1800">
                <a:latin typeface="맑은 고딕" charset="0"/>
                <a:ea typeface="맑은 고딕" charset="0"/>
              </a:rPr>
              <a:t>만든다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9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예제 1</a:t>
            </a:r>
            <a:br>
              <a:rPr lang="en-US"/>
            </a:br>
            <a:endParaRPr/>
          </a:p>
        </p:txBody>
      </p:sp>
      <p:sp>
        <p:nvSpPr>
          <p:cNvPr id="117" name="Google Shape;117;p9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18" name="Google Shape;118;p9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9"/>
          <p:cNvSpPr/>
          <p:nvPr/>
        </p:nvSpPr>
        <p:spPr>
          <a:xfrm>
            <a:off x="254635" y="1290320"/>
            <a:ext cx="11768455" cy="347789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altLang="ko-KR" sz="2000" dirty="0"/>
              <a:t>&lt;!DOCTYPE html&gt; </a:t>
            </a:r>
          </a:p>
          <a:p>
            <a:r>
              <a:rPr lang="en-US" altLang="ko-KR" sz="2000" dirty="0"/>
              <a:t>&lt;html&gt; </a:t>
            </a:r>
          </a:p>
          <a:p>
            <a:r>
              <a:rPr lang="en-US" altLang="ko-KR" sz="2000" dirty="0"/>
              <a:t>	&lt;head&gt; </a:t>
            </a:r>
          </a:p>
          <a:p>
            <a:r>
              <a:rPr lang="en-US" altLang="ko-KR" sz="2000" dirty="0"/>
              <a:t>		&lt;meta charset="UTF-8"&gt; </a:t>
            </a:r>
          </a:p>
          <a:p>
            <a:r>
              <a:rPr lang="en-US" altLang="ko-KR" sz="2000" dirty="0"/>
              <a:t>		&lt;title&gt;</a:t>
            </a:r>
            <a:r>
              <a:rPr lang="ko-KR" altLang="en-US" sz="2000" dirty="0"/>
              <a:t>예제</a:t>
            </a:r>
            <a:r>
              <a:rPr lang="en-US" altLang="ko-KR" sz="2000" dirty="0"/>
              <a:t>1&lt;/title&gt; </a:t>
            </a:r>
          </a:p>
          <a:p>
            <a:r>
              <a:rPr lang="en-US" altLang="ko-KR" sz="2000" dirty="0"/>
              <a:t>	&lt;/head&gt; </a:t>
            </a:r>
          </a:p>
          <a:p>
            <a:r>
              <a:rPr lang="en-US" altLang="ko-KR" sz="2000" dirty="0"/>
              <a:t>	&lt;body&gt; </a:t>
            </a:r>
          </a:p>
          <a:p>
            <a:r>
              <a:rPr lang="en-US" altLang="ko-KR" sz="2000" dirty="0"/>
              <a:t>		&lt;img alt="</a:t>
            </a:r>
            <a:r>
              <a:rPr lang="ko-KR" altLang="en-US" sz="2000" dirty="0" err="1"/>
              <a:t>톰캣</a:t>
            </a:r>
            <a:r>
              <a:rPr lang="ko-KR" altLang="en-US" sz="2000" dirty="0"/>
              <a:t> 로고</a:t>
            </a:r>
            <a:r>
              <a:rPr lang="en-US" altLang="ko-KR" sz="2000" dirty="0"/>
              <a:t>" src="https://tomcat.apache.org/res/images/tomcat.png" /&gt; &lt;br&gt; </a:t>
            </a:r>
          </a:p>
          <a:p>
            <a:r>
              <a:rPr lang="en-US" altLang="ko-KR" sz="2000" dirty="0"/>
              <a:t>		&lt;a href="http://tomcat.apache.org/"&gt;</a:t>
            </a:r>
            <a:r>
              <a:rPr lang="ko-KR" altLang="en-US" sz="2000" dirty="0"/>
              <a:t>아파치 </a:t>
            </a:r>
            <a:r>
              <a:rPr lang="ko-KR" altLang="en-US" sz="2000" dirty="0" err="1"/>
              <a:t>톰캣</a:t>
            </a:r>
            <a:r>
              <a:rPr lang="ko-KR" altLang="en-US" sz="2000" dirty="0"/>
              <a:t> 서버</a:t>
            </a:r>
            <a:r>
              <a:rPr lang="en-US" altLang="ko-KR" sz="2000" dirty="0"/>
              <a:t>&lt;/a&gt; </a:t>
            </a:r>
          </a:p>
          <a:p>
            <a:r>
              <a:rPr lang="en-US" altLang="ko-KR" sz="2000" dirty="0"/>
              <a:t>	&lt;/body&gt; </a:t>
            </a:r>
          </a:p>
          <a:p>
            <a:r>
              <a:rPr lang="en-US" altLang="ko-KR" sz="2000" dirty="0"/>
              <a:t>&lt;/html&gt;</a:t>
            </a:r>
          </a:p>
        </p:txBody>
      </p:sp>
      <p:sp>
        <p:nvSpPr>
          <p:cNvPr id="120" name="텍스트 상자 12"/>
          <p:cNvSpPr txBox="1">
            <a:spLocks/>
          </p:cNvSpPr>
          <p:nvPr/>
        </p:nvSpPr>
        <p:spPr>
          <a:xfrm rot="0">
            <a:off x="2487295" y="4893310"/>
            <a:ext cx="25044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lt은 그림에 대한 설명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1" name="텍스트 상자 13"/>
          <p:cNvSpPr txBox="1">
            <a:spLocks/>
          </p:cNvSpPr>
          <p:nvPr/>
        </p:nvSpPr>
        <p:spPr>
          <a:xfrm rot="0">
            <a:off x="5342890" y="4918075"/>
            <a:ext cx="179387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rc</a:t>
            </a:r>
            <a:r>
              <a:rPr lang="ko-KR" sz="1800">
                <a:latin typeface="맑은 고딕" charset="0"/>
                <a:ea typeface="맑은 고딕" charset="0"/>
              </a:rPr>
              <a:t>은 </a:t>
            </a:r>
            <a:r>
              <a:rPr lang="ko-KR" sz="1800">
                <a:latin typeface="맑은 고딕" charset="0"/>
                <a:ea typeface="맑은 고딕" charset="0"/>
              </a:rPr>
              <a:t>절대 </a:t>
            </a:r>
            <a:r>
              <a:rPr lang="ko-KR" sz="1800">
                <a:latin typeface="맑은 고딕" charset="0"/>
                <a:ea typeface="맑은 고딕" charset="0"/>
              </a:rPr>
              <a:t>경로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2" name="텍스트 상자 14"/>
          <p:cNvSpPr txBox="1">
            <a:spLocks/>
          </p:cNvSpPr>
          <p:nvPr/>
        </p:nvSpPr>
        <p:spPr>
          <a:xfrm rot="0">
            <a:off x="5406390" y="1772285"/>
            <a:ext cx="5660390" cy="144462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1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)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절대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경로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s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rc href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는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절대경로임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왜?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주소를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아에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다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쓰니깐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      	문제가 있음-&gt;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보안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문제가 있음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2) 상대 경로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.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./../insert.jsp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이런식임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‘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..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’이건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뭘까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디렉토리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경로임 리눅스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알지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3)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언어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타입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e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uc-kr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한글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	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U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TF-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8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모든 언어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           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6D6938-C0E0-9A7F-A5BA-678A5962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 </a:t>
            </a:r>
            <a:r>
              <a:rPr lang="ko-KR" altLang="en-US" dirty="0"/>
              <a:t>코드 분석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2CBCE5-43B5-ADFE-9F82-495A7360C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dirty="0"/>
              <a:t>&lt;!DOCTYPE html&gt; </a:t>
            </a:r>
          </a:p>
          <a:p>
            <a:pPr lvl="1"/>
            <a:r>
              <a:rPr lang="en-US" altLang="ko-KR" dirty="0"/>
              <a:t>HTML5 </a:t>
            </a:r>
            <a:r>
              <a:rPr lang="ko-KR" altLang="en-US" dirty="0"/>
              <a:t>문서 형식 선언 </a:t>
            </a:r>
          </a:p>
          <a:p>
            <a:r>
              <a:rPr lang="en-US" altLang="ko-KR" dirty="0"/>
              <a:t>&lt;html&gt; 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문서의 시작 </a:t>
            </a:r>
          </a:p>
          <a:p>
            <a:r>
              <a:rPr lang="en-US" altLang="ko-KR" dirty="0"/>
              <a:t>&lt;head&gt; </a:t>
            </a:r>
          </a:p>
          <a:p>
            <a:pPr lvl="1"/>
            <a:r>
              <a:rPr lang="ko-KR" altLang="en-US" dirty="0"/>
              <a:t>문서의 메타데이터 정보 포함 </a:t>
            </a:r>
          </a:p>
          <a:p>
            <a:r>
              <a:rPr lang="en-US" altLang="ko-KR" dirty="0"/>
              <a:t>&lt;meta charset="UTF-8"&gt; </a:t>
            </a:r>
          </a:p>
          <a:p>
            <a:pPr lvl="1"/>
            <a:r>
              <a:rPr lang="ko-KR" altLang="en-US" dirty="0"/>
              <a:t>문자 인코딩을 </a:t>
            </a:r>
            <a:r>
              <a:rPr lang="en-US" altLang="ko-KR" dirty="0"/>
              <a:t>UTF-8</a:t>
            </a:r>
            <a:r>
              <a:rPr lang="ko-KR" altLang="en-US" dirty="0"/>
              <a:t>로 설정 </a:t>
            </a:r>
            <a:r>
              <a:rPr lang="en-US" altLang="ko-KR" dirty="0"/>
              <a:t>(</a:t>
            </a:r>
            <a:r>
              <a:rPr lang="ko-KR" altLang="en-US" dirty="0"/>
              <a:t>한글 및 다양한 언어 지원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 </a:t>
            </a:r>
          </a:p>
          <a:p>
            <a:pPr lvl="1"/>
            <a:r>
              <a:rPr lang="ko-KR" altLang="en-US" dirty="0"/>
              <a:t>웹 브라우저 탭에 표시될 제목 설정 </a:t>
            </a:r>
          </a:p>
          <a:p>
            <a:r>
              <a:rPr lang="en-US" altLang="ko-KR" dirty="0"/>
              <a:t>&lt;/head&gt; </a:t>
            </a:r>
          </a:p>
          <a:p>
            <a:pPr lvl="1"/>
            <a:r>
              <a:rPr lang="ko-KR" altLang="en-US" dirty="0"/>
              <a:t>헤드 영역 닫기 </a:t>
            </a:r>
          </a:p>
          <a:p>
            <a:r>
              <a:rPr lang="en-US" altLang="ko-KR" dirty="0"/>
              <a:t>&lt;body&gt; </a:t>
            </a:r>
          </a:p>
          <a:p>
            <a:pPr lvl="1"/>
            <a:r>
              <a:rPr lang="ko-KR" altLang="en-US" dirty="0"/>
              <a:t>본문 내용 표시 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313BB-6DC4-E01F-FE8E-5CEC405230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83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xmlns:a16="http://schemas.microsoft.com/office/drawing/2014/main" id="{5836206F-F367-7429-BEAC-E35C19D9C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F7F68-C363-C083-CA2D-980A39DDD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 </a:t>
            </a:r>
            <a:r>
              <a:rPr lang="ko-KR" altLang="en-US" dirty="0"/>
              <a:t>코드 분석 </a:t>
            </a:r>
            <a:r>
              <a:rPr lang="en-US" altLang="ko-KR"/>
              <a:t>(2)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068402-8B09-A067-5545-D3FE425783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&lt;img&gt; </a:t>
            </a:r>
          </a:p>
          <a:p>
            <a:pPr lvl="1"/>
            <a:r>
              <a:rPr lang="ko-KR" altLang="en-US" dirty="0"/>
              <a:t>이미지를 표시 </a:t>
            </a:r>
          </a:p>
          <a:p>
            <a:pPr lvl="1"/>
            <a:r>
              <a:rPr lang="en-US" altLang="ko-KR" dirty="0"/>
              <a:t>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 → </a:t>
            </a:r>
            <a:r>
              <a:rPr lang="ko-KR" altLang="en-US" dirty="0"/>
              <a:t>이미지가 표시되지 않을 때 대체 텍스트 </a:t>
            </a:r>
          </a:p>
          <a:p>
            <a:pPr lvl="1"/>
            <a:r>
              <a:rPr lang="en-US" altLang="ko-KR" dirty="0"/>
              <a:t>src="&lt;https://tomcat.apache.org/res/images/tomcat.png&gt;" → </a:t>
            </a:r>
            <a:r>
              <a:rPr lang="ko-KR" altLang="en-US" dirty="0"/>
              <a:t>이미지 경로 지정 </a:t>
            </a:r>
          </a:p>
          <a:p>
            <a:r>
              <a:rPr lang="en-US" altLang="ko-KR" dirty="0"/>
              <a:t>&lt;br&gt; </a:t>
            </a:r>
          </a:p>
          <a:p>
            <a:pPr lvl="1"/>
            <a:r>
              <a:rPr lang="ko-KR" altLang="en-US" dirty="0"/>
              <a:t>줄 바꿈 </a:t>
            </a:r>
            <a:r>
              <a:rPr lang="en-US" altLang="ko-KR" dirty="0"/>
              <a:t>(</a:t>
            </a:r>
            <a:r>
              <a:rPr lang="ko-KR" altLang="en-US" dirty="0"/>
              <a:t>이미지와 링크 사이 간격 조정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&lt;a&gt; </a:t>
            </a:r>
          </a:p>
          <a:p>
            <a:pPr lvl="1"/>
            <a:r>
              <a:rPr lang="ko-KR" altLang="en-US" dirty="0"/>
              <a:t>하이퍼링크 생성 </a:t>
            </a:r>
          </a:p>
          <a:p>
            <a:pPr lvl="1"/>
            <a:r>
              <a:rPr lang="en-US" altLang="ko-KR" dirty="0"/>
              <a:t>href="&lt;http://tomcat.apache.org/&gt;" → </a:t>
            </a:r>
            <a:r>
              <a:rPr lang="ko-KR" altLang="en-US" dirty="0"/>
              <a:t>클릭 시 </a:t>
            </a:r>
            <a:r>
              <a:rPr lang="ko-KR" altLang="en-US" dirty="0" err="1"/>
              <a:t>톰캣</a:t>
            </a:r>
            <a:r>
              <a:rPr lang="ko-KR" altLang="en-US" dirty="0"/>
              <a:t> 공식 사이트로 이동 </a:t>
            </a:r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아파치 </a:t>
            </a:r>
            <a:r>
              <a:rPr lang="ko-KR" altLang="en-US" dirty="0" err="1"/>
              <a:t>톰캣</a:t>
            </a:r>
            <a:r>
              <a:rPr lang="ko-KR" altLang="en-US" dirty="0"/>
              <a:t> 서버</a:t>
            </a:r>
            <a:r>
              <a:rPr lang="en-US" altLang="ko-KR" dirty="0"/>
              <a:t>" → </a:t>
            </a:r>
            <a:r>
              <a:rPr lang="ko-KR" altLang="en-US" dirty="0"/>
              <a:t>링크로 표시될 텍스트 </a:t>
            </a:r>
          </a:p>
          <a:p>
            <a:r>
              <a:rPr lang="en-US" altLang="ko-KR" dirty="0"/>
              <a:t>&lt;/body&gt; </a:t>
            </a:r>
          </a:p>
          <a:p>
            <a:pPr lvl="1"/>
            <a:r>
              <a:rPr lang="ko-KR" altLang="en-US" dirty="0"/>
              <a:t>본문 영역 닫기 </a:t>
            </a:r>
          </a:p>
          <a:p>
            <a:r>
              <a:rPr lang="en-US" altLang="ko-KR" dirty="0"/>
              <a:t>&lt;/html&gt; 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 종료 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9FA956-7440-40DE-F649-68F4E0F51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sp>
        <p:nvSpPr>
          <p:cNvPr id="5" name="텍스트 상자 22"/>
          <p:cNvSpPr txBox="1">
            <a:spLocks/>
          </p:cNvSpPr>
          <p:nvPr/>
        </p:nvSpPr>
        <p:spPr>
          <a:xfrm rot="0">
            <a:off x="7934325" y="1804670"/>
            <a:ext cx="261048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경로 </a:t>
            </a:r>
            <a:r>
              <a:rPr sz="1800">
                <a:latin typeface="맑은 고딕" charset="0"/>
                <a:ea typeface="맑은 고딕" charset="0"/>
              </a:rPr>
              <a:t>틀리면 </a:t>
            </a:r>
            <a:r>
              <a:rPr lang="ko-KR" sz="1800">
                <a:latin typeface="맑은 고딕" charset="0"/>
                <a:ea typeface="맑은 고딕" charset="0"/>
              </a:rPr>
              <a:t>-</a:t>
            </a:r>
            <a:r>
              <a:rPr lang="ko-KR" sz="1800">
                <a:latin typeface="맑은 고딕" charset="0"/>
                <a:ea typeface="맑은 고딕" charset="0"/>
              </a:rPr>
              <a:t>&gt; </a:t>
            </a:r>
            <a:r>
              <a:rPr lang="ko-KR" sz="1800">
                <a:latin typeface="맑은 고딕" charset="0"/>
                <a:ea typeface="맑은 고딕" charset="0"/>
              </a:rPr>
              <a:t>al</a:t>
            </a:r>
            <a:r>
              <a:rPr lang="ko-KR" sz="1800">
                <a:latin typeface="맑은 고딕" charset="0"/>
                <a:ea typeface="맑은 고딕" charset="0"/>
              </a:rPr>
              <a:t>t값 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5402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0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에서 문단 태그</a:t>
            </a:r>
            <a:endParaRPr/>
          </a:p>
        </p:txBody>
      </p:sp>
      <p:sp>
        <p:nvSpPr>
          <p:cNvPr id="125" name="Google Shape;125;p10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numCol="1" vert="horz" anchor="t">
            <a:normAutofit fontScale="100000" lnSpcReduction="0"/>
          </a:bodyPr>
          <a:lstStyle/>
          <a:p>
            <a:pPr marL="342900" indent="-3429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■"/>
            </a:pPr>
            <a:r>
              <a:rPr lang="en-US"/>
              <a:t>문단 태그</a:t>
            </a:r>
            <a:endParaRPr lang="ko-KR" altLang="en-US"/>
          </a:p>
          <a:p>
            <a:pPr marL="742950" indent="-285750" rtl="0" algn="l" lvl="1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⬥"/>
            </a:pPr>
            <a:r>
              <a:rPr lang="en-US"/>
              <a:t>&lt;p&gt;문단&lt;/p&gt;</a:t>
            </a:r>
            <a:endParaRPr lang="ko-KR" altLang="en-US"/>
          </a:p>
          <a:p>
            <a:pPr marL="1143000" indent="-2286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/>
              <a:t>P는 paragraph의 약자</a:t>
            </a:r>
            <a:endParaRPr lang="ko-KR" altLang="en-US"/>
          </a:p>
          <a:p>
            <a:pPr marL="1143000" indent="-2286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/>
              <a:t>문단을 구분할 때 사용함</a:t>
            </a:r>
            <a:endParaRPr lang="ko-KR" altLang="en-US"/>
          </a:p>
          <a:p>
            <a:pPr marL="1143000" indent="-2286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/>
              <a:t>문단과 문단 사이에 공백라인이 들어감</a:t>
            </a:r>
            <a:endParaRPr lang="ko-KR" altLang="en-US"/>
          </a:p>
          <a:p>
            <a:pPr marL="1143000" indent="-1143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Tx/>
              <a:buNone/>
            </a:pPr>
            <a:endParaRPr lang="ko-KR" altLang="en-US"/>
          </a:p>
        </p:txBody>
      </p:sp>
      <p:sp>
        <p:nvSpPr>
          <p:cNvPr id="126" name="Google Shape;126;p10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127" name="Google Shape;127;p10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0"/>
          <p:cNvSpPr>
            <a:spLocks/>
          </p:cNvSpPr>
          <p:nvPr/>
        </p:nvSpPr>
        <p:spPr>
          <a:xfrm rot="0">
            <a:off x="484505" y="3306445"/>
            <a:ext cx="11481435" cy="2825115"/>
          </a:xfrm>
          <a:prstGeom prst="rect"/>
          <a:noFill/>
          <a:ln w="9525" cap="flat" cmpd="sng">
            <a:solidFill>
              <a:schemeClr val="dk1">
                <a:alpha val="100000"/>
              </a:schemeClr>
            </a:solidFill>
            <a:prstDash val="solid"/>
            <a:round/>
          </a:ln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&lt;!DOCTYPE html&gt;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&lt;html&gt;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&lt;head&gt;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    &lt;meta http-equiv="Content-Type" content="text/html;charset=euc-kr" /&gt;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&lt;/head&gt;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&lt;body&gt;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	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&lt;p&gt;</a:t>
            </a: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안녕하세요. 저는 금오공과대학교 학생입니다.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&lt;/p&gt;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	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&lt;p&gt;</a:t>
            </a: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학번은 000000 이고 이름은 000 입니다.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&lt;/p&gt;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&lt;/body&gt;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&lt;/html&gt;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</p:txBody>
      </p:sp>
      <p:sp>
        <p:nvSpPr>
          <p:cNvPr id="129" name="텍스트 상자 24"/>
          <p:cNvSpPr txBox="1">
            <a:spLocks/>
          </p:cNvSpPr>
          <p:nvPr/>
        </p:nvSpPr>
        <p:spPr>
          <a:xfrm rot="0">
            <a:off x="5993130" y="4203700"/>
            <a:ext cx="1791335" cy="26225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U</a:t>
            </a:r>
            <a:r>
              <a:rPr lang="ko-KR" sz="1100">
                <a:latin typeface="맑은 고딕" charset="0"/>
                <a:ea typeface="맑은 고딕" charset="0"/>
              </a:rPr>
              <a:t>TF-8</a:t>
            </a:r>
            <a:r>
              <a:rPr lang="ko-KR" sz="1100">
                <a:latin typeface="맑은 고딕" charset="0"/>
                <a:ea typeface="맑은 고딕" charset="0"/>
              </a:rPr>
              <a:t>도 </a:t>
            </a:r>
            <a:r>
              <a:rPr lang="ko-KR" sz="1100">
                <a:latin typeface="맑은 고딕" charset="0"/>
                <a:ea typeface="맑은 고딕" charset="0"/>
              </a:rPr>
              <a:t>되겠지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30" name="텍스트 상자 25"/>
          <p:cNvSpPr txBox="1">
            <a:spLocks/>
          </p:cNvSpPr>
          <p:nvPr/>
        </p:nvSpPr>
        <p:spPr>
          <a:xfrm rot="0">
            <a:off x="4965700" y="5358765"/>
            <a:ext cx="5457825" cy="26225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p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태그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안쓰면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한줄로 다 이어짐 -&gt; 정리가 안되어있음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-&gt;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쓰면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뒷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코드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한줄 띄워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짐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31" name="텍스트 상자 27"/>
          <p:cNvSpPr txBox="1">
            <a:spLocks/>
          </p:cNvSpPr>
          <p:nvPr/>
        </p:nvSpPr>
        <p:spPr>
          <a:xfrm rot="0">
            <a:off x="5109845" y="5623560"/>
            <a:ext cx="4479290" cy="278130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200">
                <a:latin typeface="맑은 고딕" charset="0"/>
                <a:ea typeface="맑은 고딕" charset="0"/>
              </a:rPr>
              <a:t>p</a:t>
            </a:r>
            <a:r>
              <a:rPr lang="ko-KR" sz="1200">
                <a:latin typeface="맑은 고딕" charset="0"/>
                <a:ea typeface="맑은 고딕" charset="0"/>
              </a:rPr>
              <a:t>태그 붙혔다 </a:t>
            </a:r>
            <a:r>
              <a:rPr lang="ko-KR" sz="1200">
                <a:latin typeface="맑은 고딕" charset="0"/>
                <a:ea typeface="맑은 고딕" charset="0"/>
              </a:rPr>
              <a:t>말았다 </a:t>
            </a:r>
            <a:r>
              <a:rPr lang="ko-KR" sz="1200">
                <a:latin typeface="맑은 고딕" charset="0"/>
                <a:ea typeface="맑은 고딕" charset="0"/>
              </a:rPr>
              <a:t>~</a:t>
            </a:r>
            <a:r>
              <a:rPr lang="ko-KR" sz="1200">
                <a:latin typeface="맑은 고딕" charset="0"/>
                <a:ea typeface="맑은 고딕" charset="0"/>
              </a:rPr>
              <a:t>굴려봐</a:t>
            </a:r>
            <a:r>
              <a:rPr lang="ko-KR" sz="1200">
                <a:latin typeface="맑은 고딕" charset="0"/>
                <a:ea typeface="맑은 고딕" charset="0"/>
              </a:rPr>
              <a:t> -</a:t>
            </a:r>
            <a:r>
              <a:rPr lang="ko-KR" sz="1200">
                <a:latin typeface="맑은 고딕" charset="0"/>
                <a:ea typeface="맑은 고딕" charset="0"/>
              </a:rPr>
              <a:t>&gt; 여러번 실험 해보고 </a:t>
            </a:r>
            <a:r>
              <a:rPr lang="ko-KR" sz="1200">
                <a:latin typeface="맑은 고딕" charset="0"/>
                <a:ea typeface="맑은 고딕" charset="0"/>
              </a:rPr>
              <a:t>정리해봐</a:t>
            </a:r>
            <a:endParaRPr lang="ko-KR" altLang="en-US" sz="12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1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이미지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분석</a:t>
            </a:r>
            <a:br>
              <a:rPr lang="en-US" dirty="0"/>
            </a:br>
            <a:endParaRPr dirty="0"/>
          </a:p>
        </p:txBody>
      </p:sp>
      <p:sp>
        <p:nvSpPr>
          <p:cNvPr id="134" name="Google Shape;134;p11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이미지 </a:t>
            </a:r>
            <a:r>
              <a:rPr lang="en-US" dirty="0" err="1"/>
              <a:t>태그</a:t>
            </a: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src : </a:t>
            </a:r>
            <a:r>
              <a:rPr lang="en-US" dirty="0" err="1"/>
              <a:t>source의</a:t>
            </a:r>
            <a:r>
              <a:rPr lang="en-US" dirty="0"/>
              <a:t> </a:t>
            </a:r>
            <a:r>
              <a:rPr lang="en-US" dirty="0" err="1"/>
              <a:t>약자로</a:t>
            </a:r>
            <a:r>
              <a:rPr lang="en-US" dirty="0"/>
              <a:t> </a:t>
            </a:r>
            <a:r>
              <a:rPr lang="en-US" dirty="0" err="1"/>
              <a:t>이미지가</a:t>
            </a:r>
            <a:r>
              <a:rPr lang="en-US" dirty="0"/>
              <a:t> </a:t>
            </a:r>
            <a:r>
              <a:rPr lang="en-US" dirty="0" err="1"/>
              <a:t>위치하는</a:t>
            </a:r>
            <a:r>
              <a:rPr lang="en-US" dirty="0"/>
              <a:t> </a:t>
            </a:r>
            <a:r>
              <a:rPr lang="en-US" dirty="0" err="1"/>
              <a:t>URL을</a:t>
            </a:r>
            <a:r>
              <a:rPr lang="en-US" dirty="0"/>
              <a:t> </a:t>
            </a:r>
            <a:r>
              <a:rPr lang="en-US" dirty="0" err="1"/>
              <a:t>기술한다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alt : </a:t>
            </a:r>
            <a:r>
              <a:rPr lang="en-US" dirty="0" err="1"/>
              <a:t>alternative의</a:t>
            </a:r>
            <a:r>
              <a:rPr lang="en-US" dirty="0"/>
              <a:t> </a:t>
            </a:r>
            <a:r>
              <a:rPr lang="en-US" dirty="0" err="1"/>
              <a:t>약자로</a:t>
            </a:r>
            <a:r>
              <a:rPr lang="en-US" dirty="0"/>
              <a:t> </a:t>
            </a:r>
            <a:r>
              <a:rPr lang="en-US" dirty="0" err="1"/>
              <a:t>한국어로는</a:t>
            </a:r>
            <a:r>
              <a:rPr lang="en-US" dirty="0"/>
              <a:t> </a:t>
            </a:r>
            <a:r>
              <a:rPr lang="en-US" dirty="0" err="1"/>
              <a:t>대체</a:t>
            </a:r>
            <a:r>
              <a:rPr lang="en-US" dirty="0"/>
              <a:t> </a:t>
            </a:r>
            <a:r>
              <a:rPr lang="en-US" dirty="0" err="1"/>
              <a:t>텍스트라고</a:t>
            </a:r>
            <a:r>
              <a:rPr lang="en-US" dirty="0"/>
              <a:t> </a:t>
            </a:r>
            <a:r>
              <a:rPr lang="en-US" dirty="0" err="1"/>
              <a:t>부른다</a:t>
            </a:r>
            <a:r>
              <a:rPr lang="en-US" dirty="0"/>
              <a:t>. </a:t>
            </a:r>
            <a:r>
              <a:rPr lang="en-US" dirty="0" err="1"/>
              <a:t>이미지가</a:t>
            </a:r>
            <a:r>
              <a:rPr lang="en-US" dirty="0"/>
              <a:t> </a:t>
            </a:r>
            <a:r>
              <a:rPr lang="en-US" dirty="0" err="1"/>
              <a:t>로딩되기</a:t>
            </a:r>
            <a:r>
              <a:rPr lang="en-US" dirty="0"/>
              <a:t> </a:t>
            </a:r>
            <a:r>
              <a:rPr lang="en-US" dirty="0" err="1"/>
              <a:t>전이나</a:t>
            </a:r>
            <a:r>
              <a:rPr lang="en-US" dirty="0"/>
              <a:t>, </a:t>
            </a:r>
            <a:r>
              <a:rPr lang="en-US" dirty="0" err="1"/>
              <a:t>이미지를</a:t>
            </a:r>
            <a:r>
              <a:rPr lang="en-US" dirty="0"/>
              <a:t> </a:t>
            </a:r>
            <a:r>
              <a:rPr lang="en-US" dirty="0" err="1"/>
              <a:t>로딩할</a:t>
            </a:r>
            <a:r>
              <a:rPr lang="en-US" dirty="0"/>
              <a:t> 수 </a:t>
            </a:r>
            <a:r>
              <a:rPr lang="en-US" dirty="0" err="1"/>
              <a:t>없는</a:t>
            </a:r>
            <a:r>
              <a:rPr lang="en-US" dirty="0"/>
              <a:t> </a:t>
            </a:r>
            <a:r>
              <a:rPr lang="en-US" dirty="0" err="1"/>
              <a:t>경우</a:t>
            </a:r>
            <a:r>
              <a:rPr lang="en-US" dirty="0"/>
              <a:t> </a:t>
            </a:r>
            <a:r>
              <a:rPr lang="en-US" dirty="0" err="1"/>
              <a:t>이미지의</a:t>
            </a:r>
            <a:r>
              <a:rPr lang="en-US" dirty="0"/>
              <a:t> </a:t>
            </a:r>
            <a:r>
              <a:rPr lang="en-US" dirty="0" err="1"/>
              <a:t>위치에</a:t>
            </a:r>
            <a:r>
              <a:rPr lang="en-US" dirty="0"/>
              <a:t> </a:t>
            </a:r>
            <a:r>
              <a:rPr lang="en-US" dirty="0" err="1"/>
              <a:t>텍스트가</a:t>
            </a:r>
            <a:r>
              <a:rPr lang="en-US" dirty="0"/>
              <a:t> </a:t>
            </a:r>
            <a:r>
              <a:rPr lang="en-US" dirty="0" err="1"/>
              <a:t>표시된다</a:t>
            </a:r>
            <a:r>
              <a:rPr lang="en-US" dirty="0"/>
              <a:t>. </a:t>
            </a:r>
            <a:r>
              <a:rPr lang="en-US" dirty="0" err="1"/>
              <a:t>시각장애인을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장치와</a:t>
            </a:r>
            <a:r>
              <a:rPr lang="en-US" dirty="0"/>
              <a:t> </a:t>
            </a:r>
            <a:r>
              <a:rPr lang="en-US" dirty="0" err="1"/>
              <a:t>검색엔진에서도</a:t>
            </a:r>
            <a:r>
              <a:rPr lang="en-US" dirty="0"/>
              <a:t> </a:t>
            </a:r>
            <a:r>
              <a:rPr lang="en-US" dirty="0" err="1"/>
              <a:t>사용된다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width, height : </a:t>
            </a:r>
            <a:r>
              <a:rPr lang="en-US" dirty="0" err="1"/>
              <a:t>이미지의</a:t>
            </a:r>
            <a:r>
              <a:rPr lang="en-US" dirty="0"/>
              <a:t> </a:t>
            </a:r>
            <a:r>
              <a:rPr lang="en-US" dirty="0" err="1"/>
              <a:t>크기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longdesc</a:t>
            </a:r>
            <a:r>
              <a:rPr lang="en-US" dirty="0"/>
              <a:t> : </a:t>
            </a:r>
            <a:r>
              <a:rPr lang="en-US" dirty="0" err="1"/>
              <a:t>이미지와</a:t>
            </a:r>
            <a:r>
              <a:rPr lang="en-US" dirty="0"/>
              <a:t> </a:t>
            </a:r>
            <a:r>
              <a:rPr lang="en-US" dirty="0" err="1"/>
              <a:t>관련된</a:t>
            </a:r>
            <a:r>
              <a:rPr lang="en-US" dirty="0"/>
              <a:t> </a:t>
            </a:r>
            <a:r>
              <a:rPr lang="en-US" dirty="0" err="1"/>
              <a:t>링크</a:t>
            </a: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</p:txBody>
      </p:sp>
      <p:sp>
        <p:nvSpPr>
          <p:cNvPr id="135" name="Google Shape;135;p11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136" name="Google Shape;136;p11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1"/>
          <p:cNvSpPr/>
          <p:nvPr/>
        </p:nvSpPr>
        <p:spPr>
          <a:xfrm>
            <a:off x="590551" y="1840453"/>
            <a:ext cx="11369964" cy="36933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img src="이미지가 위치하는 URL" alt="대체텍스트" width="폭" height="높이" longdesc="링크" /&gt;&lt;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1-1</a:t>
            </a:r>
            <a:endParaRPr dirty="0"/>
          </a:p>
        </p:txBody>
      </p:sp>
      <p:sp>
        <p:nvSpPr>
          <p:cNvPr id="151" name="Google Shape;151;p13"/>
          <p:cNvSpPr txBox="1">
            <a:spLocks noGrp="1"/>
          </p:cNvSpPr>
          <p:nvPr>
            <p:ph type="body" idx="1"/>
          </p:nvPr>
        </p:nvSpPr>
        <p:spPr>
          <a:xfrm>
            <a:off x="592667" y="1152527"/>
            <a:ext cx="10363200" cy="504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dirty="0"/>
              <a:t>실습 </a:t>
            </a:r>
            <a:r>
              <a:rPr lang="en-US" altLang="ko-KR" dirty="0"/>
              <a:t>1: HTML </a:t>
            </a:r>
            <a:r>
              <a:rPr lang="ko-KR" altLang="en-US" dirty="0"/>
              <a:t>문서를 작성해본다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52" name="Google Shape;152;p1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53" name="Google Shape;153;p13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45;p12">
            <a:extLst>
              <a:ext uri="{FF2B5EF4-FFF2-40B4-BE49-F238E27FC236}">
                <a16:creationId xmlns:a16="http://schemas.microsoft.com/office/drawing/2014/main" id="{6ECB384B-20A8-405F-DCE2-67233A9C3ADC}"/>
              </a:ext>
            </a:extLst>
          </p:cNvPr>
          <p:cNvSpPr/>
          <p:nvPr/>
        </p:nvSpPr>
        <p:spPr>
          <a:xfrm>
            <a:off x="355600" y="1596526"/>
            <a:ext cx="11480800" cy="3647112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&lt;!DOCTYPE html&gt; 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&lt;html&gt;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&lt;head&gt;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&lt;meta charset="UTF-8"&gt;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&lt;/head&gt;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&lt;body&gt;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&lt;img 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 src="https://tomcat.apache.org/res/images/tomcat.png" /&gt; &lt;br&gt;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&lt;a href="http://tomcat.apache.org/"&gt;</a:t>
            </a:r>
            <a:r>
              <a:rPr lang="ko-KR" altLang="en-US" b="1" dirty="0"/>
              <a:t>아파치 </a:t>
            </a:r>
            <a:r>
              <a:rPr lang="ko-KR" altLang="en-US" b="1" dirty="0" err="1"/>
              <a:t>톰캣</a:t>
            </a:r>
            <a:r>
              <a:rPr lang="ko-KR" altLang="en-US" b="1" dirty="0"/>
              <a:t> 서버</a:t>
            </a:r>
            <a:r>
              <a:rPr lang="en-US" altLang="ko-KR" dirty="0"/>
              <a:t>&lt;/a&gt;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&lt;/html&gt;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932E12-89D0-5395-2DB7-E46C4A05A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1-1 </a:t>
            </a:r>
            <a:r>
              <a:rPr lang="ko-KR" altLang="en-US" dirty="0"/>
              <a:t>분석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B954F-E56C-8A3F-82EB-0DA366FEA3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165CDBA-EC45-032B-30EB-6DE48F8E2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&lt;!DOCTYPE html&gt;</a:t>
            </a:r>
          </a:p>
          <a:p>
            <a:pPr lvl="1"/>
            <a:r>
              <a:rPr lang="en-US" altLang="ko-KR" dirty="0"/>
              <a:t>HTML5 </a:t>
            </a:r>
            <a:r>
              <a:rPr lang="ko-KR" altLang="en-US" dirty="0"/>
              <a:t>문서 형식 선언</a:t>
            </a:r>
          </a:p>
          <a:p>
            <a:r>
              <a:rPr lang="en-US" altLang="ko-KR" dirty="0"/>
              <a:t>&lt;html&gt;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문서의 시작</a:t>
            </a:r>
          </a:p>
          <a:p>
            <a:r>
              <a:rPr lang="en-US" altLang="ko-KR" dirty="0"/>
              <a:t>&lt;head&gt;</a:t>
            </a:r>
          </a:p>
          <a:p>
            <a:pPr lvl="1"/>
            <a:r>
              <a:rPr lang="ko-KR" altLang="en-US" dirty="0"/>
              <a:t>문서의 메타데이터 정보 포함</a:t>
            </a:r>
          </a:p>
          <a:p>
            <a:r>
              <a:rPr lang="en-US" altLang="ko-KR" dirty="0"/>
              <a:t>&lt;meta charset="UTF-8"&gt;</a:t>
            </a:r>
          </a:p>
          <a:p>
            <a:pPr lvl="1"/>
            <a:r>
              <a:rPr lang="ko-KR" altLang="en-US" dirty="0"/>
              <a:t>문자 인코딩을 </a:t>
            </a:r>
            <a:r>
              <a:rPr lang="en-US" altLang="ko-KR" dirty="0"/>
              <a:t>UTF-8</a:t>
            </a:r>
            <a:r>
              <a:rPr lang="ko-KR" altLang="en-US" dirty="0"/>
              <a:t>로 설정 </a:t>
            </a:r>
            <a:r>
              <a:rPr lang="en-US" altLang="ko-KR" dirty="0"/>
              <a:t>(</a:t>
            </a:r>
            <a:r>
              <a:rPr lang="ko-KR" altLang="en-US" dirty="0"/>
              <a:t>한글 및 다양한 언어 지원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</a:t>
            </a:r>
          </a:p>
          <a:p>
            <a:pPr lvl="1"/>
            <a:r>
              <a:rPr lang="ko-KR" altLang="en-US" dirty="0"/>
              <a:t>웹 브라우저 탭에 표시될 제목 설정</a:t>
            </a:r>
          </a:p>
          <a:p>
            <a:r>
              <a:rPr lang="en-US" altLang="ko-KR" dirty="0"/>
              <a:t>&lt;/head&gt;</a:t>
            </a:r>
          </a:p>
          <a:p>
            <a:pPr lvl="1"/>
            <a:r>
              <a:rPr lang="ko-KR" altLang="en-US" dirty="0"/>
              <a:t>헤드 영역 닫기</a:t>
            </a:r>
          </a:p>
        </p:txBody>
      </p:sp>
    </p:spTree>
    <p:extLst>
      <p:ext uri="{BB962C8B-B14F-4D97-AF65-F5344CB8AC3E}">
        <p14:creationId xmlns:p14="http://schemas.microsoft.com/office/powerpoint/2010/main" val="1603008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5CC1F-70EC-F48D-EF56-FF791A41C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DE448-9DA9-F35E-B717-A6373C52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1-1 </a:t>
            </a:r>
            <a:r>
              <a:rPr lang="ko-KR" altLang="en-US" dirty="0"/>
              <a:t>분석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237418-7E7F-A812-42CD-CDE183B794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2C60097-8909-FE93-D8FE-FA01C1891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dirty="0"/>
              <a:t>&lt;body&gt;</a:t>
            </a:r>
          </a:p>
          <a:p>
            <a:pPr lvl="1"/>
            <a:r>
              <a:rPr lang="ko-KR" altLang="en-US" dirty="0"/>
              <a:t>본문 내용 표시</a:t>
            </a:r>
          </a:p>
          <a:p>
            <a:r>
              <a:rPr lang="en-US" altLang="ko-KR" dirty="0"/>
              <a:t>&lt;img&gt;</a:t>
            </a:r>
          </a:p>
          <a:p>
            <a:pPr lvl="1"/>
            <a:r>
              <a:rPr lang="ko-KR" altLang="en-US" dirty="0"/>
              <a:t>이미지를 표시</a:t>
            </a:r>
            <a:endParaRPr lang="en-US" altLang="ko-KR" dirty="0"/>
          </a:p>
          <a:p>
            <a:pPr lvl="1"/>
            <a:r>
              <a:rPr lang="en-US" altLang="ko-KR" dirty="0"/>
              <a:t>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"` → </a:t>
            </a:r>
            <a:r>
              <a:rPr lang="ko-KR" altLang="en-US" dirty="0"/>
              <a:t>이미지가 표시되지 않을 때 대체 텍스트</a:t>
            </a:r>
            <a:endParaRPr lang="en-US" altLang="ko-KR" dirty="0"/>
          </a:p>
          <a:p>
            <a:pPr lvl="1"/>
            <a:r>
              <a:rPr lang="en-US" altLang="ko-KR" dirty="0"/>
              <a:t>src="https://tomcat.apache.org/res/images/tomcat.png"` → </a:t>
            </a:r>
            <a:r>
              <a:rPr lang="ko-KR" altLang="en-US" dirty="0"/>
              <a:t>이미지 경로 지정</a:t>
            </a:r>
          </a:p>
          <a:p>
            <a:r>
              <a:rPr lang="en-US" altLang="ko-KR" dirty="0"/>
              <a:t>&lt;br&gt;</a:t>
            </a:r>
          </a:p>
          <a:p>
            <a:pPr lvl="1"/>
            <a:r>
              <a:rPr lang="ko-KR" altLang="en-US" dirty="0"/>
              <a:t>줄 바꿈 </a:t>
            </a:r>
            <a:r>
              <a:rPr lang="en-US" altLang="ko-KR" dirty="0"/>
              <a:t>(</a:t>
            </a:r>
            <a:r>
              <a:rPr lang="ko-KR" altLang="en-US" dirty="0"/>
              <a:t>이미지와 링크 사이 간격 조정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&lt;a&gt;</a:t>
            </a:r>
          </a:p>
          <a:p>
            <a:pPr lvl="1"/>
            <a:r>
              <a:rPr lang="ko-KR" altLang="en-US" dirty="0"/>
              <a:t>하이퍼링크 생성</a:t>
            </a:r>
            <a:endParaRPr lang="en-US" altLang="ko-KR" dirty="0"/>
          </a:p>
          <a:p>
            <a:pPr lvl="1"/>
            <a:r>
              <a:rPr lang="en-US" altLang="ko-KR" dirty="0"/>
              <a:t>href="http://tomcat.apache.org/"` → </a:t>
            </a:r>
            <a:r>
              <a:rPr lang="ko-KR" altLang="en-US" dirty="0"/>
              <a:t>클릭 시 </a:t>
            </a:r>
            <a:r>
              <a:rPr lang="ko-KR" altLang="en-US" dirty="0" err="1"/>
              <a:t>톰캣</a:t>
            </a:r>
            <a:r>
              <a:rPr lang="ko-KR" altLang="en-US" dirty="0"/>
              <a:t> 공식 사이트로 이동</a:t>
            </a:r>
            <a:endParaRPr lang="en-US" altLang="ko-KR" dirty="0"/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아파치 </a:t>
            </a:r>
            <a:r>
              <a:rPr lang="ko-KR" altLang="en-US" dirty="0" err="1"/>
              <a:t>톰캣</a:t>
            </a:r>
            <a:r>
              <a:rPr lang="ko-KR" altLang="en-US" dirty="0"/>
              <a:t> 서버</a:t>
            </a:r>
            <a:r>
              <a:rPr lang="en-US" altLang="ko-KR" dirty="0"/>
              <a:t>"` → </a:t>
            </a:r>
            <a:r>
              <a:rPr lang="ko-KR" altLang="en-US" dirty="0"/>
              <a:t>링크로 표시될 텍스트</a:t>
            </a:r>
          </a:p>
          <a:p>
            <a:r>
              <a:rPr lang="en-US" altLang="ko-KR" dirty="0"/>
              <a:t>&lt;/body&gt;</a:t>
            </a:r>
          </a:p>
          <a:p>
            <a:pPr lvl="1"/>
            <a:r>
              <a:rPr lang="ko-KR" altLang="en-US" dirty="0"/>
              <a:t>본문 영역 닫기</a:t>
            </a:r>
          </a:p>
          <a:p>
            <a:r>
              <a:rPr lang="en-US" altLang="ko-KR" dirty="0"/>
              <a:t>&lt;/html&gt;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 종료</a:t>
            </a:r>
          </a:p>
        </p:txBody>
      </p:sp>
    </p:spTree>
    <p:extLst>
      <p:ext uri="{BB962C8B-B14F-4D97-AF65-F5344CB8AC3E}">
        <p14:creationId xmlns:p14="http://schemas.microsoft.com/office/powerpoint/2010/main" val="4292002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>
          <a:extLst>
            <a:ext uri="{FF2B5EF4-FFF2-40B4-BE49-F238E27FC236}">
              <a16:creationId xmlns:a16="http://schemas.microsoft.com/office/drawing/2014/main" id="{F127000B-A048-B98E-043B-5481E8532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3">
            <a:extLst>
              <a:ext uri="{FF2B5EF4-FFF2-40B4-BE49-F238E27FC236}">
                <a16:creationId xmlns:a16="http://schemas.microsoft.com/office/drawing/2014/main" id="{189F471B-9F4A-FF23-E962-46A2571B63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1-2</a:t>
            </a:r>
            <a:endParaRPr dirty="0"/>
          </a:p>
        </p:txBody>
      </p:sp>
      <p:sp>
        <p:nvSpPr>
          <p:cNvPr id="151" name="Google Shape;151;p13">
            <a:extLst>
              <a:ext uri="{FF2B5EF4-FFF2-40B4-BE49-F238E27FC236}">
                <a16:creationId xmlns:a16="http://schemas.microsoft.com/office/drawing/2014/main" id="{00C8D56D-8CB1-F0B4-1B87-5F0ED4368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실습 2: HTML 문서 </a:t>
            </a:r>
            <a:r>
              <a:rPr lang="en-US" dirty="0" err="1"/>
              <a:t>생성하기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HTML 문서를 </a:t>
            </a:r>
            <a:r>
              <a:rPr lang="en-US" dirty="0" err="1"/>
              <a:t>작성하</a:t>
            </a:r>
            <a:r>
              <a:rPr lang="ko-KR" altLang="en-US" dirty="0"/>
              <a:t>면서 다음 태그를 넣어본다</a:t>
            </a:r>
            <a:r>
              <a:rPr lang="en-US" altLang="ko-KR" dirty="0"/>
              <a:t>.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제목</a:t>
            </a:r>
            <a:r>
              <a:rPr lang="en-US" dirty="0"/>
              <a:t> : HTML 실습</a:t>
            </a:r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b="1" dirty="0"/>
              <a:t>&lt;title&gt;&lt;/title&gt;</a:t>
            </a:r>
            <a:r>
              <a:rPr lang="en-US" dirty="0"/>
              <a:t> </a:t>
            </a:r>
            <a:r>
              <a:rPr lang="ko-KR" altLang="en-US" dirty="0"/>
              <a:t>태그를 사용하여 제목 지정</a:t>
            </a:r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ko-KR" altLang="en-US" b="1" dirty="0"/>
              <a:t>단락</a:t>
            </a:r>
            <a:r>
              <a:rPr lang="ko-KR" altLang="en-US" dirty="0"/>
              <a:t> </a:t>
            </a:r>
            <a:r>
              <a:rPr lang="en-US" altLang="ko-KR" dirty="0"/>
              <a:t>: 2~3 </a:t>
            </a:r>
            <a:r>
              <a:rPr lang="ko-KR" altLang="en-US" dirty="0"/>
              <a:t>줄 정도 자신을 소개하는 내용</a:t>
            </a:r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b="1" dirty="0"/>
              <a:t>&lt;br&gt;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혹은</a:t>
            </a:r>
            <a:r>
              <a:rPr lang="en-US" dirty="0"/>
              <a:t> </a:t>
            </a:r>
            <a:r>
              <a:rPr lang="en-US" b="1" dirty="0"/>
              <a:t>&lt;p&gt;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사용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이미지</a:t>
            </a:r>
            <a:r>
              <a:rPr lang="en-US" dirty="0"/>
              <a:t> : </a:t>
            </a:r>
            <a:r>
              <a:rPr lang="ko-KR" altLang="en-US" dirty="0"/>
              <a:t>자신이 좋아하는 </a:t>
            </a:r>
            <a:r>
              <a:rPr lang="en-US" dirty="0" err="1"/>
              <a:t>임의의</a:t>
            </a:r>
            <a:r>
              <a:rPr lang="en-US" dirty="0"/>
              <a:t> </a:t>
            </a:r>
            <a:r>
              <a:rPr lang="en-US" dirty="0" err="1"/>
              <a:t>이미지를</a:t>
            </a:r>
            <a:r>
              <a:rPr lang="en-US" dirty="0"/>
              <a:t> </a:t>
            </a:r>
            <a:r>
              <a:rPr lang="en-US" dirty="0" err="1"/>
              <a:t>추가</a:t>
            </a:r>
            <a:r>
              <a:rPr lang="en-US" dirty="0"/>
              <a:t> (예: src="image.jpg")</a:t>
            </a:r>
            <a:endParaRPr dirty="0"/>
          </a:p>
        </p:txBody>
      </p:sp>
      <p:sp>
        <p:nvSpPr>
          <p:cNvPr id="152" name="Google Shape;152;p13">
            <a:extLst>
              <a:ext uri="{FF2B5EF4-FFF2-40B4-BE49-F238E27FC236}">
                <a16:creationId xmlns:a16="http://schemas.microsoft.com/office/drawing/2014/main" id="{13B424D6-2FDF-15E6-C66A-E76138D4CBD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153" name="Google Shape;153;p13">
            <a:extLst>
              <a:ext uri="{FF2B5EF4-FFF2-40B4-BE49-F238E27FC236}">
                <a16:creationId xmlns:a16="http://schemas.microsoft.com/office/drawing/2014/main" id="{807FB915-B266-AFAB-DA9F-3C63DA95391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219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4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HTML에서 표 태그 사용하기</a:t>
            </a:r>
            <a:br>
              <a:rPr lang="en-US"/>
            </a:br>
            <a:endParaRPr/>
          </a:p>
        </p:txBody>
      </p:sp>
      <p:sp>
        <p:nvSpPr>
          <p:cNvPr id="159" name="Google Shape;159;p14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표 </a:t>
            </a:r>
            <a:r>
              <a:rPr lang="en-US" dirty="0" err="1"/>
              <a:t>태그</a:t>
            </a:r>
            <a:r>
              <a:rPr lang="en-US" dirty="0"/>
              <a:t>(Tag)</a:t>
            </a: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table</a:t>
            </a:r>
            <a:r>
              <a:rPr lang="en-US" dirty="0"/>
              <a:t>, </a:t>
            </a:r>
            <a:r>
              <a:rPr lang="en-US" dirty="0" err="1"/>
              <a:t>표는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일목요연하게</a:t>
            </a:r>
            <a:r>
              <a:rPr lang="en-US" dirty="0"/>
              <a:t> </a:t>
            </a:r>
            <a:r>
              <a:rPr lang="en-US" dirty="0" err="1"/>
              <a:t>표현하기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방법이다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border</a:t>
            </a:r>
            <a:r>
              <a:rPr lang="en-US" dirty="0"/>
              <a:t> </a:t>
            </a:r>
            <a:r>
              <a:rPr lang="en-US" dirty="0" err="1"/>
              <a:t>옵션을</a:t>
            </a:r>
            <a:r>
              <a:rPr lang="en-US" dirty="0"/>
              <a:t> </a:t>
            </a:r>
            <a:r>
              <a:rPr lang="en-US" dirty="0" err="1"/>
              <a:t>통해서</a:t>
            </a:r>
            <a:r>
              <a:rPr lang="en-US" dirty="0"/>
              <a:t> 선 </a:t>
            </a:r>
            <a:r>
              <a:rPr lang="en-US" dirty="0" err="1"/>
              <a:t>굵기를</a:t>
            </a:r>
            <a:r>
              <a:rPr lang="en-US" dirty="0"/>
              <a:t> </a:t>
            </a:r>
            <a:r>
              <a:rPr lang="en-US" dirty="0" err="1"/>
              <a:t>나타낼</a:t>
            </a:r>
            <a:r>
              <a:rPr lang="en-US" dirty="0"/>
              <a:t> 수 </a:t>
            </a:r>
            <a:r>
              <a:rPr lang="en-US" dirty="0" err="1"/>
              <a:t>있다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레이아웃으로도</a:t>
            </a:r>
            <a:r>
              <a:rPr lang="en-US" dirty="0"/>
              <a:t> </a:t>
            </a:r>
            <a:r>
              <a:rPr lang="en-US" dirty="0" err="1"/>
              <a:t>활용되나</a:t>
            </a:r>
            <a:r>
              <a:rPr lang="en-US" dirty="0"/>
              <a:t>, </a:t>
            </a:r>
            <a:r>
              <a:rPr lang="en-US" dirty="0" err="1"/>
              <a:t>불가피한</a:t>
            </a:r>
            <a:r>
              <a:rPr lang="en-US" dirty="0"/>
              <a:t> </a:t>
            </a:r>
            <a:r>
              <a:rPr lang="en-US" dirty="0" err="1"/>
              <a:t>경우를</a:t>
            </a:r>
            <a:r>
              <a:rPr lang="en-US" dirty="0"/>
              <a:t> </a:t>
            </a:r>
            <a:r>
              <a:rPr lang="en-US" dirty="0" err="1"/>
              <a:t>제외하면</a:t>
            </a:r>
            <a:r>
              <a:rPr lang="en-US" dirty="0"/>
              <a:t> </a:t>
            </a:r>
            <a:r>
              <a:rPr lang="en-US" dirty="0" err="1"/>
              <a:t>div와</a:t>
            </a:r>
            <a:r>
              <a:rPr lang="en-US" dirty="0"/>
              <a:t> </a:t>
            </a:r>
            <a:r>
              <a:rPr lang="en-US" dirty="0" err="1"/>
              <a:t>css등을</a:t>
            </a:r>
            <a:r>
              <a:rPr lang="en-US" dirty="0"/>
              <a:t> </a:t>
            </a:r>
            <a:r>
              <a:rPr lang="en-US" dirty="0" err="1"/>
              <a:t>이용한다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th</a:t>
            </a:r>
            <a:r>
              <a:rPr lang="en-US" dirty="0" err="1"/>
              <a:t>는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그룹의</a:t>
            </a:r>
            <a:r>
              <a:rPr lang="en-US" dirty="0"/>
              <a:t> </a:t>
            </a:r>
            <a:r>
              <a:rPr lang="en-US" dirty="0" err="1"/>
              <a:t>제목에</a:t>
            </a:r>
            <a:r>
              <a:rPr lang="en-US" dirty="0"/>
              <a:t> </a:t>
            </a:r>
            <a:r>
              <a:rPr lang="en-US" dirty="0" err="1"/>
              <a:t>해당한다</a:t>
            </a:r>
            <a:r>
              <a:rPr lang="en-US" dirty="0"/>
              <a:t>. (header cells)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td</a:t>
            </a:r>
            <a:r>
              <a:rPr lang="en-US" dirty="0" err="1"/>
              <a:t>는</a:t>
            </a:r>
            <a:r>
              <a:rPr lang="en-US" dirty="0"/>
              <a:t> </a:t>
            </a:r>
            <a:r>
              <a:rPr lang="en-US" dirty="0" err="1"/>
              <a:t>th에</a:t>
            </a:r>
            <a:r>
              <a:rPr lang="en-US" dirty="0"/>
              <a:t> </a:t>
            </a:r>
            <a:r>
              <a:rPr lang="en-US" dirty="0" err="1"/>
              <a:t>속하는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그룹이다</a:t>
            </a:r>
            <a:r>
              <a:rPr lang="en-US" dirty="0"/>
              <a:t>. (standard cells)</a:t>
            </a: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457200" lvl="1" indent="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</p:txBody>
      </p:sp>
      <p:sp>
        <p:nvSpPr>
          <p:cNvPr id="160" name="Google Shape;160;p14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161" name="Google Shape;161;p14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4"/>
          <p:cNvSpPr/>
          <p:nvPr/>
        </p:nvSpPr>
        <p:spPr>
          <a:xfrm>
            <a:off x="1560195" y="1669415"/>
            <a:ext cx="2586990" cy="212344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&lt;table&gt;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&lt;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th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&gt;제목&lt;/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th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&lt;td&gt;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데이터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&lt;/table&gt;</a:t>
            </a:r>
            <a:endParaRPr dirty="0"/>
          </a:p>
        </p:txBody>
      </p:sp>
      <p:sp>
        <p:nvSpPr>
          <p:cNvPr id="163" name="텍스트 상자 28"/>
          <p:cNvSpPr txBox="1">
            <a:spLocks/>
          </p:cNvSpPr>
          <p:nvPr/>
        </p:nvSpPr>
        <p:spPr>
          <a:xfrm rot="0">
            <a:off x="4640580" y="1485900"/>
            <a:ext cx="5753735" cy="23082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&lt;div</a:t>
            </a:r>
            <a:r>
              <a:rPr lang="ko-KR" sz="1800">
                <a:latin typeface="맑은 고딕" charset="0"/>
                <a:ea typeface="맑은 고딕" charset="0"/>
              </a:rPr>
              <a:t> id = “</a:t>
            </a:r>
            <a:r>
              <a:rPr lang="ko-KR" sz="1800">
                <a:latin typeface="맑은 고딕" charset="0"/>
                <a:ea typeface="맑은 고딕" charset="0"/>
              </a:rPr>
              <a:t>t</a:t>
            </a:r>
            <a:r>
              <a:rPr lang="ko-KR" sz="1800">
                <a:latin typeface="맑은 고딕" charset="0"/>
                <a:ea typeface="맑은 고딕" charset="0"/>
              </a:rPr>
              <a:t>able”&gt;</a:t>
            </a:r>
            <a:r>
              <a:rPr lang="ko-KR" sz="1800">
                <a:latin typeface="맑은 고딕" charset="0"/>
                <a:ea typeface="맑은 고딕" charset="0"/>
              </a:rPr>
              <a:t> 이 </a:t>
            </a:r>
            <a:r>
              <a:rPr lang="ko-KR" sz="1800">
                <a:latin typeface="맑은 고딕" charset="0"/>
                <a:ea typeface="맑은 고딕" charset="0"/>
              </a:rPr>
              <a:t>영역</a:t>
            </a:r>
            <a:r>
              <a:rPr lang="ko-KR" sz="1800">
                <a:latin typeface="맑은 고딕" charset="0"/>
                <a:ea typeface="맑은 고딕" charset="0"/>
              </a:rPr>
              <a:t>을 </a:t>
            </a:r>
            <a:r>
              <a:rPr lang="ko-KR" sz="1800">
                <a:latin typeface="맑은 고딕" charset="0"/>
                <a:ea typeface="맑은 고딕" charset="0"/>
              </a:rPr>
              <a:t>자바 스크</a:t>
            </a:r>
            <a:r>
              <a:rPr lang="ko-KR" sz="1800">
                <a:latin typeface="맑은 고딕" charset="0"/>
                <a:ea typeface="맑은 고딕" charset="0"/>
              </a:rPr>
              <a:t>립트나 </a:t>
            </a:r>
            <a:r>
              <a:rPr lang="ko-KR" sz="1800">
                <a:latin typeface="맑은 고딕" charset="0"/>
                <a:ea typeface="맑은 고딕" charset="0"/>
              </a:rPr>
              <a:t>css로 꾸밀 수 있다 &lt;</a:t>
            </a:r>
            <a:r>
              <a:rPr lang="ko-KR" sz="1800">
                <a:latin typeface="맑은 고딕" charset="0"/>
                <a:ea typeface="맑은 고딕" charset="0"/>
              </a:rPr>
              <a:t>/</a:t>
            </a:r>
            <a:r>
              <a:rPr lang="ko-KR" sz="1800">
                <a:latin typeface="맑은 고딕" charset="0"/>
                <a:ea typeface="맑은 고딕" charset="0"/>
              </a:rPr>
              <a:t>div&gt;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Css </a:t>
            </a:r>
            <a:r>
              <a:rPr lang="ko-KR" sz="1800">
                <a:latin typeface="맑은 고딕" charset="0"/>
                <a:ea typeface="맑은 고딕" charset="0"/>
              </a:rPr>
              <a:t>: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꾸밀 때 </a:t>
            </a:r>
            <a:r>
              <a:rPr lang="ko-KR" sz="1800">
                <a:latin typeface="맑은 고딕" charset="0"/>
                <a:ea typeface="맑은 고딕" charset="0"/>
              </a:rPr>
              <a:t>사용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J</a:t>
            </a:r>
            <a:r>
              <a:rPr lang="ko-KR" sz="1800">
                <a:latin typeface="맑은 고딕" charset="0"/>
                <a:ea typeface="맑은 고딕" charset="0"/>
              </a:rPr>
              <a:t>avascript </a:t>
            </a:r>
            <a:r>
              <a:rPr lang="ko-KR" sz="1800">
                <a:latin typeface="맑은 고딕" charset="0"/>
                <a:ea typeface="맑은 고딕" charset="0"/>
              </a:rPr>
              <a:t>: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동적으로 </a:t>
            </a:r>
            <a:r>
              <a:rPr lang="ko-KR" sz="1800">
                <a:latin typeface="맑은 고딕" charset="0"/>
                <a:ea typeface="맑은 고딕" charset="0"/>
              </a:rPr>
              <a:t>보여주거나 안</a:t>
            </a:r>
            <a:r>
              <a:rPr lang="ko-KR" sz="1800">
                <a:latin typeface="맑은 고딕" charset="0"/>
                <a:ea typeface="맑은 고딕" charset="0"/>
              </a:rPr>
              <a:t>보여주는 </a:t>
            </a:r>
            <a:r>
              <a:rPr lang="ko-KR" sz="1800">
                <a:latin typeface="맑은 고딕" charset="0"/>
                <a:ea typeface="맑은 고딕" charset="0"/>
              </a:rPr>
              <a:t>기능 ㄱㄴ함 </a:t>
            </a:r>
            <a:r>
              <a:rPr lang="ko-KR" sz="1800">
                <a:latin typeface="맑은 고딕" charset="0"/>
                <a:ea typeface="맑은 고딕" charset="0"/>
              </a:rPr>
              <a:t>-</a:t>
            </a:r>
            <a:r>
              <a:rPr lang="ko-KR" sz="1800">
                <a:latin typeface="맑은 고딕" charset="0"/>
                <a:ea typeface="맑은 고딕" charset="0"/>
              </a:rPr>
              <a:t>&gt; 예를 들어 커서를 </a:t>
            </a:r>
            <a:r>
              <a:rPr lang="ko-KR" sz="1800">
                <a:latin typeface="맑은 고딕" charset="0"/>
                <a:ea typeface="맑은 고딕" charset="0"/>
              </a:rPr>
              <a:t>갖다댈 </a:t>
            </a:r>
            <a:r>
              <a:rPr lang="ko-KR" sz="1800">
                <a:latin typeface="맑은 고딕" charset="0"/>
                <a:ea typeface="맑은 고딕" charset="0"/>
              </a:rPr>
              <a:t>때 보이거나 말거나  -&gt; 한</a:t>
            </a:r>
            <a:r>
              <a:rPr lang="ko-KR" sz="1800">
                <a:latin typeface="맑은 고딕" charset="0"/>
                <a:ea typeface="맑은 고딕" charset="0"/>
              </a:rPr>
              <a:t>마디로 </a:t>
            </a:r>
            <a:r>
              <a:rPr lang="ko-KR" sz="1800">
                <a:latin typeface="맑은 고딕" charset="0"/>
                <a:ea typeface="맑은 고딕" charset="0"/>
              </a:rPr>
              <a:t>이벤트 처</a:t>
            </a:r>
            <a:r>
              <a:rPr lang="ko-KR" sz="1800">
                <a:latin typeface="맑은 고딕" charset="0"/>
                <a:ea typeface="맑은 고딕" charset="0"/>
              </a:rPr>
              <a:t>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2-1</a:t>
            </a:r>
            <a:br>
              <a:rPr lang="en-US" dirty="0"/>
            </a:br>
            <a:endParaRPr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DE7F16-D973-91A6-1E74-67EB4A060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코드를 작성해 보고 어떤 결과가 나오는지 확인해본다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&lt;table&gt; </a:t>
            </a:r>
            <a:r>
              <a:rPr lang="ko-KR" altLang="en-US" dirty="0"/>
              <a:t>태그를 사용한 코드로 행과 열을 어떻게 표현하는지 생각해본다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8" name="Google Shape;168;p15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169" name="Google Shape;169;p15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5"/>
          <p:cNvSpPr/>
          <p:nvPr/>
        </p:nvSpPr>
        <p:spPr>
          <a:xfrm>
            <a:off x="355600" y="2132674"/>
            <a:ext cx="11480800" cy="424727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lang="en-US"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altLang="ko-KR" sz="1050" dirty="0"/>
              <a:t>&lt;title&gt;</a:t>
            </a:r>
            <a:r>
              <a:rPr lang="ko-KR" altLang="en-US" sz="1050" dirty="0"/>
              <a:t>표 실습</a:t>
            </a:r>
            <a:r>
              <a:rPr lang="en-US" altLang="ko-KR" sz="1050" dirty="0"/>
              <a:t>&lt;/title&gt;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9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&lt;table border="1"&gt;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이름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성별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나이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홍길동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&lt;/td&gt;&lt;td&gt;남&lt;/td&gt;&lt;td&gt;6&lt;/td&gt;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성춘향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&lt;/td&gt;&lt;td&gt;여&lt;/td&gt;&lt;td&gt;2&lt;/td&gt;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&lt;/table&gt;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6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HTML을 사용한 표 태그에서 속성 및 스타일링하기</a:t>
            </a:r>
            <a:endParaRPr/>
          </a:p>
        </p:txBody>
      </p:sp>
      <p:sp>
        <p:nvSpPr>
          <p:cNvPr id="176" name="Google Shape;176;p16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표 </a:t>
            </a:r>
            <a:r>
              <a:rPr lang="en-US" dirty="0" err="1"/>
              <a:t>태그에서</a:t>
            </a:r>
            <a:r>
              <a:rPr lang="en-US" dirty="0"/>
              <a:t> </a:t>
            </a:r>
            <a:r>
              <a:rPr lang="en-US" dirty="0" err="1"/>
              <a:t>속성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/>
              <a:t>border</a:t>
            </a:r>
            <a:r>
              <a:rPr lang="en-US" sz="1600" dirty="0"/>
              <a:t> : </a:t>
            </a:r>
            <a:r>
              <a:rPr lang="en-US" sz="1600" dirty="0" err="1"/>
              <a:t>테두리</a:t>
            </a:r>
            <a:r>
              <a:rPr lang="en-US" sz="1600" dirty="0"/>
              <a:t> </a:t>
            </a:r>
            <a:r>
              <a:rPr lang="en-US" sz="1600" dirty="0" err="1"/>
              <a:t>설정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 err="1"/>
              <a:t>colspan</a:t>
            </a:r>
            <a:r>
              <a:rPr lang="en-US" sz="1600" dirty="0"/>
              <a:t> : </a:t>
            </a:r>
            <a:r>
              <a:rPr lang="ko-KR" altLang="en-US" sz="1600" dirty="0"/>
              <a:t>하나의 셀을 여러 개의 열</a:t>
            </a:r>
            <a:r>
              <a:rPr lang="en-US" altLang="ko-KR" sz="1600" dirty="0"/>
              <a:t>(column)</a:t>
            </a:r>
            <a:r>
              <a:rPr lang="ko-KR" altLang="en-US" sz="1600" dirty="0"/>
              <a:t>에 걸쳐 합침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 err="1"/>
              <a:t>rowspan</a:t>
            </a:r>
            <a:r>
              <a:rPr lang="en-US" sz="1600" dirty="0"/>
              <a:t> : </a:t>
            </a:r>
            <a:r>
              <a:rPr lang="ko-KR" altLang="en-US" sz="1600" dirty="0"/>
              <a:t>하나의 셀을 여러 개의 행</a:t>
            </a:r>
            <a:r>
              <a:rPr lang="en-US" altLang="ko-KR" sz="1600" dirty="0"/>
              <a:t>(row)</a:t>
            </a:r>
            <a:r>
              <a:rPr lang="ko-KR" altLang="en-US" sz="1600" dirty="0"/>
              <a:t>에 걸쳐 합침</a:t>
            </a:r>
          </a:p>
          <a:p>
            <a:pPr marL="342900" lvl="0" indent="-3429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Char char="■"/>
            </a:pPr>
            <a:endParaRPr lang="en-US" altLang="ko-KR" dirty="0"/>
          </a:p>
          <a:p>
            <a:pPr marL="342900" lvl="0" indent="-3429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dirty="0"/>
              <a:t>병합된 셀 </a:t>
            </a:r>
            <a:r>
              <a:rPr lang="en-US" altLang="ko-KR" dirty="0"/>
              <a:t>/</a:t>
            </a:r>
            <a:r>
              <a:rPr lang="ko-KR" altLang="en-US" dirty="0"/>
              <a:t>표 스타일링</a:t>
            </a:r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</p:txBody>
      </p:sp>
      <p:sp>
        <p:nvSpPr>
          <p:cNvPr id="177" name="Google Shape;177;p16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178" name="Google Shape;178;p16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79" name="Google Shape;179;p16"/>
          <p:cNvGraphicFramePr/>
          <p:nvPr>
            <p:extLst>
              <p:ext uri="{D42A27DB-BD31-4B8C-83A1-F6EECF244321}">
                <p14:modId xmlns:p14="http://schemas.microsoft.com/office/powerpoint/2010/main" val="2779365651"/>
              </p:ext>
            </p:extLst>
          </p:nvPr>
        </p:nvGraphicFramePr>
        <p:xfrm>
          <a:off x="912441" y="3630757"/>
          <a:ext cx="3337675" cy="1767850"/>
        </p:xfrm>
        <a:graphic>
          <a:graphicData uri="http://schemas.openxmlformats.org/drawingml/2006/table">
            <a:tbl>
              <a:tblPr firstRow="1" bandRow="1">
                <a:noFill/>
                <a:tableStyleId>{B143AD15-18FB-48BD-BE4C-7BDFF432765B}</a:tableStyleId>
              </a:tblPr>
              <a:tblGrid>
                <a:gridCol w="333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62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&lt;table border="1"&gt;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b="1" u="none" strike="noStrike" cap="none" dirty="0" err="1">
                          <a:solidFill>
                            <a:schemeClr val="dk1"/>
                          </a:solidFill>
                        </a:rPr>
                        <a:t>colspan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="2"&gt;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이름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b="1" u="none" strike="noStrike" cap="none" dirty="0" err="1">
                          <a:solidFill>
                            <a:schemeClr val="dk1"/>
                          </a:solidFill>
                        </a:rPr>
                        <a:t>rowspan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="2"&gt;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직업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&lt;td&gt;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홍길동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&lt;td&gt;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김영희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&lt;/table&gt;</a:t>
                      </a:r>
                      <a:endParaRPr sz="1100" b="1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0" name="Google Shape;180;p16"/>
          <p:cNvGraphicFramePr>
            <a:graphicFrameLocks noGrp="1"/>
          </p:cNvGraphicFramePr>
          <p:nvPr/>
        </p:nvGraphicFramePr>
        <p:xfrm>
          <a:off x="3984625" y="3743325"/>
          <a:ext cx="4533900" cy="1780540"/>
        </p:xfrm>
        <a:graphic>
          <a:graphicData uri="http://schemas.openxmlformats.org/drawingml/2006/table">
            <a:tbl>
              <a:tblPr firstRow="1" bandRow="1">
                <a:tableStyleId>{00000000-0000-0000-0000-000000000000}</a:tableStyleId>
              </a:tblPr>
              <a:tblGrid>
                <a:gridCol w="4533900"/>
              </a:tblGrid>
              <a:tr h="1780540">
                <a:tc>
                  <a:txBody>
                    <a:bodyPr/>
                    <a:lstStyle/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1" strike="noStrike">
                          <a:solidFill>
                            <a:srgbClr val="41280D"/>
                          </a:solidFill>
                        </a:rPr>
                        <a:t>&lt;table border="1" style="width: 50%; text-align: center;"&gt;</a:t>
                      </a:r>
                      <a:endParaRPr lang="ko-KR" altLang="en-US" sz="1100" kern="1200" cap="none" b="1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&lt;tr&gt;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  &lt;th&gt;상품명&lt;/th&gt;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  &lt;th&gt;가격&lt;/th&gt;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&lt;/tr&gt;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&lt;tr&gt;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  &lt;td&gt;노트북&lt;/td&gt;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  &lt;td&gt;1,000,000원&lt;/td&gt;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0" strike="noStrike">
                          <a:solidFill>
                            <a:srgbClr val="41280D"/>
                          </a:solidFill>
                        </a:rPr>
                        <a:t>  &lt;/tr&gt;</a:t>
                      </a:r>
                      <a:endParaRPr lang="ko-KR" altLang="en-US" sz="1100" kern="1200" cap="none" b="0" strike="noStrike">
                        <a:solidFill>
                          <a:srgbClr val="41280D"/>
                        </a:solidFill>
                      </a:endParaRPr>
                    </a:p>
                    <a:p>
                      <a:pPr marL="0" indent="0" rtl="0" algn="l" lvl="1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100" kern="1200" cap="none" b="1" strike="noStrike">
                          <a:solidFill>
                            <a:srgbClr val="41280D"/>
                          </a:solidFill>
                        </a:rPr>
                        <a:t>&lt;/table&gt;</a:t>
                      </a:r>
                      <a:endParaRPr lang="ko-KR" altLang="en-US" sz="1100" kern="1200" cap="none" b="1" strike="noStrike">
                        <a:solidFill>
                          <a:srgbClr val="41280D"/>
                        </a:solidFill>
                      </a:endParaRPr>
                    </a:p>
                  </a:txBody>
                  <a:tcPr marL="91440" marR="91440" marT="45720" marB="45720" anchor="t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81" name="잉크 29"/>
              <p14:cNvContentPartPr/>
              <p14:nvPr/>
            </p14:nvContentPartPr>
            <p14:xfrm>
              <a:off x="7155180" y="1356360"/>
              <a:ext cx="190500" cy="1905000"/>
            </p14:xfrm>
          </p:contentPart>
        </mc:Choice>
        <mc:Fallback>
          <p:pic>
            <p:nvPicPr>
              <p:cNvPr id="181" name="잉크 29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155180" y="1356360"/>
                <a:ext cx="190500" cy="19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82" name="잉크 30"/>
              <p14:cNvContentPartPr/>
              <p14:nvPr/>
            </p14:nvContentPartPr>
            <p14:xfrm>
              <a:off x="7612380" y="1584960"/>
              <a:ext cx="708660" cy="914400"/>
            </p14:xfrm>
          </p:contentPart>
        </mc:Choice>
        <mc:Fallback>
          <p:pic>
            <p:nvPicPr>
              <p:cNvPr id="182" name="잉크 30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612380" y="1584960"/>
                <a:ext cx="708660" cy="9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83" name="잉크 31"/>
              <p14:cNvContentPartPr/>
              <p14:nvPr/>
            </p14:nvContentPartPr>
            <p14:xfrm>
              <a:off x="7101840" y="3230880"/>
              <a:ext cx="2103120" cy="2438400"/>
            </p14:xfrm>
          </p:contentPart>
        </mc:Choice>
        <mc:Fallback>
          <p:pic>
            <p:nvPicPr>
              <p:cNvPr id="183" name="잉크 31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101840" y="3230880"/>
                <a:ext cx="2103120" cy="243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84" name="잉크 4"/>
              <p14:cNvContentPartPr/>
              <p14:nvPr/>
            </p14:nvContentPartPr>
            <p14:xfrm>
              <a:off x="625475" y="1628775"/>
              <a:ext cx="778510" cy="1090930"/>
            </p14:xfrm>
          </p:contentPart>
        </mc:Choice>
        <mc:Fallback>
          <p:pic>
            <p:nvPicPr>
              <p:cNvPr id="184" name="잉크 4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25475" y="1628775"/>
                <a:ext cx="778510" cy="10909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85" name="잉크 5"/>
              <p14:cNvContentPartPr/>
              <p14:nvPr/>
            </p14:nvContentPartPr>
            <p14:xfrm>
              <a:off x="256540" y="1556385"/>
              <a:ext cx="433070" cy="441325"/>
            </p14:xfrm>
          </p:contentPart>
        </mc:Choice>
        <mc:Fallback>
          <p:pic>
            <p:nvPicPr>
              <p:cNvPr id="185" name="잉크 5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6540" y="1556385"/>
                <a:ext cx="433070" cy="44132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7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2-2</a:t>
            </a:r>
            <a:br>
              <a:rPr lang="en-US" dirty="0"/>
            </a:br>
            <a:endParaRPr dirty="0"/>
          </a:p>
        </p:txBody>
      </p:sp>
      <p:sp>
        <p:nvSpPr>
          <p:cNvPr id="186" name="Google Shape;186;p17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627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다음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참고하여</a:t>
            </a:r>
            <a:r>
              <a:rPr lang="en-US" dirty="0"/>
              <a:t> Table </a:t>
            </a:r>
            <a:r>
              <a:rPr lang="en-US" dirty="0" err="1"/>
              <a:t>태그를</a:t>
            </a:r>
            <a:r>
              <a:rPr lang="en-US" dirty="0"/>
              <a:t> </a:t>
            </a:r>
            <a:r>
              <a:rPr lang="en-US" dirty="0" err="1"/>
              <a:t>사용해서</a:t>
            </a:r>
            <a:r>
              <a:rPr lang="en-US" dirty="0"/>
              <a:t> </a:t>
            </a:r>
            <a:r>
              <a:rPr lang="en-US" dirty="0" err="1"/>
              <a:t>만들어</a:t>
            </a:r>
            <a:r>
              <a:rPr lang="en-US" dirty="0"/>
              <a:t> 보시오.</a:t>
            </a:r>
            <a:endParaRPr dirty="0"/>
          </a:p>
        </p:txBody>
      </p:sp>
      <p:sp>
        <p:nvSpPr>
          <p:cNvPr id="187" name="Google Shape;187;p17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188" name="Google Shape;188;p17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89" name="Google Shape;189;p17"/>
          <p:cNvGraphicFramePr/>
          <p:nvPr/>
        </p:nvGraphicFramePr>
        <p:xfrm>
          <a:off x="835329" y="1843190"/>
          <a:ext cx="10363200" cy="1923100"/>
        </p:xfrm>
        <a:graphic>
          <a:graphicData uri="http://schemas.openxmlformats.org/drawingml/2006/table">
            <a:tbl>
              <a:tblPr>
                <a:noFill/>
                <a:tableStyleId>{6246F7F3-65B4-4687-8165-8F984BE82663}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dk1"/>
                          </a:solidFill>
                        </a:rPr>
                        <a:t>제품명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카테고리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가격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재고 상태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노트북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전자제품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1,200,000원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재고 있음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스마트폰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전자제품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800,000원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재고 부족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책상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가구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200,000원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재고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있음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90" name="잉크 1"/>
              <p14:cNvContentPartPr/>
              <p14:nvPr/>
            </p14:nvContentPartPr>
            <p14:xfrm>
              <a:off x="9314180" y="4131310"/>
              <a:ext cx="930275" cy="1685290"/>
            </p14:xfrm>
          </p:contentPart>
        </mc:Choice>
        <mc:Fallback>
          <p:pic>
            <p:nvPicPr>
              <p:cNvPr id="190" name="잉크 1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14180" y="4131310"/>
                <a:ext cx="930275" cy="16852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91" name="잉크 2"/>
              <p14:cNvContentPartPr/>
              <p14:nvPr/>
            </p14:nvContentPartPr>
            <p14:xfrm>
              <a:off x="10220960" y="4725035"/>
              <a:ext cx="328930" cy="553720"/>
            </p14:xfrm>
          </p:contentPart>
        </mc:Choice>
        <mc:Fallback>
          <p:pic>
            <p:nvPicPr>
              <p:cNvPr id="191" name="잉크 2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220960" y="4725035"/>
                <a:ext cx="328930" cy="5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2" name="잉크 3"/>
              <p14:cNvContentPartPr/>
              <p14:nvPr/>
            </p14:nvContentPartPr>
            <p14:xfrm>
              <a:off x="10485120" y="4677410"/>
              <a:ext cx="465455" cy="753745"/>
            </p14:xfrm>
          </p:contentPart>
        </mc:Choice>
        <mc:Fallback>
          <p:pic>
            <p:nvPicPr>
              <p:cNvPr id="192" name="잉크 3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485120" y="4677410"/>
                <a:ext cx="465455" cy="7537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93" name="잉크 4"/>
              <p14:cNvContentPartPr/>
              <p14:nvPr/>
            </p14:nvContentPartPr>
            <p14:xfrm>
              <a:off x="11135360" y="4925695"/>
              <a:ext cx="0" cy="489585"/>
            </p14:xfrm>
          </p:contentPart>
        </mc:Choice>
        <mc:Fallback>
          <p:pic>
            <p:nvPicPr>
              <p:cNvPr id="193" name="잉크 4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35360" y="4925695"/>
                <a:ext cx="0" cy="4895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94" name="잉크 5"/>
              <p14:cNvContentPartPr/>
              <p14:nvPr/>
            </p14:nvContentPartPr>
            <p14:xfrm>
              <a:off x="11336020" y="5022215"/>
              <a:ext cx="0" cy="360680"/>
            </p14:xfrm>
          </p:contentPart>
        </mc:Choice>
        <mc:Fallback>
          <p:pic>
            <p:nvPicPr>
              <p:cNvPr id="194" name="잉크 5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336020" y="5022215"/>
                <a:ext cx="0" cy="360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15F66-EF2F-2186-B783-9B5E07C43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 err="1"/>
              <a:t>HTML에서</a:t>
            </a:r>
            <a:r>
              <a:rPr lang="en-US" altLang="ko-KR" dirty="0"/>
              <a:t> </a:t>
            </a:r>
            <a:r>
              <a:rPr lang="en-US" altLang="ko-KR" dirty="0" err="1"/>
              <a:t>멀티미디어</a:t>
            </a:r>
            <a:r>
              <a:rPr lang="en-US" altLang="ko-KR" dirty="0"/>
              <a:t> </a:t>
            </a:r>
            <a:r>
              <a:rPr lang="en-US" altLang="ko-KR" dirty="0" err="1"/>
              <a:t>관련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4851E5-1583-AEEF-BF8B-4D5BAA14A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200" cy="2160905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비디오 태그</a:t>
            </a:r>
            <a:r>
              <a:rPr lang="en-US" altLang="ko-KR" b="1" dirty="0"/>
              <a:t>/</a:t>
            </a:r>
            <a:r>
              <a:rPr lang="ko-KR" altLang="en-US" b="1" dirty="0"/>
              <a:t>오디오 태그</a:t>
            </a:r>
          </a:p>
          <a:p>
            <a:pPr lvl="1"/>
            <a:r>
              <a:rPr lang="ko-KR" altLang="en-US" dirty="0"/>
              <a:t>비디오 태그나 오디오 태그는 로컬에 해당 비디오 파일이나 오디오 파일이 있을때는 정삭적으로 동작한다</a:t>
            </a:r>
          </a:p>
          <a:p>
            <a:pPr lvl="1"/>
            <a:r>
              <a:rPr lang="ko-KR" altLang="en-US" dirty="0"/>
              <a:t>유튜브와 같은 외부 링크를 통해서 재생하려면 </a:t>
            </a:r>
            <a:r>
              <a:rPr lang="en-US" altLang="ko-KR" b="1" dirty="0"/>
              <a:t>&lt;iframe&gt; </a:t>
            </a:r>
            <a:r>
              <a:rPr lang="ko-KR" altLang="en-US" dirty="0"/>
              <a:t>태그를 사용해야 된다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주요 속성</a:t>
            </a:r>
            <a:endParaRPr lang="en-US" altLang="ko-KR" b="1" dirty="0"/>
          </a:p>
          <a:p>
            <a:pPr lvl="1"/>
            <a:r>
              <a:rPr lang="en-US" altLang="ko-KR" b="1" dirty="0"/>
              <a:t>src</a:t>
            </a:r>
            <a:r>
              <a:rPr lang="en-US" altLang="ko-KR" dirty="0"/>
              <a:t> : </a:t>
            </a:r>
            <a:r>
              <a:rPr lang="ko-KR" altLang="en-US" dirty="0"/>
              <a:t>비디오</a:t>
            </a:r>
            <a:r>
              <a:rPr lang="en-US" altLang="ko-KR" dirty="0"/>
              <a:t>/</a:t>
            </a:r>
            <a:r>
              <a:rPr lang="ko-KR" altLang="en-US" dirty="0"/>
              <a:t>오디오 파일 경로</a:t>
            </a:r>
          </a:p>
          <a:p>
            <a:pPr lvl="1"/>
            <a:r>
              <a:rPr lang="en-US" altLang="ko-KR" b="1" dirty="0"/>
              <a:t>controls</a:t>
            </a:r>
            <a:r>
              <a:rPr lang="en-US" altLang="ko-KR" dirty="0"/>
              <a:t> : </a:t>
            </a:r>
            <a:r>
              <a:rPr lang="ko-KR" altLang="en-US" dirty="0"/>
              <a:t>재생</a:t>
            </a:r>
            <a:r>
              <a:rPr lang="en-US" altLang="ko-KR" dirty="0"/>
              <a:t>, </a:t>
            </a:r>
            <a:r>
              <a:rPr lang="ko-KR" altLang="en-US" dirty="0"/>
              <a:t>일시 정지 등의 기본 컨트롤 표시</a:t>
            </a:r>
          </a:p>
          <a:p>
            <a:pPr lvl="1"/>
            <a:r>
              <a:rPr lang="en-US" altLang="ko-KR" b="1" dirty="0"/>
              <a:t>autoplay</a:t>
            </a:r>
            <a:r>
              <a:rPr lang="en-US" altLang="ko-KR" dirty="0"/>
              <a:t> : </a:t>
            </a:r>
            <a:r>
              <a:rPr lang="ko-KR" altLang="en-US" dirty="0"/>
              <a:t>페이지 로드 시 자동 재생</a:t>
            </a:r>
          </a:p>
          <a:p>
            <a:pPr lvl="1"/>
            <a:r>
              <a:rPr lang="en-US" altLang="ko-KR" b="1" dirty="0"/>
              <a:t>loop</a:t>
            </a:r>
            <a:r>
              <a:rPr lang="en-US" altLang="ko-KR" dirty="0"/>
              <a:t> : </a:t>
            </a:r>
            <a:r>
              <a:rPr lang="ko-KR" altLang="en-US" dirty="0"/>
              <a:t>비디오</a:t>
            </a:r>
            <a:r>
              <a:rPr lang="en-US" altLang="ko-KR" dirty="0"/>
              <a:t>/</a:t>
            </a:r>
            <a:r>
              <a:rPr lang="ko-KR" altLang="en-US" dirty="0"/>
              <a:t>오디오 반복 재생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F2AEC-4E78-02DD-B415-9C259185B51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435986-EA8C-6D64-5A59-CBE0D36DD5B1}"/>
              </a:ext>
            </a:extLst>
          </p:cNvPr>
          <p:cNvSpPr txBox="1"/>
          <p:nvPr/>
        </p:nvSpPr>
        <p:spPr>
          <a:xfrm>
            <a:off x="1043305" y="3429000"/>
            <a:ext cx="4119880" cy="267779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    &lt;title&gt;</a:t>
            </a:r>
            <a:r>
              <a:rPr lang="ko-KR" altLang="en-US" b="1" dirty="0"/>
              <a:t>비디오 태그 예제</a:t>
            </a:r>
            <a:r>
              <a:rPr lang="en-US" altLang="ko-KR" dirty="0"/>
              <a:t>&lt;/title&gt;</a:t>
            </a:r>
          </a:p>
          <a:p>
            <a:r>
              <a:rPr lang="en-US" altLang="ko-KR" dirty="0"/>
              <a:t>&lt;/head&gt;</a:t>
            </a:r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    &lt;video controls width="600"&gt;</a:t>
            </a:r>
          </a:p>
          <a:p>
            <a:r>
              <a:rPr lang="en-US" altLang="ko-KR" dirty="0"/>
              <a:t>        &lt;source src="video.mp4" type="video/mp4"&gt;</a:t>
            </a:r>
          </a:p>
          <a:p>
            <a:r>
              <a:rPr lang="en-US" altLang="ko-KR" dirty="0"/>
              <a:t>        </a:t>
            </a:r>
            <a:r>
              <a:rPr lang="ko-KR" altLang="en-US" dirty="0"/>
              <a:t>지원되지 않는 브라우저입니다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&lt;/video&gt;</a:t>
            </a:r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E04B2F-B5F0-B9E7-B6F3-105ECBD9C7DF}"/>
              </a:ext>
            </a:extLst>
          </p:cNvPr>
          <p:cNvSpPr txBox="1"/>
          <p:nvPr/>
        </p:nvSpPr>
        <p:spPr>
          <a:xfrm>
            <a:off x="6293485" y="3394075"/>
            <a:ext cx="4764405" cy="267779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    &lt;title&gt;</a:t>
            </a:r>
            <a:r>
              <a:rPr lang="ko-KR" altLang="en-US" b="1" dirty="0"/>
              <a:t>오디오 태그 예제</a:t>
            </a:r>
            <a:r>
              <a:rPr lang="en-US" altLang="ko-KR" dirty="0"/>
              <a:t>&lt;/title&gt;</a:t>
            </a:r>
          </a:p>
          <a:p>
            <a:r>
              <a:rPr lang="en-US" altLang="ko-KR" dirty="0"/>
              <a:t>&lt;/head&gt;</a:t>
            </a:r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    &lt;audio controls&gt;</a:t>
            </a:r>
          </a:p>
          <a:p>
            <a:r>
              <a:rPr lang="en-US" altLang="ko-KR" dirty="0"/>
              <a:t>	&lt;source src="audio.mp3" type="audio/mpeg"&gt;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지원되지 않는 브라우저입니다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&lt;/audio&gt;</a:t>
            </a:r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잉크 2"/>
              <p14:cNvContentPartPr/>
              <p14:nvPr/>
            </p14:nvContentPartPr>
            <p14:xfrm>
              <a:off x="23495" y="2013585"/>
              <a:ext cx="473710" cy="737870"/>
            </p14:xfrm>
          </p:contentPart>
        </mc:Choice>
        <mc:Fallback>
          <p:pic>
            <p:nvPicPr>
              <p:cNvPr id="8" name="잉크 2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495" y="2013585"/>
                <a:ext cx="473710" cy="7378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잉크 3"/>
              <p14:cNvContentPartPr/>
              <p14:nvPr/>
            </p14:nvContentPartPr>
            <p14:xfrm>
              <a:off x="320675" y="1973580"/>
              <a:ext cx="890270" cy="1452245"/>
            </p14:xfrm>
          </p:contentPart>
        </mc:Choice>
        <mc:Fallback>
          <p:pic>
            <p:nvPicPr>
              <p:cNvPr id="9" name="잉크 3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20675" y="1973580"/>
                <a:ext cx="890270" cy="14522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잉크 1"/>
              <p14:cNvContentPartPr/>
              <p14:nvPr/>
            </p14:nvContentPartPr>
            <p14:xfrm>
              <a:off x="1620520" y="1837055"/>
              <a:ext cx="5695950" cy="136525"/>
            </p14:xfrm>
          </p:contentPart>
        </mc:Choice>
        <mc:Fallback>
          <p:pic>
            <p:nvPicPr>
              <p:cNvPr id="10" name="잉크 1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620520" y="1837055"/>
                <a:ext cx="5695950" cy="1365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잉크 2"/>
              <p14:cNvContentPartPr/>
              <p14:nvPr/>
            </p14:nvContentPartPr>
            <p14:xfrm>
              <a:off x="7380605" y="1757045"/>
              <a:ext cx="264795" cy="248285"/>
            </p14:xfrm>
          </p:contentPart>
        </mc:Choice>
        <mc:Fallback>
          <p:pic>
            <p:nvPicPr>
              <p:cNvPr id="11" name="잉크 2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380605" y="1757045"/>
                <a:ext cx="264795" cy="24828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02742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ABF2C8-B1E1-E7EA-2C5C-34677309C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실습 3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CB9597-AB0B-72C5-2992-678A107CC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멀티미디어 페이지 만들기</a:t>
            </a:r>
            <a:endParaRPr lang="en-US" altLang="ko-KR" dirty="0"/>
          </a:p>
          <a:p>
            <a:pPr lvl="1"/>
            <a:r>
              <a:rPr lang="ko-KR" altLang="en-US" dirty="0"/>
              <a:t>주어진 비디오 파일과 오디오 파일을 사용한다</a:t>
            </a:r>
            <a:r>
              <a:rPr lang="en-US" altLang="ko-KR" dirty="0"/>
              <a:t>.</a:t>
            </a:r>
            <a:endParaRPr lang="ko-KR" altLang="en-US" dirty="0"/>
          </a:p>
          <a:p>
            <a:pPr lvl="1"/>
            <a:r>
              <a:rPr lang="ko-KR" altLang="en-US" dirty="0"/>
              <a:t>비디오와 오디오를 포함한 웹 페이지를 작성해본다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비디오는 컨트롤을 추가하고</a:t>
            </a:r>
            <a:r>
              <a:rPr lang="en-US" altLang="ko-KR" dirty="0"/>
              <a:t>, MP4 </a:t>
            </a:r>
            <a:r>
              <a:rPr lang="ko-KR" altLang="en-US" dirty="0"/>
              <a:t>형식 사용한다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CB7907-9EB4-05B8-ED23-D3A58149D6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6669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0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HTML의</a:t>
            </a:r>
            <a:r>
              <a:rPr lang="en-US" altLang="ko-KR" dirty="0"/>
              <a:t> </a:t>
            </a:r>
            <a:r>
              <a:rPr lang="en-US" altLang="ko-KR" dirty="0" err="1"/>
              <a:t>목록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r>
              <a:rPr lang="en-US" altLang="ko-KR" dirty="0"/>
              <a:t> (1)</a:t>
            </a:r>
            <a:br>
              <a:rPr lang="en-US" altLang="ko-KR" dirty="0"/>
            </a:br>
            <a:endParaRPr dirty="0"/>
          </a:p>
        </p:txBody>
      </p:sp>
      <p:sp>
        <p:nvSpPr>
          <p:cNvPr id="213" name="Google Shape;213;p20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134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목록</a:t>
            </a:r>
            <a:r>
              <a:rPr lang="en-US" dirty="0"/>
              <a:t> </a:t>
            </a:r>
            <a:r>
              <a:rPr lang="en-US" dirty="0" err="1"/>
              <a:t>태그</a:t>
            </a:r>
            <a:r>
              <a:rPr lang="en-US" dirty="0"/>
              <a:t>(Tag)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목록이란 </a:t>
            </a:r>
            <a:r>
              <a:rPr lang="en-US" dirty="0" err="1"/>
              <a:t>연관된</a:t>
            </a:r>
            <a:r>
              <a:rPr lang="en-US" dirty="0"/>
              <a:t> 항목들을 </a:t>
            </a:r>
            <a:r>
              <a:rPr lang="en-US" dirty="0" err="1"/>
              <a:t>열거할</a:t>
            </a:r>
            <a:r>
              <a:rPr lang="en-US" dirty="0"/>
              <a:t> 때 </a:t>
            </a:r>
            <a:r>
              <a:rPr lang="en-US" dirty="0" err="1"/>
              <a:t>사용한다</a:t>
            </a:r>
            <a:r>
              <a:rPr lang="en-US" dirty="0"/>
              <a:t>.</a:t>
            </a:r>
          </a:p>
          <a:p>
            <a:pPr marL="1200150" lvl="2" indent="-285750">
              <a:spcBef>
                <a:spcPts val="400"/>
              </a:spcBef>
              <a:buSzPts val="2000"/>
              <a:buChar char="⬥"/>
            </a:pPr>
            <a:r>
              <a:rPr lang="ko-KR" altLang="en-US" dirty="0"/>
              <a:t>아래의 코드를 보면 연관되어 있는 항목들을 나열할 때 사용할 수 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214" name="Google Shape;214;p20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15" name="Google Shape;215;p20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25;p21">
            <a:extLst>
              <a:ext uri="{FF2B5EF4-FFF2-40B4-BE49-F238E27FC236}">
                <a16:creationId xmlns:a16="http://schemas.microsoft.com/office/drawing/2014/main" id="{361106EA-A6A2-EE07-B628-7618EBD3FACD}"/>
              </a:ext>
            </a:extLst>
          </p:cNvPr>
          <p:cNvSpPr txBox="1"/>
          <p:nvPr/>
        </p:nvSpPr>
        <p:spPr>
          <a:xfrm>
            <a:off x="555684" y="2611020"/>
            <a:ext cx="11043649" cy="353939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	&lt;meta charset="UTF-8"&gt;</a:t>
            </a: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&lt;ul&gt;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&lt;li&gt;table&lt;/li&gt;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&lt;li&gt;ol&lt;/li&gt;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&lt;li&gt;body&lt;/li&gt;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&lt;li&gt;img&lt;/li&gt;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&lt;/ul&gt;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1600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68503-D463-CD6D-F0B4-5D7A8C9A8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HTML의</a:t>
            </a:r>
            <a:r>
              <a:rPr lang="en-US" altLang="ko-KR" dirty="0"/>
              <a:t> </a:t>
            </a:r>
            <a:r>
              <a:rPr lang="en-US" altLang="ko-KR" dirty="0" err="1"/>
              <a:t>목록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r>
              <a:rPr lang="en-US" altLang="ko-KR" dirty="0"/>
              <a:t> (2)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CC279C-8E4C-5A40-665C-78C194D06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&lt;ol&gt;&lt;/ol&gt; </a:t>
            </a:r>
            <a:r>
              <a:rPr lang="ko-KR" altLang="en-US" dirty="0"/>
              <a:t>태그와 </a:t>
            </a:r>
            <a:r>
              <a:rPr lang="en-US" altLang="ko-KR" dirty="0"/>
              <a:t>&lt;ul&gt;&lt;/ul&gt; </a:t>
            </a:r>
            <a:r>
              <a:rPr lang="ko-KR" altLang="en-US" dirty="0"/>
              <a:t>태그의 차이점</a:t>
            </a:r>
            <a:endParaRPr lang="en-US" altLang="ko-KR" dirty="0"/>
          </a:p>
          <a:p>
            <a:pPr lvl="1"/>
            <a:r>
              <a:rPr lang="en-US" altLang="ko-KR" dirty="0"/>
              <a:t>&lt;ul&gt; (unordered list)</a:t>
            </a:r>
            <a:r>
              <a:rPr lang="ko-KR" altLang="en-US" dirty="0"/>
              <a:t>과 </a:t>
            </a:r>
            <a:r>
              <a:rPr lang="en-US" altLang="ko-KR" dirty="0"/>
              <a:t>&lt;ol&gt; (ordered list)</a:t>
            </a:r>
            <a:r>
              <a:rPr lang="ko-KR" altLang="en-US" dirty="0"/>
              <a:t>의 차이점은 리스트 항목이 정렬되는 방식이다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09453B-3DB2-1B19-A52D-21B175DF00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E483A-1391-8F9A-65E7-87A3880C3289}"/>
              </a:ext>
            </a:extLst>
          </p:cNvPr>
          <p:cNvSpPr txBox="1"/>
          <p:nvPr/>
        </p:nvSpPr>
        <p:spPr>
          <a:xfrm>
            <a:off x="796066" y="2613392"/>
            <a:ext cx="2896947" cy="163121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&lt;ul&gt;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사과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바나나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포도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&lt;/ul&gt;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A60973-C0A8-887F-716D-A3F8CBB95733}"/>
              </a:ext>
            </a:extLst>
          </p:cNvPr>
          <p:cNvSpPr txBox="1"/>
          <p:nvPr/>
        </p:nvSpPr>
        <p:spPr>
          <a:xfrm>
            <a:off x="796066" y="4608240"/>
            <a:ext cx="15060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● 사과</a:t>
            </a:r>
          </a:p>
          <a:p>
            <a:r>
              <a:rPr lang="ko-KR" altLang="en-US" sz="2400" dirty="0"/>
              <a:t>● 바나나</a:t>
            </a:r>
          </a:p>
          <a:p>
            <a:r>
              <a:rPr lang="ko-KR" altLang="en-US" sz="2400" dirty="0"/>
              <a:t>● 포도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3C0229-F9A3-588A-049E-EA7E39AEF9DB}"/>
              </a:ext>
            </a:extLst>
          </p:cNvPr>
          <p:cNvSpPr txBox="1"/>
          <p:nvPr/>
        </p:nvSpPr>
        <p:spPr>
          <a:xfrm>
            <a:off x="5421854" y="2613392"/>
            <a:ext cx="4506362" cy="163121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&lt;ol&gt;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밀가루 반죽을 만든다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오븐에 굽는다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식힌 후 먹는다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&lt;/ol&gt;</a:t>
            </a:r>
            <a:endParaRPr lang="ko-KR" alt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6E46DA-585C-BCD4-A2F9-1D9843DFAAD6}"/>
              </a:ext>
            </a:extLst>
          </p:cNvPr>
          <p:cNvSpPr txBox="1"/>
          <p:nvPr/>
        </p:nvSpPr>
        <p:spPr>
          <a:xfrm>
            <a:off x="5499747" y="4689811"/>
            <a:ext cx="60995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1. 밀가루 반죽을 만든다</a:t>
            </a:r>
          </a:p>
          <a:p>
            <a:r>
              <a:rPr lang="ko-KR" altLang="en-US" sz="2000" dirty="0"/>
              <a:t>2. 오븐에 굽는다</a:t>
            </a:r>
          </a:p>
          <a:p>
            <a:r>
              <a:rPr lang="ko-KR" altLang="en-US" sz="2000" dirty="0"/>
              <a:t>3. 식힌 후 먹는다</a:t>
            </a:r>
          </a:p>
        </p:txBody>
      </p:sp>
    </p:spTree>
    <p:extLst>
      <p:ext uri="{BB962C8B-B14F-4D97-AF65-F5344CB8AC3E}">
        <p14:creationId xmlns:p14="http://schemas.microsoft.com/office/powerpoint/2010/main" val="2150479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5423E-7418-3A2A-B5FB-AE86A69C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실습 </a:t>
            </a:r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460403-F2C0-247B-32E3-210A6380F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1400" b="1" dirty="0"/>
              <a:t>이 코드는 순서가 있는 리스트</a:t>
            </a:r>
            <a:r>
              <a:rPr lang="en-US" altLang="ko-KR" sz="1400" b="1" dirty="0"/>
              <a:t>(&lt;ol&gt;)</a:t>
            </a:r>
            <a:r>
              <a:rPr lang="ko-KR" altLang="en-US" sz="1400" b="1" dirty="0"/>
              <a:t>를 사용하여 </a:t>
            </a:r>
            <a:r>
              <a:rPr lang="en-US" altLang="ko-KR" sz="1400" b="1" dirty="0"/>
              <a:t>6</a:t>
            </a:r>
            <a:r>
              <a:rPr lang="ko-KR" altLang="en-US" sz="1400" b="1" dirty="0"/>
              <a:t>개의 항목을 나열한다</a:t>
            </a:r>
            <a:r>
              <a:rPr lang="en-US" altLang="ko-KR" sz="1400" b="1" dirty="0"/>
              <a:t>.</a:t>
            </a:r>
          </a:p>
          <a:p>
            <a:pPr lvl="1"/>
            <a:r>
              <a:rPr lang="ko-KR" altLang="en-US" sz="1400" dirty="0"/>
              <a:t>각 항목은 자동으로 </a:t>
            </a:r>
            <a:r>
              <a:rPr lang="en-US" altLang="ko-KR" sz="1400" dirty="0"/>
              <a:t>1</a:t>
            </a:r>
            <a:r>
              <a:rPr lang="ko-KR" altLang="en-US" sz="1400" dirty="0"/>
              <a:t>부터 </a:t>
            </a:r>
            <a:r>
              <a:rPr lang="en-US" altLang="ko-KR" sz="1400" dirty="0"/>
              <a:t>6</a:t>
            </a:r>
            <a:r>
              <a:rPr lang="ko-KR" altLang="en-US" sz="1400" dirty="0"/>
              <a:t>까지 번호가 매겨진다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1F9CF3-3CF6-DF85-0D57-42DA351B93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28</a:t>
            </a:fld>
            <a:endParaRPr lang="en-US"/>
          </a:p>
        </p:txBody>
      </p:sp>
      <p:sp>
        <p:nvSpPr>
          <p:cNvPr id="5" name="Google Shape;241;p23">
            <a:extLst>
              <a:ext uri="{FF2B5EF4-FFF2-40B4-BE49-F238E27FC236}">
                <a16:creationId xmlns:a16="http://schemas.microsoft.com/office/drawing/2014/main" id="{828D89AD-4781-1F97-9CE9-E075FC21A7AA}"/>
              </a:ext>
            </a:extLst>
          </p:cNvPr>
          <p:cNvSpPr txBox="1"/>
          <p:nvPr/>
        </p:nvSpPr>
        <p:spPr>
          <a:xfrm>
            <a:off x="698114" y="1892550"/>
            <a:ext cx="11043600" cy="415494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	&lt;meta charset="UTF-8"&gt;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&lt;li&gt;html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수업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사전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ebook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&lt;li&gt;css&lt;/li&gt;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&lt;li&gt;javascript&lt;/li&gt;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os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&lt;li&gt;jsp&lt;/li&gt;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&lt;li&gt;database&lt;/li&gt;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394106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FFF2A-2B6F-988A-F012-A554D0348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41336F-AEE3-5408-AB23-B383FC69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800" dirty="0"/>
              <a:t>시맨틱 태그는 요소의 의미를 명확하게 나타낸다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특징</a:t>
            </a:r>
          </a:p>
          <a:p>
            <a:pPr lvl="2"/>
            <a:r>
              <a:rPr lang="ko-KR" altLang="en-US" sz="1800" dirty="0"/>
              <a:t>웹 접근성이 향상된다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코드 가독성이 증가한다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검색 엔진이 페이지를 쉽게 읽어들인다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주요 태그</a:t>
            </a:r>
          </a:p>
          <a:p>
            <a:pPr lvl="1"/>
            <a:r>
              <a:rPr lang="ko-KR" altLang="en-US" sz="1800" dirty="0"/>
              <a:t>헤더 영역</a:t>
            </a:r>
            <a:r>
              <a:rPr lang="en-US" altLang="ko-KR" sz="1800" dirty="0"/>
              <a:t>(header) : </a:t>
            </a:r>
            <a:r>
              <a:rPr lang="ko-KR" altLang="en-US" sz="1800" dirty="0"/>
              <a:t>웹 페이지나 섹션의 머리말을 정의한다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네비게이션</a:t>
            </a:r>
            <a:r>
              <a:rPr lang="en-US" altLang="ko-KR" sz="1800" dirty="0"/>
              <a:t>(nav) : </a:t>
            </a:r>
            <a:r>
              <a:rPr lang="ko-KR" altLang="en-US" sz="1800" dirty="0"/>
              <a:t>웹 페이지에서 </a:t>
            </a:r>
            <a:r>
              <a:rPr lang="en-US" altLang="ko-KR" sz="1800" dirty="0"/>
              <a:t>menu </a:t>
            </a:r>
            <a:r>
              <a:rPr lang="ko-KR" altLang="en-US" sz="1800" dirty="0"/>
              <a:t>역할을 하는 링크를 만든다</a:t>
            </a:r>
            <a:r>
              <a:rPr lang="en-US" altLang="ko-KR" sz="1800" dirty="0"/>
              <a:t>.</a:t>
            </a:r>
          </a:p>
          <a:p>
            <a:pPr lvl="2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DA7685-9751-D250-DEC8-8C545F0873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FEA0D-A1CC-1CC4-638F-CF9DEE989761}"/>
              </a:ext>
            </a:extLst>
          </p:cNvPr>
          <p:cNvSpPr txBox="1"/>
          <p:nvPr/>
        </p:nvSpPr>
        <p:spPr>
          <a:xfrm>
            <a:off x="1590094" y="4321345"/>
            <a:ext cx="4661854" cy="16004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&lt;nav&gt;</a:t>
            </a:r>
          </a:p>
          <a:p>
            <a:r>
              <a:rPr lang="en-US" altLang="ko-KR" b="1" dirty="0"/>
              <a:t>	&lt;</a:t>
            </a:r>
            <a:r>
              <a:rPr lang="en-US" altLang="ko-KR" b="1" dirty="0" err="1"/>
              <a:t>ul</a:t>
            </a:r>
            <a:r>
              <a:rPr lang="en-US" altLang="ko-KR" b="1" dirty="0"/>
              <a:t>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홈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서비스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블로그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&lt;/</a:t>
            </a:r>
            <a:r>
              <a:rPr lang="en-US" altLang="ko-KR" b="1" dirty="0" err="1"/>
              <a:t>ul</a:t>
            </a:r>
            <a:r>
              <a:rPr lang="en-US" altLang="ko-KR" b="1" dirty="0"/>
              <a:t>&gt;</a:t>
            </a:r>
          </a:p>
          <a:p>
            <a:r>
              <a:rPr lang="en-US" altLang="ko-KR" b="1" dirty="0"/>
              <a:t>&lt;/nav&gt;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1124049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B8300-D31C-B1D8-93CD-C858761FB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9E1B66-2589-A3C6-BA38-2E3C0128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41327A-5794-0185-813D-D200E6AA09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1800" dirty="0"/>
              <a:t>주요 콘텐츠 영역</a:t>
            </a:r>
            <a:r>
              <a:rPr lang="en-US" altLang="ko-KR" sz="1800" dirty="0"/>
              <a:t>(main) : </a:t>
            </a:r>
            <a:r>
              <a:rPr lang="ko-KR" altLang="en-US" sz="1800" dirty="0"/>
              <a:t>웹 페이지의 핵심적인 내용이 들어가며</a:t>
            </a:r>
            <a:r>
              <a:rPr lang="en-US" altLang="ko-KR" sz="1800" dirty="0"/>
              <a:t>, </a:t>
            </a:r>
            <a:r>
              <a:rPr lang="ko-KR" altLang="en-US" sz="1800" dirty="0"/>
              <a:t>한 페이지에 하나만 사용해야 된다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독립적인 콘텐츠</a:t>
            </a:r>
            <a:r>
              <a:rPr lang="en-US" altLang="ko-KR" sz="1800" dirty="0"/>
              <a:t>(article) : </a:t>
            </a:r>
            <a:r>
              <a:rPr lang="ko-KR" altLang="en-US" sz="1800" dirty="0"/>
              <a:t>독립적으로 사용된 콘텐츠를 의미한다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논리적 구획</a:t>
            </a:r>
            <a:r>
              <a:rPr lang="en-US" altLang="ko-KR" sz="1800" dirty="0"/>
              <a:t>(section) : </a:t>
            </a:r>
            <a:r>
              <a:rPr lang="ko-KR" altLang="en-US" sz="1800" dirty="0"/>
              <a:t>연관된 내용을 그룹화 할 때 사용한다</a:t>
            </a:r>
            <a:r>
              <a:rPr lang="en-US" altLang="ko-KR" sz="1800" dirty="0"/>
              <a:t>.</a:t>
            </a:r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사이드 콘텐츠</a:t>
            </a:r>
            <a:r>
              <a:rPr lang="en-US" altLang="ko-KR" sz="1800" dirty="0"/>
              <a:t>(aside) : </a:t>
            </a:r>
            <a:r>
              <a:rPr lang="ko-KR" altLang="en-US" sz="1800" dirty="0"/>
              <a:t>주 콘텐츠와 관련된 보조 정보를 담는다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푸터 영역</a:t>
            </a:r>
            <a:r>
              <a:rPr lang="en-US" altLang="ko-KR" sz="1800" dirty="0"/>
              <a:t>(footer) : </a:t>
            </a:r>
            <a:r>
              <a:rPr lang="ko-KR" altLang="en-US" sz="1800" dirty="0"/>
              <a:t>웹 사이트의 하단 부분에 위치한다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4E54A-BF01-A247-8730-2ED78B2AE4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1E7269-A875-33F5-7499-CE8DB6839E55}"/>
              </a:ext>
            </a:extLst>
          </p:cNvPr>
          <p:cNvSpPr txBox="1"/>
          <p:nvPr/>
        </p:nvSpPr>
        <p:spPr>
          <a:xfrm>
            <a:off x="7531510" y="57027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437E3-4F3B-7491-5748-A7224C7D593B}"/>
              </a:ext>
            </a:extLst>
          </p:cNvPr>
          <p:cNvSpPr txBox="1"/>
          <p:nvPr/>
        </p:nvSpPr>
        <p:spPr>
          <a:xfrm>
            <a:off x="1103671" y="2813898"/>
            <a:ext cx="5267631" cy="107721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/>
              <a:t>&lt;section&gt; </a:t>
            </a:r>
          </a:p>
          <a:p>
            <a:r>
              <a:rPr lang="en-US" altLang="ko-KR" sz="1600" dirty="0"/>
              <a:t>	&lt;h2&gt;</a:t>
            </a:r>
            <a:r>
              <a:rPr lang="ko-KR" altLang="en-US" sz="1600" dirty="0"/>
              <a:t>우리의 서비스</a:t>
            </a:r>
            <a:r>
              <a:rPr lang="en-US" altLang="ko-KR" sz="1600" dirty="0"/>
              <a:t>&lt;/h2&gt; </a:t>
            </a:r>
          </a:p>
          <a:p>
            <a:r>
              <a:rPr lang="en-US" altLang="ko-KR" sz="1600" dirty="0"/>
              <a:t>	&lt;p&gt;</a:t>
            </a:r>
            <a:r>
              <a:rPr lang="ko-KR" altLang="en-US" sz="1600" dirty="0"/>
              <a:t>다양한 웹 개발 서비스를 제공합니다</a:t>
            </a:r>
            <a:r>
              <a:rPr lang="en-US" altLang="ko-KR" sz="1600" dirty="0"/>
              <a:t>.&lt;/p&gt; </a:t>
            </a:r>
          </a:p>
          <a:p>
            <a:r>
              <a:rPr lang="en-US" altLang="ko-KR" sz="1600" dirty="0"/>
              <a:t>&lt;/section&gt;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484480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xmlns:a16="http://schemas.microsoft.com/office/drawing/2014/main" id="{A3781F33-38C7-E5BF-9A01-00F31523E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C5E7-082E-05FC-CE21-1D3178A83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339800-6689-555F-019C-806D39BB67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</p:spPr>
        <p:txBody>
          <a:bodyPr>
            <a:normAutofit/>
          </a:bodyPr>
          <a:lstStyle/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6B6407-DCA9-836E-D10E-32DFBF930B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72DF30-2369-2997-0A96-29301ADF1D49}"/>
              </a:ext>
            </a:extLst>
          </p:cNvPr>
          <p:cNvSpPr txBox="1"/>
          <p:nvPr/>
        </p:nvSpPr>
        <p:spPr>
          <a:xfrm>
            <a:off x="7531735" y="570230"/>
            <a:ext cx="184785" cy="3079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89882E-281C-7D01-663C-7DDCAC1EC93A}"/>
              </a:ext>
            </a:extLst>
          </p:cNvPr>
          <p:cNvSpPr txBox="1"/>
          <p:nvPr/>
        </p:nvSpPr>
        <p:spPr>
          <a:xfrm>
            <a:off x="590550" y="1215390"/>
            <a:ext cx="5595620" cy="489394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800" b="1" dirty="0"/>
              <a:t>&lt;!DOCTYPE </a:t>
            </a:r>
            <a:r>
              <a:rPr lang="ko-KR" altLang="en-US" sz="800" b="1" dirty="0" err="1"/>
              <a:t>html</a:t>
            </a:r>
            <a:r>
              <a:rPr lang="ko-KR" altLang="en-US" sz="800" b="1" dirty="0"/>
              <a:t>&gt;</a:t>
            </a:r>
          </a:p>
          <a:p>
            <a:r>
              <a:rPr lang="ko-KR" altLang="en-US" sz="800" dirty="0"/>
              <a:t>&lt;</a:t>
            </a:r>
            <a:r>
              <a:rPr lang="ko-KR" altLang="en-US" sz="800" dirty="0" err="1"/>
              <a:t>html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&lt;</a:t>
            </a:r>
            <a:r>
              <a:rPr lang="ko-KR" altLang="en-US" sz="800" dirty="0" err="1"/>
              <a:t>head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meta</a:t>
            </a:r>
            <a:r>
              <a:rPr lang="ko-KR" altLang="en-US" sz="800" dirty="0"/>
              <a:t> </a:t>
            </a:r>
            <a:r>
              <a:rPr lang="ko-KR" altLang="en-US" sz="800" dirty="0" err="1"/>
              <a:t>charset</a:t>
            </a:r>
            <a:r>
              <a:rPr lang="ko-KR" altLang="en-US" sz="800" dirty="0"/>
              <a:t>="UTF-8"&gt;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title</a:t>
            </a:r>
            <a:r>
              <a:rPr lang="ko-KR" altLang="en-US" sz="800" dirty="0"/>
              <a:t>&gt;시멘틱 태그 예제&lt;/</a:t>
            </a:r>
            <a:r>
              <a:rPr lang="ko-KR" altLang="en-US" sz="800" dirty="0" err="1"/>
              <a:t>title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&lt;/</a:t>
            </a:r>
            <a:r>
              <a:rPr lang="ko-KR" altLang="en-US" sz="800" dirty="0" err="1"/>
              <a:t>head</a:t>
            </a:r>
            <a:r>
              <a:rPr lang="ko-KR" altLang="en-US" sz="800" dirty="0"/>
              <a:t>&gt;</a:t>
            </a:r>
            <a:endParaRPr lang="en-US" altLang="ko-KR" sz="800" dirty="0"/>
          </a:p>
          <a:p>
            <a:r>
              <a:rPr lang="ko-KR" altLang="en-US" sz="800" b="1" dirty="0"/>
              <a:t>&lt;body&gt;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header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&lt;h1&gt;</a:t>
            </a:r>
            <a:r>
              <a:rPr lang="ko-KR" altLang="en-US" sz="800" dirty="0" err="1"/>
              <a:t>My</a:t>
            </a:r>
            <a:r>
              <a:rPr lang="ko-KR" altLang="en-US" sz="800" dirty="0"/>
              <a:t> </a:t>
            </a:r>
            <a:r>
              <a:rPr lang="ko-KR" altLang="en-US" sz="800" dirty="0" err="1"/>
              <a:t>Website</a:t>
            </a:r>
            <a:r>
              <a:rPr lang="ko-KR" altLang="en-US" sz="800" dirty="0"/>
              <a:t>&lt;/h1&gt;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nav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href="#"&gt;홈&lt;/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href="#"&gt;소개&lt;/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href="#"&gt;연락처&lt;/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&lt;/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nav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header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&lt;main&gt;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section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&lt;h2&gt;시멘틱 </a:t>
            </a:r>
            <a:r>
              <a:rPr lang="ko-KR" altLang="en-US" sz="800" dirty="0" err="1"/>
              <a:t>태그란</a:t>
            </a:r>
            <a:r>
              <a:rPr lang="ko-KR" altLang="en-US" sz="800" dirty="0"/>
              <a:t>?&lt;/h2&gt;</a:t>
            </a:r>
          </a:p>
          <a:p>
            <a:r>
              <a:rPr lang="ko-KR" altLang="en-US" sz="800" dirty="0"/>
              <a:t>	        &lt;p&gt;시멘틱 태그는 HTML 요소의 의미를 명확하게 나타냅니다.&lt;/p&gt;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section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article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&lt;h2&gt;HTML5 시멘틱 태그의 중요성&lt;/h2&gt;</a:t>
            </a:r>
          </a:p>
          <a:p>
            <a:r>
              <a:rPr lang="ko-KR" altLang="en-US" sz="800" dirty="0"/>
              <a:t>	        &lt;p&gt;검색 엔진 최적화(SEO)와 웹 접근성을 높일 수 있습니다.&lt;/p&gt;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article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&lt;/main&gt;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aside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&lt;h3&gt;관련 링크&lt;/h3&gt;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href="#"&gt;HTML 기본 문법&lt;/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href="#"&gt;CSS 입문&lt;/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aside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footer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&lt;p&gt;© 2025 </a:t>
            </a:r>
            <a:r>
              <a:rPr lang="ko-KR" altLang="en-US" sz="800" dirty="0" err="1"/>
              <a:t>My</a:t>
            </a:r>
            <a:r>
              <a:rPr lang="ko-KR" altLang="en-US" sz="800" dirty="0"/>
              <a:t> </a:t>
            </a:r>
            <a:r>
              <a:rPr lang="ko-KR" altLang="en-US" sz="800" dirty="0" err="1"/>
              <a:t>Website</a:t>
            </a:r>
            <a:r>
              <a:rPr lang="ko-KR" altLang="en-US" sz="800" dirty="0"/>
              <a:t>. All </a:t>
            </a:r>
            <a:r>
              <a:rPr lang="ko-KR" altLang="en-US" sz="800" dirty="0" err="1"/>
              <a:t>rights</a:t>
            </a:r>
            <a:r>
              <a:rPr lang="ko-KR" altLang="en-US" sz="800" dirty="0"/>
              <a:t> </a:t>
            </a:r>
            <a:r>
              <a:rPr lang="ko-KR" altLang="en-US" sz="800" dirty="0" err="1"/>
              <a:t>reserved</a:t>
            </a:r>
            <a:r>
              <a:rPr lang="ko-KR" altLang="en-US" sz="800" dirty="0"/>
              <a:t>.&lt;/p&gt;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footer</a:t>
            </a:r>
            <a:r>
              <a:rPr lang="ko-KR" altLang="en-US" sz="800" dirty="0"/>
              <a:t>&gt;</a:t>
            </a:r>
          </a:p>
          <a:p>
            <a:r>
              <a:rPr lang="ko-KR" altLang="en-US" sz="800" b="1" dirty="0"/>
              <a:t>&lt;/body&gt;</a:t>
            </a:r>
          </a:p>
          <a:p>
            <a:r>
              <a:rPr lang="ko-KR" altLang="en-US" sz="800" dirty="0"/>
              <a:t>&lt;/</a:t>
            </a:r>
            <a:r>
              <a:rPr lang="ko-KR" altLang="en-US" sz="800" dirty="0" err="1"/>
              <a:t>html</a:t>
            </a:r>
            <a:r>
              <a:rPr lang="ko-KR" altLang="en-US" sz="8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DEA50BA-B242-D826-1F87-C103CE4E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965" y="1449070"/>
            <a:ext cx="3486785" cy="4426585"/>
          </a:xfrm>
          <a:prstGeom prst="rect">
            <a:avLst/>
          </a:prstGeom>
          <a:ln>
            <a:solidFill>
              <a:srgbClr val="000000"/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4" name="잉크 3"/>
              <p14:cNvContentPartPr/>
              <p14:nvPr/>
            </p14:nvContentPartPr>
            <p14:xfrm>
              <a:off x="1534795" y="5530215"/>
              <a:ext cx="32385" cy="14605"/>
            </p14:xfrm>
          </p:contentPart>
        </mc:Choice>
        <mc:Fallback>
          <p:pic>
            <p:nvPicPr>
              <p:cNvPr id="14" name="잉크 3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534795" y="5530215"/>
                <a:ext cx="32385" cy="146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5" name="잉크 4"/>
              <p14:cNvContentPartPr/>
              <p14:nvPr/>
            </p14:nvContentPartPr>
            <p14:xfrm>
              <a:off x="1331595" y="5534025"/>
              <a:ext cx="137795" cy="155575"/>
            </p14:xfrm>
          </p:contentPart>
        </mc:Choice>
        <mc:Fallback>
          <p:pic>
            <p:nvPicPr>
              <p:cNvPr id="15" name="잉크 4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331595" y="5534025"/>
                <a:ext cx="137795" cy="1555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6" name="잉크 5"/>
              <p14:cNvContentPartPr/>
              <p14:nvPr/>
            </p14:nvContentPartPr>
            <p14:xfrm>
              <a:off x="4086860" y="1524000"/>
              <a:ext cx="1316355" cy="1787525"/>
            </p14:xfrm>
          </p:contentPart>
        </mc:Choice>
        <mc:Fallback>
          <p:pic>
            <p:nvPicPr>
              <p:cNvPr id="16" name="잉크 5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086860" y="1524000"/>
                <a:ext cx="1316355" cy="17875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7" name="잉크 6"/>
              <p14:cNvContentPartPr/>
              <p14:nvPr/>
            </p14:nvContentPartPr>
            <p14:xfrm>
              <a:off x="2029460" y="2085340"/>
              <a:ext cx="118110" cy="83185"/>
            </p14:xfrm>
          </p:contentPart>
        </mc:Choice>
        <mc:Fallback>
          <p:pic>
            <p:nvPicPr>
              <p:cNvPr id="17" name="잉크 6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029460" y="2085340"/>
                <a:ext cx="118110" cy="831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8" name="잉크 7"/>
              <p14:cNvContentPartPr/>
              <p14:nvPr/>
            </p14:nvContentPartPr>
            <p14:xfrm>
              <a:off x="1364615" y="3325495"/>
              <a:ext cx="145415" cy="186690"/>
            </p14:xfrm>
          </p:contentPart>
        </mc:Choice>
        <mc:Fallback>
          <p:pic>
            <p:nvPicPr>
              <p:cNvPr id="18" name="잉크 7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364615" y="3325495"/>
                <a:ext cx="145415" cy="18669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61115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0AC0CE-CA8A-8995-BD12-BFE38555B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입력양식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CF78D2-9B07-6C51-D887-504D32320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</p:spPr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</a:t>
            </a:r>
            <a:r>
              <a:rPr lang="en-US" altLang="ko-KR" dirty="0"/>
              <a:t>&lt;input&gt;</a:t>
            </a:r>
            <a:r>
              <a:rPr lang="ko-KR" altLang="en-US" dirty="0"/>
              <a:t>요소는 사용자로부터 데이터를 입력받기 위해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&lt;input&gt;</a:t>
            </a:r>
            <a:r>
              <a:rPr lang="ko-KR" altLang="en-US" dirty="0"/>
              <a:t>요소의 </a:t>
            </a:r>
            <a:r>
              <a:rPr lang="en-US" altLang="ko-KR" dirty="0"/>
              <a:t>type </a:t>
            </a:r>
            <a:r>
              <a:rPr lang="ko-KR" altLang="en-US" dirty="0"/>
              <a:t>속성은 다양한 종류의 입력 필드를 정의할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사용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39133B-A2A9-39B7-93A8-9F1C497BA6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72270-E1EC-9256-1A6F-8A99D3DD6EA2}"/>
              </a:ext>
            </a:extLst>
          </p:cNvPr>
          <p:cNvSpPr txBox="1"/>
          <p:nvPr/>
        </p:nvSpPr>
        <p:spPr>
          <a:xfrm>
            <a:off x="1147445" y="2576195"/>
            <a:ext cx="6295390" cy="347789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      &lt;</a:t>
            </a:r>
            <a:r>
              <a:rPr lang="ko-KR" altLang="en-US" sz="1000" dirty="0" err="1"/>
              <a:t>meta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charset</a:t>
            </a:r>
            <a:r>
              <a:rPr lang="ko-KR" altLang="en-US" sz="1000" dirty="0"/>
              <a:t>="UTF-8"&gt;</a:t>
            </a:r>
          </a:p>
          <a:p>
            <a:r>
              <a:rPr lang="ko-KR" altLang="en-US" sz="1000" dirty="0"/>
              <a:t>            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&gt;입력양식 태그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&gt;아이디&lt;/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text</a:t>
            </a:r>
            <a:r>
              <a:rPr lang="ko-KR" altLang="en-US" sz="1000" dirty="0"/>
              <a:t>" name="</a:t>
            </a:r>
            <a:r>
              <a:rPr lang="ko-KR" altLang="en-US" sz="1000" dirty="0" err="1"/>
              <a:t>ids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="아이디를 입력하세요"/&gt;&lt;/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&gt;비밀번호&lt;/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password</a:t>
            </a:r>
            <a:r>
              <a:rPr lang="ko-KR" altLang="en-US" sz="1000" dirty="0"/>
              <a:t>" name="</a:t>
            </a:r>
            <a:r>
              <a:rPr lang="ko-KR" altLang="en-US" sz="1000" dirty="0" err="1"/>
              <a:t>pwd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="1234"/&gt;&lt;/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                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colspan</a:t>
            </a:r>
            <a:r>
              <a:rPr lang="ko-KR" altLang="en-US" sz="1000" dirty="0"/>
              <a:t>="2"&gt;&lt;input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submit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="클릭"/&gt;&lt;/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AB8C8F6-3839-C7BA-4935-EEF5A9866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420" y="2553970"/>
            <a:ext cx="3021330" cy="125984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잉크 8"/>
              <p14:cNvContentPartPr/>
              <p14:nvPr/>
            </p14:nvContentPartPr>
            <p14:xfrm>
              <a:off x="3032760" y="3421380"/>
              <a:ext cx="7620" cy="7620"/>
            </p14:xfrm>
          </p:contentPart>
        </mc:Choice>
        <mc:Fallback>
          <p:pic>
            <p:nvPicPr>
              <p:cNvPr id="14" name="잉크 8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32760" y="3421380"/>
                <a:ext cx="7620" cy="76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705165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FAE20-43BF-96CB-335B-107B87212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입력양식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53732B-D61A-A682-B290-E5A45337F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주요 필드 종류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text: </a:t>
            </a:r>
            <a:r>
              <a:rPr lang="ko-KR" altLang="en-US" sz="1800" dirty="0"/>
              <a:t>일반 텍스트를 입력 받는 기본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password: </a:t>
            </a:r>
            <a:r>
              <a:rPr lang="ko-KR" altLang="en-US" sz="1800" dirty="0"/>
              <a:t>입력 내용이 가려지는 비밀번호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submit: </a:t>
            </a:r>
            <a:r>
              <a:rPr lang="ko-KR" altLang="en-US" sz="1800" dirty="0"/>
              <a:t>폼 데이터를 서버로 전송하는 제출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reset: </a:t>
            </a:r>
            <a:r>
              <a:rPr lang="ko-KR" altLang="en-US" sz="1800" dirty="0"/>
              <a:t>폼의 모든 입력 값을 초기화하는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radio: </a:t>
            </a:r>
            <a:r>
              <a:rPr lang="ko-KR" altLang="en-US" sz="1800" dirty="0"/>
              <a:t>여러 옵션 중 하나만 선택할 수 있는 라디오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checkbox: </a:t>
            </a:r>
            <a:r>
              <a:rPr lang="ko-KR" altLang="en-US" sz="1800" dirty="0"/>
              <a:t>여러 옵션을 동시에 선택할 수 있는 체크박스이다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button: </a:t>
            </a:r>
            <a:r>
              <a:rPr lang="ko-KR" altLang="en-US" sz="1800" dirty="0"/>
              <a:t>기본 동작이 없는 일반 클릭용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email: </a:t>
            </a:r>
            <a:r>
              <a:rPr lang="ko-KR" altLang="en-US" sz="1800" dirty="0"/>
              <a:t>이메일 형식을 자동으로 검증하는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url: URL </a:t>
            </a:r>
            <a:r>
              <a:rPr lang="ko-KR" altLang="en-US" sz="1800" dirty="0"/>
              <a:t>형식을 자동으로 검증하는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number: </a:t>
            </a:r>
            <a:r>
              <a:rPr lang="ko-KR" altLang="en-US" sz="1800" dirty="0"/>
              <a:t>숫자만 입력 받는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date: </a:t>
            </a:r>
            <a:r>
              <a:rPr lang="ko-KR" altLang="en-US" sz="1800" dirty="0"/>
              <a:t>날짜를 선택할 수 있는 달력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range: </a:t>
            </a:r>
            <a:r>
              <a:rPr lang="ko-KR" altLang="en-US" sz="1800" dirty="0"/>
              <a:t>특정 범위의 값을 선택하는 슬라이더이다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color: </a:t>
            </a:r>
            <a:r>
              <a:rPr lang="ko-KR" altLang="en-US" sz="1800" dirty="0"/>
              <a:t>색상을 선택할 수 있는 색상 선택기이다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sz="1800" dirty="0"/>
              <a:t>추가적으로 </a:t>
            </a:r>
            <a:r>
              <a:rPr lang="en-US" altLang="ko-KR" sz="1800" b="1" dirty="0"/>
              <a:t>file, hidden, image, search, </a:t>
            </a:r>
            <a:r>
              <a:rPr lang="en-US" altLang="ko-KR" sz="1800" b="1" dirty="0" err="1"/>
              <a:t>tel</a:t>
            </a:r>
            <a:r>
              <a:rPr lang="en-US" altLang="ko-KR" sz="1800" b="1" dirty="0"/>
              <a:t>, time, week, month</a:t>
            </a:r>
            <a:r>
              <a:rPr lang="en-US" altLang="ko-KR" sz="1800" dirty="0"/>
              <a:t> </a:t>
            </a:r>
            <a:r>
              <a:rPr lang="ko-KR" altLang="en-US" sz="1800" dirty="0"/>
              <a:t>등의 다양한 입력 타입을 사용할 수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B714-53F7-F3EF-2CC8-2232A7C35F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33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5" name="잉크 9"/>
              <p14:cNvContentPartPr/>
              <p14:nvPr/>
            </p14:nvContentPartPr>
            <p14:xfrm>
              <a:off x="800100" y="1562100"/>
              <a:ext cx="525780" cy="4198620"/>
            </p14:xfrm>
          </p:contentPart>
        </mc:Choice>
        <mc:Fallback>
          <p:pic>
            <p:nvPicPr>
              <p:cNvPr id="5" name="잉크 9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100" y="1562100"/>
                <a:ext cx="525780" cy="4198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잉크 10"/>
              <p14:cNvContentPartPr/>
              <p14:nvPr/>
            </p14:nvContentPartPr>
            <p14:xfrm>
              <a:off x="495300" y="2065020"/>
              <a:ext cx="312420" cy="434340"/>
            </p14:xfrm>
          </p:contentPart>
        </mc:Choice>
        <mc:Fallback>
          <p:pic>
            <p:nvPicPr>
              <p:cNvPr id="6" name="잉크 10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5300" y="2065020"/>
                <a:ext cx="312420" cy="4343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잉크 11"/>
              <p14:cNvContentPartPr/>
              <p14:nvPr/>
            </p14:nvContentPartPr>
            <p14:xfrm>
              <a:off x="5783580" y="2842260"/>
              <a:ext cx="220980" cy="350520"/>
            </p14:xfrm>
          </p:contentPart>
        </mc:Choice>
        <mc:Fallback>
          <p:pic>
            <p:nvPicPr>
              <p:cNvPr id="7" name="잉크 11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83580" y="2842260"/>
                <a:ext cx="220980" cy="35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잉크 12"/>
              <p14:cNvContentPartPr/>
              <p14:nvPr/>
            </p14:nvContentPartPr>
            <p14:xfrm>
              <a:off x="6156960" y="2872740"/>
              <a:ext cx="213360" cy="320040"/>
            </p14:xfrm>
          </p:contentPart>
        </mc:Choice>
        <mc:Fallback>
          <p:pic>
            <p:nvPicPr>
              <p:cNvPr id="8" name="잉크 12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156960" y="2872740"/>
                <a:ext cx="213360" cy="32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잉크 13"/>
              <p14:cNvContentPartPr/>
              <p14:nvPr/>
            </p14:nvContentPartPr>
            <p14:xfrm>
              <a:off x="6400800" y="2933700"/>
              <a:ext cx="121920" cy="251460"/>
            </p14:xfrm>
          </p:contentPart>
        </mc:Choice>
        <mc:Fallback>
          <p:pic>
            <p:nvPicPr>
              <p:cNvPr id="9" name="잉크 13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400800" y="2933700"/>
                <a:ext cx="121920" cy="2514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잉크 14"/>
              <p14:cNvContentPartPr/>
              <p14:nvPr/>
            </p14:nvContentPartPr>
            <p14:xfrm>
              <a:off x="6553200" y="2895600"/>
              <a:ext cx="137160" cy="106680"/>
            </p14:xfrm>
          </p:contentPart>
        </mc:Choice>
        <mc:Fallback>
          <p:pic>
            <p:nvPicPr>
              <p:cNvPr id="10" name="잉크 14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553200" y="2895600"/>
                <a:ext cx="137160" cy="10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잉크 15"/>
              <p14:cNvContentPartPr/>
              <p14:nvPr/>
            </p14:nvContentPartPr>
            <p14:xfrm>
              <a:off x="6751320" y="2895600"/>
              <a:ext cx="7620" cy="396240"/>
            </p14:xfrm>
          </p:contentPart>
        </mc:Choice>
        <mc:Fallback>
          <p:pic>
            <p:nvPicPr>
              <p:cNvPr id="11" name="잉크 15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51320" y="2895600"/>
                <a:ext cx="7620" cy="39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2" name="잉크 16"/>
              <p14:cNvContentPartPr/>
              <p14:nvPr/>
            </p14:nvContentPartPr>
            <p14:xfrm>
              <a:off x="6918960" y="2933700"/>
              <a:ext cx="198120" cy="289560"/>
            </p14:xfrm>
          </p:contentPart>
        </mc:Choice>
        <mc:Fallback>
          <p:pic>
            <p:nvPicPr>
              <p:cNvPr id="12" name="잉크 16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918960" y="2933700"/>
                <a:ext cx="198120" cy="28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잉크 17"/>
              <p14:cNvContentPartPr/>
              <p14:nvPr/>
            </p14:nvContentPartPr>
            <p14:xfrm>
              <a:off x="7178040" y="3048000"/>
              <a:ext cx="106680" cy="7620"/>
            </p14:xfrm>
          </p:contentPart>
        </mc:Choice>
        <mc:Fallback>
          <p:pic>
            <p:nvPicPr>
              <p:cNvPr id="13" name="잉크 17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178040" y="3048000"/>
                <a:ext cx="106680" cy="7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잉크 18"/>
              <p14:cNvContentPartPr/>
              <p14:nvPr/>
            </p14:nvContentPartPr>
            <p14:xfrm>
              <a:off x="7269480" y="3009900"/>
              <a:ext cx="30480" cy="228600"/>
            </p14:xfrm>
          </p:contentPart>
        </mc:Choice>
        <mc:Fallback>
          <p:pic>
            <p:nvPicPr>
              <p:cNvPr id="14" name="잉크 18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269480" y="3009900"/>
                <a:ext cx="30480" cy="22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잉크 19"/>
              <p14:cNvContentPartPr/>
              <p14:nvPr/>
            </p14:nvContentPartPr>
            <p14:xfrm>
              <a:off x="7048500" y="3253740"/>
              <a:ext cx="213360" cy="114300"/>
            </p14:xfrm>
          </p:contentPart>
        </mc:Choice>
        <mc:Fallback>
          <p:pic>
            <p:nvPicPr>
              <p:cNvPr id="15" name="잉크 19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048500" y="3253740"/>
                <a:ext cx="21336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잉크 20"/>
              <p14:cNvContentPartPr/>
              <p14:nvPr/>
            </p14:nvContentPartPr>
            <p14:xfrm>
              <a:off x="194945" y="2705100"/>
              <a:ext cx="181610" cy="215900"/>
            </p14:xfrm>
          </p:contentPart>
        </mc:Choice>
        <mc:Fallback>
          <p:pic>
            <p:nvPicPr>
              <p:cNvPr id="16" name="잉크 20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94945" y="2705100"/>
                <a:ext cx="181610" cy="2159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잉크 21"/>
              <p14:cNvContentPartPr/>
              <p14:nvPr/>
            </p14:nvContentPartPr>
            <p14:xfrm>
              <a:off x="338455" y="2658745"/>
              <a:ext cx="190500" cy="279400"/>
            </p14:xfrm>
          </p:contentPart>
        </mc:Choice>
        <mc:Fallback>
          <p:pic>
            <p:nvPicPr>
              <p:cNvPr id="17" name="잉크 21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338455" y="2658745"/>
                <a:ext cx="190500" cy="27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잉크 22"/>
              <p14:cNvContentPartPr/>
              <p14:nvPr/>
            </p14:nvContentPartPr>
            <p14:xfrm>
              <a:off x="588645" y="2646045"/>
              <a:ext cx="262255" cy="325755"/>
            </p14:xfrm>
          </p:contentPart>
        </mc:Choice>
        <mc:Fallback>
          <p:pic>
            <p:nvPicPr>
              <p:cNvPr id="18" name="잉크 22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588645" y="2646045"/>
                <a:ext cx="262255" cy="3257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9" name="잉크 23"/>
              <p14:cNvContentPartPr/>
              <p14:nvPr/>
            </p14:nvContentPartPr>
            <p14:xfrm>
              <a:off x="2887980" y="5798820"/>
              <a:ext cx="297180" cy="266700"/>
            </p14:xfrm>
          </p:contentPart>
        </mc:Choice>
        <mc:Fallback>
          <p:pic>
            <p:nvPicPr>
              <p:cNvPr id="19" name="잉크 23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887980" y="5798820"/>
                <a:ext cx="297180" cy="2667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0" name="잉크 24"/>
              <p14:cNvContentPartPr/>
              <p14:nvPr/>
            </p14:nvContentPartPr>
            <p14:xfrm>
              <a:off x="3248660" y="5878830"/>
              <a:ext cx="109855" cy="61595"/>
            </p14:xfrm>
          </p:contentPart>
        </mc:Choice>
        <mc:Fallback>
          <p:pic>
            <p:nvPicPr>
              <p:cNvPr id="20" name="잉크 24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248660" y="5878830"/>
                <a:ext cx="109855" cy="615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1" name="잉크 25"/>
              <p14:cNvContentPartPr/>
              <p14:nvPr/>
            </p14:nvContentPartPr>
            <p14:xfrm>
              <a:off x="3429000" y="5881370"/>
              <a:ext cx="13970" cy="140970"/>
            </p14:xfrm>
          </p:contentPart>
        </mc:Choice>
        <mc:Fallback>
          <p:pic>
            <p:nvPicPr>
              <p:cNvPr id="21" name="잉크 25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3429000" y="5881370"/>
                <a:ext cx="13970" cy="1409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2" name="잉크 26"/>
              <p14:cNvContentPartPr/>
              <p14:nvPr/>
            </p14:nvContentPartPr>
            <p14:xfrm>
              <a:off x="3315970" y="6033770"/>
              <a:ext cx="118745" cy="118745"/>
            </p14:xfrm>
          </p:contentPart>
        </mc:Choice>
        <mc:Fallback>
          <p:pic>
            <p:nvPicPr>
              <p:cNvPr id="22" name="잉크 26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3315970" y="6033770"/>
                <a:ext cx="118745" cy="1187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3" name="잉크 27"/>
              <p14:cNvContentPartPr/>
              <p14:nvPr/>
            </p14:nvContentPartPr>
            <p14:xfrm>
              <a:off x="3361690" y="6098540"/>
              <a:ext cx="61595" cy="0"/>
            </p14:xfrm>
          </p:contentPart>
        </mc:Choice>
        <mc:Fallback>
          <p:pic>
            <p:nvPicPr>
              <p:cNvPr id="23" name="잉크 27"/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3361690" y="6098540"/>
                <a:ext cx="61595" cy="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4" name="잉크 28"/>
              <p14:cNvContentPartPr/>
              <p14:nvPr/>
            </p14:nvContentPartPr>
            <p14:xfrm>
              <a:off x="3556000" y="5934710"/>
              <a:ext cx="110490" cy="104775"/>
            </p14:xfrm>
          </p:contentPart>
        </mc:Choice>
        <mc:Fallback>
          <p:pic>
            <p:nvPicPr>
              <p:cNvPr id="24" name="잉크 28"/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3556000" y="5934710"/>
                <a:ext cx="110490" cy="1047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5" name="잉크 29"/>
              <p14:cNvContentPartPr/>
              <p14:nvPr/>
            </p14:nvContentPartPr>
            <p14:xfrm>
              <a:off x="3643630" y="5836285"/>
              <a:ext cx="101600" cy="321945"/>
            </p14:xfrm>
          </p:contentPart>
        </mc:Choice>
        <mc:Fallback>
          <p:pic>
            <p:nvPicPr>
              <p:cNvPr id="25" name="잉크 29"/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643630" y="5836285"/>
                <a:ext cx="101600" cy="3219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6" name="잉크 30"/>
              <p14:cNvContentPartPr/>
              <p14:nvPr/>
            </p14:nvContentPartPr>
            <p14:xfrm>
              <a:off x="3615690" y="6129655"/>
              <a:ext cx="30480" cy="113030"/>
            </p14:xfrm>
          </p:contentPart>
        </mc:Choice>
        <mc:Fallback>
          <p:pic>
            <p:nvPicPr>
              <p:cNvPr id="26" name="잉크 30"/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3615690" y="6129655"/>
                <a:ext cx="30480" cy="113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27" name="잉크 31"/>
              <p14:cNvContentPartPr/>
              <p14:nvPr/>
            </p14:nvContentPartPr>
            <p14:xfrm>
              <a:off x="3880485" y="5937885"/>
              <a:ext cx="113030" cy="158115"/>
            </p14:xfrm>
          </p:contentPart>
        </mc:Choice>
        <mc:Fallback>
          <p:pic>
            <p:nvPicPr>
              <p:cNvPr id="27" name="잉크 31"/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3880485" y="5937885"/>
                <a:ext cx="113030" cy="1581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28" name="잉크 32"/>
              <p14:cNvContentPartPr/>
              <p14:nvPr/>
            </p14:nvContentPartPr>
            <p14:xfrm>
              <a:off x="3855085" y="5920740"/>
              <a:ext cx="175260" cy="208915"/>
            </p14:xfrm>
          </p:contentPart>
        </mc:Choice>
        <mc:Fallback>
          <p:pic>
            <p:nvPicPr>
              <p:cNvPr id="28" name="잉크 32"/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3855085" y="5920740"/>
                <a:ext cx="175260" cy="208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29" name="잉크 33"/>
              <p14:cNvContentPartPr/>
              <p14:nvPr/>
            </p14:nvContentPartPr>
            <p14:xfrm>
              <a:off x="4281170" y="5830570"/>
              <a:ext cx="316230" cy="338455"/>
            </p14:xfrm>
          </p:contentPart>
        </mc:Choice>
        <mc:Fallback>
          <p:pic>
            <p:nvPicPr>
              <p:cNvPr id="29" name="잉크 33"/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4281170" y="5830570"/>
                <a:ext cx="316230" cy="3384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32" name="잉크 36"/>
              <p14:cNvContentPartPr/>
              <p14:nvPr/>
            </p14:nvContentPartPr>
            <p14:xfrm>
              <a:off x="4667885" y="5926455"/>
              <a:ext cx="3175" cy="3175"/>
            </p14:xfrm>
          </p:contentPart>
        </mc:Choice>
        <mc:Fallback>
          <p:pic>
            <p:nvPicPr>
              <p:cNvPr id="32" name="잉크 36"/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4667885" y="5926455"/>
                <a:ext cx="3175" cy="31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33" name="잉크 37"/>
              <p14:cNvContentPartPr/>
              <p14:nvPr/>
            </p14:nvContentPartPr>
            <p14:xfrm>
              <a:off x="4679315" y="5842000"/>
              <a:ext cx="87630" cy="163830"/>
            </p14:xfrm>
          </p:contentPart>
        </mc:Choice>
        <mc:Fallback>
          <p:pic>
            <p:nvPicPr>
              <p:cNvPr id="33" name="잉크 37"/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4679315" y="5842000"/>
                <a:ext cx="87630" cy="1638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34" name="잉크 38"/>
              <p14:cNvContentPartPr/>
              <p14:nvPr/>
            </p14:nvContentPartPr>
            <p14:xfrm>
              <a:off x="4685030" y="5782310"/>
              <a:ext cx="236855" cy="364490"/>
            </p14:xfrm>
          </p:contentPart>
        </mc:Choice>
        <mc:Fallback>
          <p:pic>
            <p:nvPicPr>
              <p:cNvPr id="34" name="잉크 38"/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4685030" y="5782310"/>
                <a:ext cx="236855" cy="3644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35" name="잉크 39"/>
              <p14:cNvContentPartPr/>
              <p14:nvPr/>
            </p14:nvContentPartPr>
            <p14:xfrm>
              <a:off x="4820285" y="5909310"/>
              <a:ext cx="254000" cy="276860"/>
            </p14:xfrm>
          </p:contentPart>
        </mc:Choice>
        <mc:Fallback>
          <p:pic>
            <p:nvPicPr>
              <p:cNvPr id="35" name="잉크 39"/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4820285" y="5909310"/>
                <a:ext cx="254000" cy="2768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36" name="잉크 40"/>
              <p14:cNvContentPartPr/>
              <p14:nvPr/>
            </p14:nvContentPartPr>
            <p14:xfrm>
              <a:off x="5147945" y="5895340"/>
              <a:ext cx="177800" cy="208915"/>
            </p14:xfrm>
          </p:contentPart>
        </mc:Choice>
        <mc:Fallback>
          <p:pic>
            <p:nvPicPr>
              <p:cNvPr id="36" name="잉크 40"/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5147945" y="5895340"/>
                <a:ext cx="177800" cy="208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37" name="잉크 41"/>
              <p14:cNvContentPartPr/>
              <p14:nvPr/>
            </p14:nvContentPartPr>
            <p14:xfrm>
              <a:off x="5368290" y="5969000"/>
              <a:ext cx="2540" cy="143510"/>
            </p14:xfrm>
          </p:contentPart>
        </mc:Choice>
        <mc:Fallback>
          <p:pic>
            <p:nvPicPr>
              <p:cNvPr id="37" name="잉크 41"/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5368290" y="5969000"/>
                <a:ext cx="2540" cy="14351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38" name="잉크 42"/>
              <p14:cNvContentPartPr/>
              <p14:nvPr/>
            </p14:nvContentPartPr>
            <p14:xfrm>
              <a:off x="4933315" y="5918200"/>
              <a:ext cx="160655" cy="208915"/>
            </p14:xfrm>
          </p:contentPart>
        </mc:Choice>
        <mc:Fallback>
          <p:pic>
            <p:nvPicPr>
              <p:cNvPr id="38" name="잉크 42"/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4933315" y="5918200"/>
                <a:ext cx="160655" cy="208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39" name="잉크 43"/>
              <p14:cNvContentPartPr/>
              <p14:nvPr/>
            </p14:nvContentPartPr>
            <p14:xfrm>
              <a:off x="5531485" y="5920740"/>
              <a:ext cx="62230" cy="104775"/>
            </p14:xfrm>
          </p:contentPart>
        </mc:Choice>
        <mc:Fallback>
          <p:pic>
            <p:nvPicPr>
              <p:cNvPr id="39" name="잉크 43"/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5531485" y="5920740"/>
                <a:ext cx="62230" cy="1047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40" name="잉크 44"/>
              <p14:cNvContentPartPr/>
              <p14:nvPr/>
            </p14:nvContentPartPr>
            <p14:xfrm>
              <a:off x="5610860" y="5904230"/>
              <a:ext cx="41910" cy="149225"/>
            </p14:xfrm>
          </p:contentPart>
        </mc:Choice>
        <mc:Fallback>
          <p:pic>
            <p:nvPicPr>
              <p:cNvPr id="40" name="잉크 44"/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5610860" y="5904230"/>
                <a:ext cx="41910" cy="149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41" name="잉크 45"/>
              <p14:cNvContentPartPr/>
              <p14:nvPr/>
            </p14:nvContentPartPr>
            <p14:xfrm>
              <a:off x="5514975" y="6053455"/>
              <a:ext cx="152400" cy="101600"/>
            </p14:xfrm>
          </p:contentPart>
        </mc:Choice>
        <mc:Fallback>
          <p:pic>
            <p:nvPicPr>
              <p:cNvPr id="41" name="잉크 45"/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5514975" y="6053455"/>
                <a:ext cx="152400" cy="1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42" name="잉크 46"/>
              <p14:cNvContentPartPr/>
              <p14:nvPr/>
            </p14:nvContentPartPr>
            <p14:xfrm>
              <a:off x="5819775" y="5895340"/>
              <a:ext cx="231140" cy="335915"/>
            </p14:xfrm>
          </p:contentPart>
        </mc:Choice>
        <mc:Fallback>
          <p:pic>
            <p:nvPicPr>
              <p:cNvPr id="42" name="잉크 46"/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5819775" y="5895340"/>
                <a:ext cx="231140" cy="3359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43" name="잉크 47"/>
              <p14:cNvContentPartPr/>
              <p14:nvPr/>
            </p14:nvContentPartPr>
            <p14:xfrm>
              <a:off x="6084570" y="5923915"/>
              <a:ext cx="147320" cy="250825"/>
            </p14:xfrm>
          </p:contentPart>
        </mc:Choice>
        <mc:Fallback>
          <p:pic>
            <p:nvPicPr>
              <p:cNvPr id="43" name="잉크 47"/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6084570" y="5923915"/>
                <a:ext cx="147320" cy="2508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491110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D52AC-B976-B784-2057-3D5CECAF1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</a:t>
            </a:r>
            <a:r>
              <a:rPr lang="en-US" altLang="ko-KR" dirty="0"/>
              <a:t>&lt;iframe&gt; </a:t>
            </a:r>
            <a:r>
              <a:rPr lang="ko-KR" altLang="en-US" dirty="0"/>
              <a:t>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D08E12E-8800-8EC6-85CF-F1DA38B9C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altLang="ko-KR" sz="1800" b="1" dirty="0"/>
              <a:t>&lt;iframe&gt; </a:t>
            </a:r>
            <a:r>
              <a:rPr lang="ko-KR" altLang="en-US" sz="1800" dirty="0"/>
              <a:t>태그는 웹 페이지안에 다른 웹 페이지를 함께 표시하기 위해 사용된다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b="1" dirty="0"/>
              <a:t>&lt;iframe src="</a:t>
            </a:r>
            <a:r>
              <a:rPr lang="ko-KR" altLang="en-US" sz="1800" b="1" dirty="0"/>
              <a:t>불러올 웹 페이지의 </a:t>
            </a:r>
            <a:r>
              <a:rPr lang="en-US" altLang="ko-KR" sz="1800" b="1" dirty="0"/>
              <a:t>URL" scrolling="</a:t>
            </a:r>
            <a:r>
              <a:rPr lang="ko-KR" altLang="en-US" sz="1800" b="1" dirty="0"/>
              <a:t>스크롤링 허용여부</a:t>
            </a:r>
            <a:r>
              <a:rPr lang="en-US" altLang="ko-KR" sz="1800" b="1" dirty="0"/>
              <a:t>(</a:t>
            </a:r>
            <a:r>
              <a:rPr lang="en-US" altLang="ko-KR" sz="1800" b="1" dirty="0" err="1"/>
              <a:t>yes|no|auto</a:t>
            </a:r>
            <a:r>
              <a:rPr lang="en-US" altLang="ko-KR" sz="1800" b="1" dirty="0"/>
              <a:t>)"&gt;&lt;/iframe&gt;</a:t>
            </a:r>
          </a:p>
          <a:p>
            <a:r>
              <a:rPr lang="ko-KR" altLang="en-US" sz="1800" b="1" dirty="0"/>
              <a:t>주요 속성</a:t>
            </a:r>
            <a:endParaRPr lang="en-US" altLang="ko-KR" sz="1800" b="1"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altLang="ko-KR" sz="1800" dirty="0"/>
              <a:t>src : </a:t>
            </a:r>
            <a:r>
              <a:rPr lang="ko-KR" altLang="en-US" sz="1800" dirty="0"/>
              <a:t>불러올 페이지의  </a:t>
            </a:r>
            <a:r>
              <a:rPr lang="en-US" altLang="ko-KR" sz="1800" dirty="0"/>
              <a:t>URL</a:t>
            </a:r>
            <a:endParaRPr lang="ko-KR" altLang="en-US" sz="1800"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altLang="ko-KR" sz="1800" dirty="0"/>
              <a:t>scrolling : </a:t>
            </a:r>
            <a:r>
              <a:rPr lang="ko-KR" altLang="en-US" sz="1800" dirty="0"/>
              <a:t>아이프레임 안에서 스크롤링을 허용할 것인지를 지정한다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auto : </a:t>
            </a:r>
            <a:r>
              <a:rPr lang="ko-KR" altLang="en-US" sz="1800" dirty="0"/>
              <a:t>스크롤이 필요한 경우만 스크롤 바를 노출한다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r>
              <a:rPr lang="en-US" altLang="ko-KR" sz="1800" dirty="0"/>
              <a:t>(</a:t>
            </a:r>
            <a:r>
              <a:rPr lang="ko-KR" altLang="en-US" sz="1800" dirty="0"/>
              <a:t>기본 값으로 표시됨</a:t>
            </a:r>
            <a:r>
              <a:rPr lang="en-US" altLang="ko-KR" sz="1800" dirty="0"/>
              <a:t>)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yes : </a:t>
            </a:r>
            <a:r>
              <a:rPr lang="ko-KR" altLang="en-US" sz="1800" dirty="0"/>
              <a:t>스크롤링 허용</a:t>
            </a:r>
            <a:r>
              <a:rPr lang="en-US" altLang="ko-KR" sz="1800" dirty="0"/>
              <a:t>, </a:t>
            </a:r>
            <a:r>
              <a:rPr lang="ko-KR" altLang="en-US" sz="1800" dirty="0"/>
              <a:t>스크롤이 필요 없는 경우도 스크롤 바를 노출한다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No : </a:t>
            </a:r>
            <a:r>
              <a:rPr lang="ko-KR" altLang="en-US" sz="1800" dirty="0"/>
              <a:t>스크롤 하지 않는다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장점</a:t>
            </a:r>
            <a:endParaRPr lang="en-US" altLang="ko-KR" sz="1800" dirty="0"/>
          </a:p>
          <a:p>
            <a:pPr lvl="1"/>
            <a:r>
              <a:rPr lang="ko-KR" altLang="en-US" sz="1800" dirty="0"/>
              <a:t>현대적인 방식으로 콘텐츠를 삽입할 수 있다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lvl="1"/>
            <a:r>
              <a:rPr lang="en-US" altLang="ko-KR" sz="1800" dirty="0"/>
              <a:t>CSS </a:t>
            </a:r>
            <a:r>
              <a:rPr lang="ko-KR" altLang="en-US" sz="1800" dirty="0"/>
              <a:t>스타일 적용 가능하다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 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크기 조정</a:t>
            </a:r>
            <a:r>
              <a:rPr lang="en-US" altLang="ko-KR" sz="1800" dirty="0"/>
              <a:t>, </a:t>
            </a:r>
            <a:r>
              <a:rPr lang="ko-KR" altLang="en-US" sz="1800" dirty="0"/>
              <a:t>경계선 제거 등</a:t>
            </a:r>
            <a:r>
              <a:rPr lang="en-US" altLang="ko-KR" sz="1800" dirty="0"/>
              <a:t>)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302890-44B5-CCF3-2743-3962396C22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6307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557B4-40F4-F27A-7663-28289DBE3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&lt;iframe&gt;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사용한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EF5500-C8B2-E4B2-8351-E6577D7C37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8F229-4647-4A14-8150-B8535291ACB5}"/>
              </a:ext>
            </a:extLst>
          </p:cNvPr>
          <p:cNvSpPr txBox="1"/>
          <p:nvPr/>
        </p:nvSpPr>
        <p:spPr>
          <a:xfrm>
            <a:off x="427341" y="1594176"/>
            <a:ext cx="4378362" cy="44901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&lt;!DOCTYPE html&gt;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&lt;html&gt;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&lt;head&gt;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&lt;meta charset="UTF-8"&gt;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&lt;title&gt;</a:t>
            </a:r>
            <a:r>
              <a:rPr lang="ko-KR" altLang="en-US" sz="1200" dirty="0"/>
              <a:t>유튜브 영상 삽입</a:t>
            </a:r>
            <a:r>
              <a:rPr lang="en-US" altLang="ko-KR" sz="1200" dirty="0"/>
              <a:t>&lt;/title&gt;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&lt;/head&gt;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&lt;body&gt;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</a:t>
            </a:r>
            <a:r>
              <a:rPr lang="en-US" altLang="ko-KR" sz="1200" b="1" dirty="0"/>
              <a:t>&lt;iframe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width="560"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height="315"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src="https://www.youtube.com/embed/</a:t>
            </a:r>
            <a:r>
              <a:rPr lang="ko-KR" altLang="en-US" sz="1200" b="1" dirty="0"/>
              <a:t>동영상</a:t>
            </a:r>
            <a:r>
              <a:rPr lang="en-US" altLang="ko-KR" sz="1200" b="1" dirty="0"/>
              <a:t>_ID"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frameborder="0"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allowfullscreen&gt;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&lt;/iframe&gt;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&lt;/body&gt;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&lt;/html&gt;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2D02A9-54D8-013C-1017-C2F966731E1E}"/>
              </a:ext>
            </a:extLst>
          </p:cNvPr>
          <p:cNvSpPr txBox="1"/>
          <p:nvPr/>
        </p:nvSpPr>
        <p:spPr>
          <a:xfrm>
            <a:off x="-2358338" y="2997705"/>
            <a:ext cx="2358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유튜브 영상을 포함시킬 때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BA9E7-1A5C-1465-C7E3-22ED6F7F96B2}"/>
              </a:ext>
            </a:extLst>
          </p:cNvPr>
          <p:cNvSpPr txBox="1"/>
          <p:nvPr/>
        </p:nvSpPr>
        <p:spPr>
          <a:xfrm>
            <a:off x="427341" y="1183124"/>
            <a:ext cx="2358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유튜브 영상을 포함 시킬 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5C1F02-1EB1-DF47-2143-C4E6D422745D}"/>
              </a:ext>
            </a:extLst>
          </p:cNvPr>
          <p:cNvSpPr txBox="1"/>
          <p:nvPr/>
        </p:nvSpPr>
        <p:spPr>
          <a:xfrm>
            <a:off x="6345219" y="1594175"/>
            <a:ext cx="3820758" cy="393614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&lt;!DOCTYPE html&gt;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&lt;html&gt;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&lt;head&gt;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&lt;meta charset="UTF-8"&gt;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&lt;title&gt;외부 페이지 삽입 예제&lt;/title&gt;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&lt;/head&gt;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&lt;body&gt;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&lt;iframe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src="https://www.example.com"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width="800"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height="600"&gt;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&lt;/iframe&gt;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&lt;/body&gt;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&lt;/html&gt;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23C7AB-5F3B-B54B-CA45-C136190F577C}"/>
              </a:ext>
            </a:extLst>
          </p:cNvPr>
          <p:cNvSpPr txBox="1"/>
          <p:nvPr/>
        </p:nvSpPr>
        <p:spPr>
          <a:xfrm>
            <a:off x="6345219" y="1153915"/>
            <a:ext cx="28969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외부 페이지를 연결하여 보여줄 때</a:t>
            </a:r>
          </a:p>
        </p:txBody>
      </p:sp>
    </p:spTree>
    <p:extLst>
      <p:ext uri="{BB962C8B-B14F-4D97-AF65-F5344CB8AC3E}">
        <p14:creationId xmlns:p14="http://schemas.microsoft.com/office/powerpoint/2010/main" val="9798830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 dirty="0"/>
              <a:t>실습</a:t>
            </a:r>
            <a:r>
              <a:rPr lang="en-US" dirty="0"/>
              <a:t> 5</a:t>
            </a:r>
            <a:br>
              <a:rPr lang="en-US" dirty="0"/>
            </a:br>
            <a:endParaRPr dirty="0"/>
          </a:p>
        </p:txBody>
      </p:sp>
      <p:sp>
        <p:nvSpPr>
          <p:cNvPr id="255" name="Google Shape;255;p25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256" name="Google Shape;256;p25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25"/>
          <p:cNvSpPr txBox="1"/>
          <p:nvPr/>
        </p:nvSpPr>
        <p:spPr>
          <a:xfrm>
            <a:off x="708660" y="1182370"/>
            <a:ext cx="11043920" cy="48323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&lt;meta charset="UTF-8"&gt;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&lt;li&gt;html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수업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사전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쿡북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&lt;li&gt;css&lt;/li&gt;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&lt;li&gt;javascript&lt;/li&gt;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</a:t>
            </a:r>
            <a:r>
              <a:rPr 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os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</a:t>
            </a:r>
            <a:r>
              <a:rPr 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php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&lt;li&gt;database&lt;/li&gt;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58" name="잉크 48"/>
              <p14:cNvContentPartPr/>
              <p14:nvPr/>
            </p14:nvContentPartPr>
            <p14:xfrm>
              <a:off x="4450080" y="373380"/>
              <a:ext cx="7620" cy="7620"/>
            </p14:xfrm>
          </p:contentPart>
        </mc:Choice>
        <mc:Fallback>
          <p:pic>
            <p:nvPicPr>
              <p:cNvPr id="258" name="잉크 48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0080" y="373380"/>
                <a:ext cx="7620" cy="76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6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 dirty="0"/>
              <a:t>실습</a:t>
            </a:r>
            <a:r>
              <a:rPr lang="en-US" dirty="0"/>
              <a:t> 5</a:t>
            </a:r>
            <a:br>
              <a:rPr lang="en-US" dirty="0"/>
            </a:br>
            <a:endParaRPr dirty="0"/>
          </a:p>
        </p:txBody>
      </p:sp>
      <p:sp>
        <p:nvSpPr>
          <p:cNvPr id="263" name="Google Shape;263;p26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264" name="Google Shape;264;p26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 txBox="1"/>
          <p:nvPr/>
        </p:nvSpPr>
        <p:spPr>
          <a:xfrm>
            <a:off x="136187" y="1628133"/>
            <a:ext cx="11955300" cy="3000781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	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&lt;a href="https://www.naver.com/" target="_blank"&gt;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네이버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060CB-C24F-A161-4ED2-33E7257D0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실습</a:t>
            </a:r>
            <a:r>
              <a:rPr lang="en-US" altLang="ko-KR" dirty="0"/>
              <a:t> 5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4B5AF3-556B-CB21-F05A-20DAF17B5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67" y="1152527"/>
            <a:ext cx="10363200" cy="977488"/>
          </a:xfrm>
        </p:spPr>
        <p:txBody>
          <a:bodyPr>
            <a:normAutofit fontScale="70000" lnSpcReduction="20000"/>
          </a:bodyPr>
          <a:lstStyle/>
          <a:p>
            <a:r>
              <a:rPr lang="en-US" altLang="ko-KR" dirty="0"/>
              <a:t>&lt;table&gt;</a:t>
            </a:r>
            <a:r>
              <a:rPr lang="ko-KR" altLang="en-US" dirty="0"/>
              <a:t>과 </a:t>
            </a:r>
            <a:r>
              <a:rPr lang="en-US" altLang="ko-KR" dirty="0"/>
              <a:t>&lt;iframe&gt;</a:t>
            </a:r>
            <a:r>
              <a:rPr lang="ko-KR" altLang="en-US" dirty="0"/>
              <a:t>을 조합하여 메인 페이지를 구현한다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한글 깨짐 현상을 방지하기 위해 </a:t>
            </a:r>
            <a:r>
              <a:rPr lang="en-US" altLang="ko-KR" dirty="0"/>
              <a:t>&lt;meta charset="UTF-8"&gt;</a:t>
            </a:r>
            <a:r>
              <a:rPr lang="ko-KR" altLang="en-US" dirty="0"/>
              <a:t>을 사용한다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frame3.html</a:t>
            </a:r>
            <a:r>
              <a:rPr lang="ko-KR" altLang="en-US" dirty="0"/>
              <a:t>을 직접 구상하여 작성해본다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35495F-3ACF-DB86-0E2E-D06BC87E49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38</a:t>
            </a:fld>
            <a:endParaRPr lang="en-US"/>
          </a:p>
        </p:txBody>
      </p:sp>
      <p:sp>
        <p:nvSpPr>
          <p:cNvPr id="5" name="Google Shape;273;p27">
            <a:extLst>
              <a:ext uri="{FF2B5EF4-FFF2-40B4-BE49-F238E27FC236}">
                <a16:creationId xmlns:a16="http://schemas.microsoft.com/office/drawing/2014/main" id="{725A3005-99EB-1858-8EA1-102AE04498F1}"/>
              </a:ext>
            </a:extLst>
          </p:cNvPr>
          <p:cNvSpPr txBox="1"/>
          <p:nvPr/>
        </p:nvSpPr>
        <p:spPr>
          <a:xfrm>
            <a:off x="450399" y="2130015"/>
            <a:ext cx="11291202" cy="383177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&lt;title&gt;iframe&lt;/title&gt;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&lt;table&gt;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src="./frame1.html"&gt;&lt;/iframe&gt;&lt;/td&gt;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src="./frame2.html"&gt;&lt;/iframe&gt;&lt;/td&gt;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name="content" src="./frame3.html"&gt;&lt;/iframe&gt;&lt;/td&gt;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&lt;/table&gt;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5448531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8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/>
              <a:t>실습</a:t>
            </a:r>
            <a:r>
              <a:rPr lang="en-US"/>
              <a:t> 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279" name="Google Shape;279;p28"/>
          <p:cNvSpPr txBox="1">
            <a:spLocks noGrp="1"/>
          </p:cNvSpPr>
          <p:nvPr>
            <p:ph type="body" idx="1"/>
          </p:nvPr>
        </p:nvSpPr>
        <p:spPr>
          <a:xfrm>
            <a:off x="146050" y="1152525"/>
            <a:ext cx="594995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sz="1600" dirty="0"/>
              <a:t>자신을 소개하는 간단한 웹 사이트를 만들어보도록 하자</a:t>
            </a:r>
            <a:r>
              <a:rPr lang="en-US" altLang="ko-KR" sz="1600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sz="1600" dirty="0"/>
              <a:t>iframe</a:t>
            </a:r>
            <a:r>
              <a:rPr lang="ko-KR" altLang="en-US" sz="1600" dirty="0"/>
              <a:t>을 사용해보도록 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b="1" dirty="0"/>
              <a:t>필요한 파일 구성 </a:t>
            </a:r>
          </a:p>
          <a:p>
            <a:pPr lvl="1">
              <a:lnSpc>
                <a:spcPct val="150000"/>
              </a:lnSpc>
            </a:pPr>
            <a:r>
              <a:rPr lang="en-US" altLang="ko-KR" sz="1600" b="1" dirty="0"/>
              <a:t>index.html, menu.html, content.html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/>
              <a:t>&lt;iframe&gt;</a:t>
            </a:r>
            <a:r>
              <a:rPr lang="ko-KR" altLang="en-US" sz="1600" b="1" dirty="0"/>
              <a:t>을 사용하여 </a:t>
            </a:r>
            <a:r>
              <a:rPr lang="en-US" altLang="ko-KR" sz="1600" b="1" dirty="0"/>
              <a:t>menu.html</a:t>
            </a:r>
            <a:r>
              <a:rPr lang="ko-KR" altLang="en-US" sz="1600" b="1" dirty="0"/>
              <a:t>을 왼쪽 메뉴로 사용한다</a:t>
            </a:r>
            <a:r>
              <a:rPr lang="en-US" altLang="ko-KR" sz="1600" b="1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b="1" dirty="0"/>
              <a:t>오른쪽 메인 콘텐츠를 </a:t>
            </a:r>
            <a:r>
              <a:rPr lang="en-US" altLang="ko-KR" sz="1600" b="1" dirty="0"/>
              <a:t>content.html</a:t>
            </a:r>
            <a:r>
              <a:rPr lang="ko-KR" altLang="en-US" sz="1600" b="1" dirty="0"/>
              <a:t>의 내용으로 표시한다</a:t>
            </a:r>
            <a:r>
              <a:rPr lang="en-US" altLang="ko-KR" sz="1600" b="1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/>
              <a:t>CSS</a:t>
            </a:r>
            <a:r>
              <a:rPr lang="ko-KR" altLang="en-US" sz="1600" b="1" dirty="0"/>
              <a:t>를 활용하여 좀 더 깔금한 화면을 구성한다</a:t>
            </a:r>
            <a:r>
              <a:rPr lang="en-US" altLang="ko-KR" sz="1600" b="1" dirty="0"/>
              <a:t>.</a:t>
            </a:r>
          </a:p>
          <a:p>
            <a:pPr marL="800100" lvl="1">
              <a:spcBef>
                <a:spcPts val="0"/>
              </a:spcBef>
              <a:buSzPts val="2200"/>
              <a:buChar char="■"/>
            </a:pPr>
            <a:endParaRPr lang="en-US" altLang="ko-KR" dirty="0"/>
          </a:p>
        </p:txBody>
      </p:sp>
      <p:sp>
        <p:nvSpPr>
          <p:cNvPr id="280" name="Google Shape;280;p28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281" name="Google Shape;281;p28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3A6ACEB-C500-C6CB-0CA3-4615EE86B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535" y="1679575"/>
            <a:ext cx="5860415" cy="334391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82" name="잉크 49"/>
              <p14:cNvContentPartPr/>
              <p14:nvPr/>
            </p14:nvContentPartPr>
            <p14:xfrm>
              <a:off x="3406140" y="274320"/>
              <a:ext cx="396240" cy="342900"/>
            </p14:xfrm>
          </p:contentPart>
        </mc:Choice>
        <mc:Fallback>
          <p:pic>
            <p:nvPicPr>
              <p:cNvPr id="282" name="잉크 49"/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406140" y="274320"/>
                <a:ext cx="396240" cy="3429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83" name="잉크 50"/>
              <p14:cNvContentPartPr/>
              <p14:nvPr/>
            </p14:nvContentPartPr>
            <p14:xfrm>
              <a:off x="3223260" y="472440"/>
              <a:ext cx="617220" cy="274320"/>
            </p14:xfrm>
          </p:contentPart>
        </mc:Choice>
        <mc:Fallback>
          <p:pic>
            <p:nvPicPr>
              <p:cNvPr id="283" name="잉크 50"/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223260" y="472440"/>
                <a:ext cx="617220" cy="27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84" name="잉크 51"/>
              <p14:cNvContentPartPr/>
              <p14:nvPr/>
            </p14:nvContentPartPr>
            <p14:xfrm>
              <a:off x="3931920" y="152400"/>
              <a:ext cx="297180" cy="822960"/>
            </p14:xfrm>
          </p:contentPart>
        </mc:Choice>
        <mc:Fallback>
          <p:pic>
            <p:nvPicPr>
              <p:cNvPr id="284" name="잉크 51"/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931920" y="152400"/>
                <a:ext cx="297180" cy="82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85" name="잉크 52"/>
              <p14:cNvContentPartPr/>
              <p14:nvPr/>
            </p14:nvContentPartPr>
            <p14:xfrm>
              <a:off x="4579620" y="426720"/>
              <a:ext cx="281940" cy="441960"/>
            </p14:xfrm>
          </p:contentPart>
        </mc:Choice>
        <mc:Fallback>
          <p:pic>
            <p:nvPicPr>
              <p:cNvPr id="285" name="잉크 52"/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579620" y="426720"/>
                <a:ext cx="281940" cy="44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86" name="잉크 53"/>
              <p14:cNvContentPartPr/>
              <p14:nvPr/>
            </p14:nvContentPartPr>
            <p14:xfrm>
              <a:off x="4823460" y="594360"/>
              <a:ext cx="175260" cy="15240"/>
            </p14:xfrm>
          </p:contentPart>
        </mc:Choice>
        <mc:Fallback>
          <p:pic>
            <p:nvPicPr>
              <p:cNvPr id="286" name="잉크 53"/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823460" y="594360"/>
                <a:ext cx="175260" cy="1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87" name="잉크 54"/>
              <p14:cNvContentPartPr/>
              <p14:nvPr/>
            </p14:nvContentPartPr>
            <p14:xfrm>
              <a:off x="4991100" y="335280"/>
              <a:ext cx="22860" cy="594360"/>
            </p14:xfrm>
          </p:contentPart>
        </mc:Choice>
        <mc:Fallback>
          <p:pic>
            <p:nvPicPr>
              <p:cNvPr id="287" name="잉크 54"/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991100" y="335280"/>
                <a:ext cx="22860" cy="59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88" name="잉크 55"/>
              <p14:cNvContentPartPr/>
              <p14:nvPr/>
            </p14:nvContentPartPr>
            <p14:xfrm>
              <a:off x="5196840" y="381000"/>
              <a:ext cx="38100" cy="495300"/>
            </p14:xfrm>
          </p:contentPart>
        </mc:Choice>
        <mc:Fallback>
          <p:pic>
            <p:nvPicPr>
              <p:cNvPr id="288" name="잉크 55"/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196840" y="381000"/>
                <a:ext cx="38100" cy="495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89" name="잉크 1"/>
              <p14:cNvContentPartPr/>
              <p14:nvPr/>
            </p14:nvContentPartPr>
            <p14:xfrm>
              <a:off x="1748790" y="4693285"/>
              <a:ext cx="112395" cy="72390"/>
            </p14:xfrm>
          </p:contentPart>
        </mc:Choice>
        <mc:Fallback>
          <p:pic>
            <p:nvPicPr>
              <p:cNvPr id="289" name="잉크 1"/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748790" y="4693285"/>
                <a:ext cx="112395" cy="723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90" name="잉크 2"/>
              <p14:cNvContentPartPr/>
              <p14:nvPr/>
            </p14:nvContentPartPr>
            <p14:xfrm>
              <a:off x="1604010" y="4540885"/>
              <a:ext cx="233045" cy="192405"/>
            </p14:xfrm>
          </p:contentPart>
        </mc:Choice>
        <mc:Fallback>
          <p:pic>
            <p:nvPicPr>
              <p:cNvPr id="290" name="잉크 2"/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604010" y="4540885"/>
                <a:ext cx="233045" cy="1924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91" name="잉크 3"/>
              <p14:cNvContentPartPr/>
              <p14:nvPr/>
            </p14:nvContentPartPr>
            <p14:xfrm>
              <a:off x="2045335" y="4492625"/>
              <a:ext cx="0" cy="417195"/>
            </p14:xfrm>
          </p:contentPart>
        </mc:Choice>
        <mc:Fallback>
          <p:pic>
            <p:nvPicPr>
              <p:cNvPr id="291" name="잉크 3"/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045335" y="4492625"/>
                <a:ext cx="0" cy="4171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92" name="잉크 4"/>
              <p14:cNvContentPartPr/>
              <p14:nvPr/>
            </p14:nvContentPartPr>
            <p14:xfrm>
              <a:off x="2237740" y="4548505"/>
              <a:ext cx="80645" cy="176530"/>
            </p14:xfrm>
          </p:contentPart>
        </mc:Choice>
        <mc:Fallback>
          <p:pic>
            <p:nvPicPr>
              <p:cNvPr id="292" name="잉크 4"/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237740" y="4548505"/>
                <a:ext cx="80645" cy="1765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93" name="잉크 5"/>
              <p14:cNvContentPartPr/>
              <p14:nvPr/>
            </p14:nvContentPartPr>
            <p14:xfrm>
              <a:off x="2310130" y="4556760"/>
              <a:ext cx="176530" cy="224790"/>
            </p14:xfrm>
          </p:contentPart>
        </mc:Choice>
        <mc:Fallback>
          <p:pic>
            <p:nvPicPr>
              <p:cNvPr id="293" name="잉크 5"/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310130" y="4556760"/>
                <a:ext cx="176530" cy="2247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94" name="잉크 6"/>
              <p14:cNvContentPartPr/>
              <p14:nvPr/>
            </p14:nvContentPartPr>
            <p14:xfrm>
              <a:off x="2286000" y="4773295"/>
              <a:ext cx="136525" cy="15875"/>
            </p14:xfrm>
          </p:contentPart>
        </mc:Choice>
        <mc:Fallback>
          <p:pic>
            <p:nvPicPr>
              <p:cNvPr id="294" name="잉크 6"/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286000" y="4773295"/>
                <a:ext cx="136525" cy="158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95" name="잉크 7"/>
              <p14:cNvContentPartPr/>
              <p14:nvPr/>
            </p14:nvContentPartPr>
            <p14:xfrm>
              <a:off x="2318385" y="4821555"/>
              <a:ext cx="120015" cy="128270"/>
            </p14:xfrm>
          </p:contentPart>
        </mc:Choice>
        <mc:Fallback>
          <p:pic>
            <p:nvPicPr>
              <p:cNvPr id="295" name="잉크 7"/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318385" y="4821555"/>
                <a:ext cx="120015" cy="1282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96" name="잉크 8"/>
              <p14:cNvContentPartPr/>
              <p14:nvPr/>
            </p14:nvContentPartPr>
            <p14:xfrm>
              <a:off x="1307465" y="4436745"/>
              <a:ext cx="1267460" cy="625475"/>
            </p14:xfrm>
          </p:contentPart>
        </mc:Choice>
        <mc:Fallback>
          <p:pic>
            <p:nvPicPr>
              <p:cNvPr id="296" name="잉크 8"/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307465" y="4436745"/>
                <a:ext cx="1267460" cy="625475"/>
              </a:xfrm>
              <a:prstGeom prst="rect">
                <a:avLst/>
              </a:prstGeom>
            </p:spPr>
          </p:pic>
        </mc:Fallback>
      </mc:AlternateContent>
      <p:sp>
        <p:nvSpPr>
          <p:cNvPr id="297" name="텍스트 상자 9"/>
          <p:cNvSpPr txBox="1">
            <a:spLocks/>
          </p:cNvSpPr>
          <p:nvPr/>
        </p:nvSpPr>
        <p:spPr>
          <a:xfrm rot="0">
            <a:off x="3674110" y="4660900"/>
            <a:ext cx="2626995" cy="120078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만들 </a:t>
            </a:r>
            <a:r>
              <a:rPr sz="1800">
                <a:latin typeface="맑은 고딕" charset="0"/>
                <a:ea typeface="맑은 고딕" charset="0"/>
              </a:rPr>
              <a:t>때 </a:t>
            </a:r>
            <a:r>
              <a:rPr lang="ko-KR" sz="1800">
                <a:latin typeface="맑은 고딕" charset="0"/>
                <a:ea typeface="맑은 고딕" charset="0"/>
              </a:rPr>
              <a:t>이런 </a:t>
            </a:r>
            <a:r>
              <a:rPr lang="ko-KR" sz="1800">
                <a:latin typeface="맑은 고딕" charset="0"/>
                <a:ea typeface="맑은 고딕" charset="0"/>
              </a:rPr>
              <a:t>느낌</a:t>
            </a:r>
            <a:r>
              <a:rPr lang="ko-KR" sz="1800">
                <a:latin typeface="맑은 고딕" charset="0"/>
                <a:ea typeface="맑은 고딕" charset="0"/>
              </a:rPr>
              <a:t>으로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두 번째 </a:t>
            </a:r>
            <a:r>
              <a:rPr lang="ko-KR" sz="1800">
                <a:latin typeface="맑은 고딕" charset="0"/>
                <a:ea typeface="맑은 고딕" charset="0"/>
              </a:rPr>
              <a:t>웹페 </a:t>
            </a:r>
            <a:r>
              <a:rPr lang="ko-KR" sz="1800">
                <a:latin typeface="맑은 고딕" charset="0"/>
                <a:ea typeface="맑은 고딕" charset="0"/>
              </a:rPr>
              <a:t>만들기는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강의실에 </a:t>
            </a:r>
            <a:r>
              <a:rPr lang="ko-KR" sz="1800">
                <a:latin typeface="맑은 고딕" charset="0"/>
                <a:ea typeface="맑은 고딕" charset="0"/>
              </a:rPr>
              <a:t>있는 사진으로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06" name="잉크 18"/>
              <p14:cNvContentPartPr/>
              <p14:nvPr/>
            </p14:nvContentPartPr>
            <p14:xfrm>
              <a:off x="8335010" y="4219575"/>
              <a:ext cx="8255" cy="8255"/>
            </p14:xfrm>
          </p:contentPart>
        </mc:Choice>
        <mc:Fallback>
          <p:pic>
            <p:nvPicPr>
              <p:cNvPr id="306" name="잉크 18"/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335010" y="4219575"/>
                <a:ext cx="8255" cy="82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07" name="잉크 27"/>
              <p14:cNvContentPartPr/>
              <p14:nvPr/>
            </p14:nvContentPartPr>
            <p14:xfrm>
              <a:off x="6556375" y="4124325"/>
              <a:ext cx="3175" cy="3175"/>
            </p14:xfrm>
          </p:contentPart>
        </mc:Choice>
        <mc:Fallback>
          <p:pic>
            <p:nvPicPr>
              <p:cNvPr id="307" name="잉크 27"/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556375" y="4124325"/>
                <a:ext cx="3175" cy="31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08" name="잉크 28"/>
              <p14:cNvContentPartPr/>
              <p14:nvPr/>
            </p14:nvContentPartPr>
            <p14:xfrm>
              <a:off x="6619875" y="4051300"/>
              <a:ext cx="98425" cy="88900"/>
            </p14:xfrm>
          </p:contentPart>
        </mc:Choice>
        <mc:Fallback>
          <p:pic>
            <p:nvPicPr>
              <p:cNvPr id="308" name="잉크 28"/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619875" y="4051300"/>
                <a:ext cx="98425" cy="889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09" name="잉크 29"/>
              <p14:cNvContentPartPr/>
              <p14:nvPr/>
            </p14:nvContentPartPr>
            <p14:xfrm>
              <a:off x="6727825" y="4048125"/>
              <a:ext cx="82550" cy="107950"/>
            </p14:xfrm>
          </p:contentPart>
        </mc:Choice>
        <mc:Fallback>
          <p:pic>
            <p:nvPicPr>
              <p:cNvPr id="309" name="잉크 29"/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6727825" y="4048125"/>
                <a:ext cx="82550" cy="1079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10" name="잉크 30"/>
              <p14:cNvContentPartPr/>
              <p14:nvPr/>
            </p14:nvContentPartPr>
            <p14:xfrm>
              <a:off x="6854825" y="4060825"/>
              <a:ext cx="66675" cy="123825"/>
            </p14:xfrm>
          </p:contentPart>
        </mc:Choice>
        <mc:Fallback>
          <p:pic>
            <p:nvPicPr>
              <p:cNvPr id="310" name="잉크 30"/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854825" y="4060825"/>
                <a:ext cx="66675" cy="1238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11" name="잉크 31"/>
              <p14:cNvContentPartPr/>
              <p14:nvPr/>
            </p14:nvContentPartPr>
            <p14:xfrm>
              <a:off x="6956425" y="4079875"/>
              <a:ext cx="127000" cy="165100"/>
            </p14:xfrm>
          </p:contentPart>
        </mc:Choice>
        <mc:Fallback>
          <p:pic>
            <p:nvPicPr>
              <p:cNvPr id="311" name="잉크 31"/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6956425" y="4079875"/>
                <a:ext cx="127000" cy="165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312" name="잉크 32"/>
              <p14:cNvContentPartPr/>
              <p14:nvPr/>
            </p14:nvContentPartPr>
            <p14:xfrm>
              <a:off x="8448675" y="4238625"/>
              <a:ext cx="0" cy="6350"/>
            </p14:xfrm>
          </p:contentPart>
        </mc:Choice>
        <mc:Fallback>
          <p:pic>
            <p:nvPicPr>
              <p:cNvPr id="312" name="잉크 32"/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448675" y="4238625"/>
                <a:ext cx="0" cy="63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313" name="잉크 33"/>
              <p14:cNvContentPartPr/>
              <p14:nvPr/>
            </p14:nvContentPartPr>
            <p14:xfrm>
              <a:off x="8556625" y="4146550"/>
              <a:ext cx="158750" cy="79375"/>
            </p14:xfrm>
          </p:contentPart>
        </mc:Choice>
        <mc:Fallback>
          <p:pic>
            <p:nvPicPr>
              <p:cNvPr id="313" name="잉크 33"/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8556625" y="4146550"/>
                <a:ext cx="158750" cy="793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314" name="잉크 34"/>
              <p14:cNvContentPartPr/>
              <p14:nvPr/>
            </p14:nvContentPartPr>
            <p14:xfrm>
              <a:off x="8740775" y="4156075"/>
              <a:ext cx="66675" cy="79375"/>
            </p14:xfrm>
          </p:contentPart>
        </mc:Choice>
        <mc:Fallback>
          <p:pic>
            <p:nvPicPr>
              <p:cNvPr id="314" name="잉크 34"/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8740775" y="4156075"/>
                <a:ext cx="66675" cy="793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15" name="잉크 35"/>
              <p14:cNvContentPartPr/>
              <p14:nvPr/>
            </p14:nvContentPartPr>
            <p14:xfrm>
              <a:off x="8804275" y="4152900"/>
              <a:ext cx="60325" cy="0"/>
            </p14:xfrm>
          </p:contentPart>
        </mc:Choice>
        <mc:Fallback>
          <p:pic>
            <p:nvPicPr>
              <p:cNvPr id="315" name="잉크 35"/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8804275" y="4152900"/>
                <a:ext cx="60325" cy="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316" name="잉크 36"/>
              <p14:cNvContentPartPr/>
              <p14:nvPr/>
            </p14:nvContentPartPr>
            <p14:xfrm>
              <a:off x="8829675" y="4102100"/>
              <a:ext cx="60325" cy="136525"/>
            </p14:xfrm>
          </p:contentPart>
        </mc:Choice>
        <mc:Fallback>
          <p:pic>
            <p:nvPicPr>
              <p:cNvPr id="316" name="잉크 36"/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829675" y="4102100"/>
                <a:ext cx="60325" cy="1365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317" name="잉크 37"/>
              <p14:cNvContentPartPr/>
              <p14:nvPr/>
            </p14:nvContentPartPr>
            <p14:xfrm>
              <a:off x="8905875" y="4149725"/>
              <a:ext cx="79375" cy="95250"/>
            </p14:xfrm>
          </p:contentPart>
        </mc:Choice>
        <mc:Fallback>
          <p:pic>
            <p:nvPicPr>
              <p:cNvPr id="317" name="잉크 37"/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8905875" y="4149725"/>
                <a:ext cx="79375" cy="952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318" name="잉크 38"/>
              <p14:cNvContentPartPr/>
              <p14:nvPr/>
            </p14:nvContentPartPr>
            <p14:xfrm>
              <a:off x="9004300" y="4133850"/>
              <a:ext cx="85725" cy="130175"/>
            </p14:xfrm>
          </p:contentPart>
        </mc:Choice>
        <mc:Fallback>
          <p:pic>
            <p:nvPicPr>
              <p:cNvPr id="318" name="잉크 38"/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9004300" y="4133850"/>
                <a:ext cx="85725" cy="1301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319" name="잉크 39"/>
              <p14:cNvContentPartPr/>
              <p14:nvPr/>
            </p14:nvContentPartPr>
            <p14:xfrm>
              <a:off x="9080500" y="4175125"/>
              <a:ext cx="130175" cy="3175"/>
            </p14:xfrm>
          </p:contentPart>
        </mc:Choice>
        <mc:Fallback>
          <p:pic>
            <p:nvPicPr>
              <p:cNvPr id="319" name="잉크 39"/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080500" y="4175125"/>
                <a:ext cx="130175" cy="31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320" name="잉크 40"/>
              <p14:cNvContentPartPr/>
              <p14:nvPr/>
            </p14:nvContentPartPr>
            <p14:xfrm>
              <a:off x="9144000" y="4111625"/>
              <a:ext cx="82550" cy="206375"/>
            </p14:xfrm>
          </p:contentPart>
        </mc:Choice>
        <mc:Fallback>
          <p:pic>
            <p:nvPicPr>
              <p:cNvPr id="320" name="잉크 40"/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144000" y="4111625"/>
                <a:ext cx="82550" cy="2063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321" name="잉크 41"/>
              <p14:cNvContentPartPr/>
              <p14:nvPr/>
            </p14:nvContentPartPr>
            <p14:xfrm>
              <a:off x="9267825" y="4194175"/>
              <a:ext cx="101600" cy="171450"/>
            </p14:xfrm>
          </p:contentPart>
        </mc:Choice>
        <mc:Fallback>
          <p:pic>
            <p:nvPicPr>
              <p:cNvPr id="321" name="잉크 41"/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9267825" y="4194175"/>
                <a:ext cx="101600" cy="171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22" name="잉크 42"/>
              <p14:cNvContentPartPr/>
              <p14:nvPr/>
            </p14:nvContentPartPr>
            <p14:xfrm>
              <a:off x="7477125" y="2120900"/>
              <a:ext cx="47625" cy="142875"/>
            </p14:xfrm>
          </p:contentPart>
        </mc:Choice>
        <mc:Fallback>
          <p:pic>
            <p:nvPicPr>
              <p:cNvPr id="322" name="잉크 42"/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7477125" y="2120900"/>
                <a:ext cx="47625" cy="1428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23" name="잉크 43"/>
              <p14:cNvContentPartPr/>
              <p14:nvPr/>
            </p14:nvContentPartPr>
            <p14:xfrm>
              <a:off x="7550150" y="2193925"/>
              <a:ext cx="57150" cy="50800"/>
            </p14:xfrm>
          </p:contentPart>
        </mc:Choice>
        <mc:Fallback>
          <p:pic>
            <p:nvPicPr>
              <p:cNvPr id="323" name="잉크 43"/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7550150" y="2193925"/>
                <a:ext cx="57150" cy="5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324" name="잉크 44"/>
              <p14:cNvContentPartPr/>
              <p14:nvPr/>
            </p14:nvContentPartPr>
            <p14:xfrm>
              <a:off x="7626350" y="2203450"/>
              <a:ext cx="69850" cy="53975"/>
            </p14:xfrm>
          </p:contentPart>
        </mc:Choice>
        <mc:Fallback>
          <p:pic>
            <p:nvPicPr>
              <p:cNvPr id="324" name="잉크 44"/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7626350" y="2203450"/>
                <a:ext cx="69850" cy="539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325" name="잉크 45"/>
              <p14:cNvContentPartPr/>
              <p14:nvPr/>
            </p14:nvContentPartPr>
            <p14:xfrm>
              <a:off x="7715250" y="2155825"/>
              <a:ext cx="66675" cy="104775"/>
            </p14:xfrm>
          </p:contentPart>
        </mc:Choice>
        <mc:Fallback>
          <p:pic>
            <p:nvPicPr>
              <p:cNvPr id="325" name="잉크 45"/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7715250" y="2155825"/>
                <a:ext cx="66675" cy="1047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326" name="잉크 46"/>
              <p14:cNvContentPartPr/>
              <p14:nvPr/>
            </p14:nvContentPartPr>
            <p14:xfrm>
              <a:off x="7769225" y="2193925"/>
              <a:ext cx="82550" cy="88900"/>
            </p14:xfrm>
          </p:contentPart>
        </mc:Choice>
        <mc:Fallback>
          <p:pic>
            <p:nvPicPr>
              <p:cNvPr id="326" name="잉크 46"/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7769225" y="2193925"/>
                <a:ext cx="82550" cy="889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327" name="잉크 47"/>
              <p14:cNvContentPartPr/>
              <p14:nvPr/>
            </p14:nvContentPartPr>
            <p14:xfrm>
              <a:off x="7915275" y="2193925"/>
              <a:ext cx="53975" cy="101600"/>
            </p14:xfrm>
          </p:contentPart>
        </mc:Choice>
        <mc:Fallback>
          <p:pic>
            <p:nvPicPr>
              <p:cNvPr id="327" name="잉크 47"/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7915275" y="2193925"/>
                <a:ext cx="53975" cy="1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328" name="잉크 48"/>
              <p14:cNvContentPartPr/>
              <p14:nvPr/>
            </p14:nvContentPartPr>
            <p14:xfrm>
              <a:off x="9382125" y="2825750"/>
              <a:ext cx="2540" cy="0"/>
            </p14:xfrm>
          </p:contentPart>
        </mc:Choice>
        <mc:Fallback>
          <p:pic>
            <p:nvPicPr>
              <p:cNvPr id="328" name="잉크 48"/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9382125" y="2825750"/>
                <a:ext cx="2540" cy="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329" name="잉크 49"/>
              <p14:cNvContentPartPr/>
              <p14:nvPr/>
            </p14:nvContentPartPr>
            <p14:xfrm>
              <a:off x="9382125" y="2825750"/>
              <a:ext cx="2540" cy="3175"/>
            </p14:xfrm>
          </p:contentPart>
        </mc:Choice>
        <mc:Fallback>
          <p:pic>
            <p:nvPicPr>
              <p:cNvPr id="329" name="잉크 49"/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382125" y="2825750"/>
                <a:ext cx="2540" cy="317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39</Pages>
  <Paragraphs>696</Paragraphs>
  <Words>4215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jjh</dc:creator>
  <cp:lastModifiedBy>a93686351</cp:lastModifiedBy>
  <cp:version>10.105.293.56114</cp:version>
  <dcterms:modified xsi:type="dcterms:W3CDTF">2026-03-04T03:24:56Z</dcterms:modified>
</cp:coreProperties>
</file>