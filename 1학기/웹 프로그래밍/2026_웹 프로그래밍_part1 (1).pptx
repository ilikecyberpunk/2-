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1.xml" ContentType="application/vnd.openxmlformats-officedocument.presentationml.notesSlide+xml"/>
  <Default Extension="emf" ContentType="image/x-emf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trictFirstAndLastChars="0" embedTrueTypeFonts="1" saveSubsetFonts="1" autoCompressPictures="0">
  <p:sldMasterIdLst>
    <p:sldMasterId id="2147483661" r:id="rId9"/>
  </p:sldMasterIdLst>
  <p:notesMasterIdLst>
    <p:notesMasterId r:id="rId11"/>
  </p:notesMasterIdLst>
  <p:sldIdLst>
    <p:sldId id="256" r:id="rId13"/>
    <p:sldId id="284" r:id="rId15"/>
    <p:sldId id="286" r:id="rId16"/>
    <p:sldId id="287" r:id="rId17"/>
    <p:sldId id="288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7" r:id="rId26"/>
    <p:sldId id="335" r:id="rId27"/>
    <p:sldId id="336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6stsBUMNcrvHJ8+QWc17h/almOg=="/>
    </p:ext>
  </p:extLst>
  <p:embeddedFontLst>
    <p:embeddedFont>
      <p:font typeface="Malgun Gothic Semilight" panose="020B0502040204020203" pitchFamily="50" charset="-127">
        <p:regular r:id="rId1"/>
      </p:font>
    </p:embeddedFont>
    <p:embeddedFont>
      <p:font typeface="Tahoma" panose="020B0604030504040204" pitchFamily="34" charset="0">
        <p:regular r:id="rId3"/>
        <p:bold r:id="rId2"/>
      </p:font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000000"/>
  </p:clrMru>
</p:presentationPr>
</file>

<file path=ppt/tableStyles.xml><?xml version="1.0" encoding="utf-8"?>
<a:tblStyleLst xmlns:a="http://schemas.openxmlformats.org/drawingml/2006/main" def="{6246F7F3-65B4-4687-8165-8F984BE82663}">
  <a:tblStyle styleId="{6246F7F3-65B4-4687-8165-8F984BE82663}" styleName="Table_0">
    <a:wholeTbl>
      <a:tcTxStyle b="off" i="off">
        <a:font>
          <a:latin typeface="Tahoma"/>
          <a:ea typeface="Tahoma"/>
          <a:cs typeface="Tahoma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143AD15-18FB-48BD-BE4C-7BDFF432765B}" styleName="Table_1">
    <a:wholeTbl>
      <a:tcTxStyle b="off" i="off">
        <a:font>
          <a:latin typeface="Tahoma"/>
          <a:ea typeface="Tahoma"/>
          <a:cs typeface="Tahoma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7E6"/>
          </a:solidFill>
        </a:fill>
      </a:tcStyle>
    </a:wholeTbl>
    <a:band1H>
      <a:tcTxStyle/>
      <a:tcStyle>
        <a:tcBdr/>
        <a:fill>
          <a:solidFill>
            <a:srgbClr val="CCCB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CB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7E7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7E7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7CA5A40-DA6D-4249-89C2-B59CA690A544}" styleName="Table_2">
    <a:wholeTbl>
      <a:tcTxStyle b="off" i="off">
        <a:font>
          <a:latin typeface="Tahoma"/>
          <a:ea typeface="Tahoma"/>
          <a:cs typeface="Tahom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6EA"/>
          </a:solidFill>
        </a:fill>
      </a:tcStyle>
    </a:wholeTbl>
    <a:band1H>
      <a:tcTxStyle/>
      <a:tcStyle>
        <a:tcBdr/>
        <a:fill>
          <a:solidFill>
            <a:srgbClr val="FFECD2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ECD2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ahoma"/>
          <a:ea typeface="Tahoma"/>
          <a:cs typeface="Tahom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ahoma"/>
          <a:ea typeface="Tahoma"/>
          <a:cs typeface="Tahom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ahoma"/>
          <a:ea typeface="Tahoma"/>
          <a:cs typeface="Tahom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ahoma"/>
          <a:ea typeface="Tahoma"/>
          <a:cs typeface="Tahom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font" Target="fonts/font1.fntdata"></Relationship><Relationship Id="rId2" Type="http://schemas.openxmlformats.org/officeDocument/2006/relationships/font" Target="fonts/font3.fntdata"></Relationship><Relationship Id="rId3" Type="http://schemas.openxmlformats.org/officeDocument/2006/relationships/font" Target="fonts/font2.fntdata"></Relationship><Relationship Id="rId4" Type="http://schemas.openxmlformats.org/officeDocument/2006/relationships/tableStyles" Target="tableStyles.xml"></Relationship><Relationship Id="rId5" Type="http://customschemas.google.com/relationships/presentationmetadata" Target="metadata"></Relationship><Relationship Id="rId9" Type="http://schemas.openxmlformats.org/officeDocument/2006/relationships/slideMaster" Target="slideMasters/slideMaster1.xml"></Relationship><Relationship Id="rId10" Type="http://schemas.openxmlformats.org/officeDocument/2006/relationships/theme" Target="theme/theme1.xml"></Relationship><Relationship Id="rId11" Type="http://schemas.openxmlformats.org/officeDocument/2006/relationships/notesMaster" Target="notesMasters/notesMaster1.xml"></Relationship><Relationship Id="rId13" Type="http://schemas.openxmlformats.org/officeDocument/2006/relationships/slide" Target="slides/slide1.xml"></Relationship><Relationship Id="rId15" Type="http://schemas.openxmlformats.org/officeDocument/2006/relationships/slide" Target="slides/slide2.xml"></Relationship><Relationship Id="rId16" Type="http://schemas.openxmlformats.org/officeDocument/2006/relationships/slide" Target="slides/slide3.xml"></Relationship><Relationship Id="rId17" Type="http://schemas.openxmlformats.org/officeDocument/2006/relationships/slide" Target="slides/slide4.xml"></Relationship><Relationship Id="rId18" Type="http://schemas.openxmlformats.org/officeDocument/2006/relationships/slide" Target="slides/slide5.xml"></Relationship><Relationship Id="rId19" Type="http://schemas.openxmlformats.org/officeDocument/2006/relationships/slide" Target="slides/slide6.xml"></Relationship><Relationship Id="rId20" Type="http://schemas.openxmlformats.org/officeDocument/2006/relationships/slide" Target="slides/slide7.xml"></Relationship><Relationship Id="rId21" Type="http://schemas.openxmlformats.org/officeDocument/2006/relationships/slide" Target="slides/slide8.xml"></Relationship><Relationship Id="rId22" Type="http://schemas.openxmlformats.org/officeDocument/2006/relationships/slide" Target="slides/slide9.xml"></Relationship><Relationship Id="rId23" Type="http://schemas.openxmlformats.org/officeDocument/2006/relationships/slide" Target="slides/slide10.xml"></Relationship><Relationship Id="rId24" Type="http://schemas.openxmlformats.org/officeDocument/2006/relationships/slide" Target="slides/slide11.xml"></Relationship><Relationship Id="rId25" Type="http://schemas.openxmlformats.org/officeDocument/2006/relationships/slide" Target="slides/slide12.xml"></Relationship><Relationship Id="rId26" Type="http://schemas.openxmlformats.org/officeDocument/2006/relationships/slide" Target="slides/slide13.xml"></Relationship><Relationship Id="rId27" Type="http://schemas.openxmlformats.org/officeDocument/2006/relationships/slide" Target="slides/slide14.xml"></Relationship><Relationship Id="rId28" Type="http://schemas.openxmlformats.org/officeDocument/2006/relationships/slide" Target="slides/slide15.xml"></Relationship><Relationship Id="rId30" Type="http://schemas.openxmlformats.org/officeDocument/2006/relationships/viewProps" Target="viewProps.xml"></Relationship><Relationship Id="rId31" Type="http://schemas.openxmlformats.org/officeDocument/2006/relationships/presProps" Target="presProps.xml"></Relationship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0,'21'0,"0"0,0 0,0 0,0 0,0 0,-21 21,0 0,0 0,-21-21,21 21,0 0,-21-21,21 21,-21 1,21-22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0,'21'0,"-21"42,0 21,0-42,0 22,0-1,0-21,0 22,0-22,0 0,-21 0,21-42,0 0,0 0,0-1,0 1,0-21,0 21,21 0,0 21,0 0,0 0,0 0,-21-22,0-20,-21 42,21-21,0 0,0-21,0 42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0,'42'63,"-42"0,0-20,0 20,21-20,-21 20,0-42,0 0,0 1,0-1,0 0,0 0,0-21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169 0,'0'21,"0"0,-21-21,-1 0,1 0,-21 0,0 0,21 0,21-21,21 21,0 0,0 0,0 0,-21 42,21-21,-21-21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42 0,'0'190,"0"-169,0 21,0 22,0-43,0 0,0 22,-21-43,0 0,21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42 0,'-21'21,"21"21,0 0,-21-21,21 1,0-1,0 21,0 0,21-42,0 0,21 0,-21 0,0 0,22 0,-1 0,-21 0,-21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0 126,'21'0,"0"0,0 0,0 0,0 0,0 0,1 0,-1 0,0 0,21 0,-21 0,1 0,-1 0,0 0,21 0,-21 0,22 0,-1 0,-21 0,22 0,-22 0,21 0,-21 0,22 0,-22 0,0-21,21 21,-21 0,1 0,-1 0,-21-21,42 21,0-21,-20 21,-1 0,0 0,0 0,0 0,0 0,1 0,20 0,-21 0,21 0,22-21,21 21,-43 0,-21 0,0 0,0 0,1 0,-1 0,0 0,0 0,0 0,0 0,1 0,-1 0,0 0,0 0,0 0,0 0,22 0,-1 0,-21 0,22 0,-22 0,21 0,-21 0,0 21,1-21,-1 21,-21 0,42 22,-42 20,0-42,21-21,-21 21,21-21,-21 22,0 20,0-21,22 0,-22 0,-43-21,22 0,-21 0,21 0,-1-21,1 21,0-42,-42 0,41 42,-20-22,21 1,0 0,0 21,21-21,0 0,21 21,0 0,0 0,0 0,0 0,22 0,-22 0,0 0,0 0,0 0,1 21,-1-21,0 0,0 21,0-21,-21 21,21 0,1 1,-22-1,0-64,0 1,0-21,-22 41,22-20,0 21,22 0,-22 0,21 0,0 21,0 0,0 0,-21 21,21-21,-21 42,0-21,0 43,-21-22,0-21,0 21,21-20,-21-1,0 0,21 0,-22-21,1 21,0 0,21 1,-21-1,21 0,0-21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0,'21'0,"0"0,0 0,0 0,21 0,-20 0,-1 0,0 0,0 0,0 0,0 0,-21 21,0 21,0-21,-21-21,21 21,-21 0,21 1,0-1,0 0,-21 0,0-21,0 0,-1 0,22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0,'63'0,"0"21,1 0,-22-21,1 0,-22 0,0 0,0 0,-21 21,0-21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63 0,'-21'0,"0"0,21 21,-21-21,21 21,0 21,0-21,0 43,0-1,0-42,0 1,0-22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317 42,'0'21,"0"0,-21-21,0 0,-1 21,1-21,0 0,0 0,-21 0,20 21,-20-21,21 0,-21 0,21-21,21 0,0 0,0 0,21 21,0-21,0 21,0 0,0 0,22-21,-22 21,21 0,-21 0,0 0,1 0,-22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0,'21'0,"0"0,0 0,21 0,1 0,-22 0,0 0,0 0,0 0,-21 21,0 21,0-21,0 0,0 22,0-22,0 0,-42 0,21-21,21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0,'21'0,"0"0,21 0,-21 0,0 0,64 0,-43 0,1 0,-1 0,0 21,1-21,-22 0,-21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63 0,'-21'21,"0"21,0 21,21 1,0-43,0 0,0 0,21-21,-21-21,0-21,0 42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148 63,'42'-42,"-21"42,21-21,1 21,-22 0,0 0,0 0,0 0,22 21,-43 0,21-21,-21 21,0 0,-21 0,0 0,-106 64,63-43,1 1,41-43,-41 21,21 0,21-21,42 0,0 0,21 0,-21 21,-21-21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0,'21'0,"0"0,0 0,0 0,21 0,-42 21,64-21,-1 21,1-21,-1 0,43 0,-21 0,42-21,-106 0,21 21,-42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0,'21'42,"42"-21,-21 21,1-21,-1 1,0 20,-20-21,-1-21,0 21,0 22,-21-22,21 21,0 0,-21 1,22-1,-22-21,0 0,0 1,-22 20,1 21,-42 22,-1-43,43 22,-21-1,-1 1,1-22,21-21,0 1,0-22,21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0,'0'21,"0"42,0 1,0-43,0 106,0-85,0 22,0-1,0-21,0 1,0-22,21-21,0 0,0 0,0 0,0 0,0 0,1 0,20 0,-21 0,0 0,0 0,-21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0,'21'0,"0"0,0 0,0 0,21 21,43 0,-64-21,0 0,1 0,-22 21,21-21,-21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190 0,'0'21,"0"21,0 0,0 64,-42 63,-1-20,-20 105,42-106,0-64,21-20,0-1,0-41,0-1,0-21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190 0,'21'21,"-21"21,0 127,-21-21,0-42,-22 42,1 64,21-148,0-22,21 0,-21 22,0-64,21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84 275,'42'42,"-42"-21,22 0,-22 0,-22-21,1 22,-21-22,0-43,42 22,0-42,-21-1,21 22,0-22,63 1,-21 21,-21 42,1 0,-1 0,0 0,0 0,0 0,0 42,-21-21,0 0,0 0,0 0,0 1,-21-1,21-21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42 0,'21'84,"-21"1,0 21,0-1,0 44,0-1,0 106,0-170,-21-20,0-1,0-20,21-1,0-21,0-21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21 0,'21'0,"0"21,0 42,-21 1,0-22,0 43,0-1,-21 22,0-42,0-22,0-21,21-21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402 0,'0'63,"0"0,0-41,0 83,-43-62,1 20,-22 1,1-1,-1 1,1-43,42 0,21 0,-21-21,0 0,21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0,'21'0,"0"0,0 0,0 0,-21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0 105,'42'0,"-21"0,0 0,0 0,0 0,1 0,-1 0,0 0,21 0,-21 0,-21-21,43 0,-22 0,0-21,-21 42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211 0,'0'21,"0"0,0 42,0 22,0 42,0-21,0 21,-21-43,0-20,-64 63,85-85,-21-21,21 43,0-43,0 21,-21-42,0 0,21-21,-21 21,21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63,'21'63,"21"1,-42-43,21 106,0-42,0-43,-21 0,0-20,0-86,0 43,22-64,-22 1,21-1,21 21,0 22,-42 0,22 0,-1 42,0 0,-21 63,21-21,-21 43,42 21,-42-22,0-20,0-22,0-21,0 1,22-22,-1 0,-21-43,42-41,0-1,22 0,-43 22,21 20,-20-20,-22 42,0 21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317 0,'21'42,"-21"-21,0 21,0-21,0 22,0 20,-42-20,-22-1,64-21,-21-21,-21 21,42 0,-43 1,22-22,-21 0,21-43,0 1,21-22,-21 1,21 42,0 0,0-1,21 1,0 21,0 0,0 0,0 0,0 0,1 0,-22 21,0 1,0-22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0,'21'0,"-21"105,21-62,21 20,0 1,1-1,-43-42,0 22,0-22,0 0,0 21,21 1,-21-1,0-21,-21-21,0 0,21-42,0 21,21-43,21 22,-21-1,43-41,-64 41,42 1,-21 42,0 0,-21-21,22 21,20 0,-21 0,0-21,0 0,1 21,-22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529 0,'0'21,"-22"42,22 64,-21-21,-21 21,0 0,-43 21,-21 0,21 0,43-84,0-1,42-41,-21-1,21 0,0 0,-21-21,21-42,42-22,0 1,-21 42,106-85,-63 42,-1 22,-20 21,-22 0,0 21,0 0,0 0,0 0,1 0,-22 21,-22 21,-41 0,-1 1,1 20,-1 1,43-64,21 21,21 0,1 0,41-21,-21 21,-20-21,-22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507 0,'-42'0,"21"0,-21 0,-1 0,22 0,0 0,0 0,0 21,-1-21,1 42,21-21,-42 0,42 0,0 22,-42-22,42 0,0 0,21 0,-21 1,21-22,0 21,0-21,0 21,1 0,-1-21,-21 21,21 0,-21 22,0-1,0-21,-21 0,0 22,-1-43,1 42,0-21,0-21,0 21,0-21,-1 0,1 0,0 0,0 0,0 0,0 0,0 0,21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2031 1037,'-42'0,"21"21,0-21,-43 21,1 0,-43-21,21 0,22 0,-1 0,22 0,-22 0,-41 0,-1 0,-42 0,84 0,-21 0,-20 0,-1 0,42-21,22 21,-64 0,-21 0,64 0,-1-21,1 0,-1-1,43-20,-21 42,21-21,21 0,0-22,0 1,21 0,0-22,42-42,-42 85,1-21,20-22,85-41,-64 41,-20 43,-1-21,22-1,-1 1,-21 0,43-1,-21 1,-1 0,-42 42,43 0,-43-21,64 21,-22 0,-21 0,1 0,20 0,-20 0,20 0,-21 0,1 21,20 0,-20 0,20 21,22-21,-22 22,-20-1,-1 22,-21-1,21-42,1 43,-22-22,21 22,-21-22,-21 21,43 1,-43-1,0-20,0-1,0 0,-21 1,21-1,-22 0,1-20,0-1,0 0,0-21,0 0,-22 0,1 0,42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1904 84,'-21'0,"0"0,-21 42,21-20,-1 20,-62 0,-43 1,-106 20,148-42,-21-21,-126 64,-234 42,254-85,64 0,85 0,42-21,21 21,380-21,-316 43,42-1,21-21,21 21,-42-20,0-22,-64 0,0 21,-21-21,-42 0,-21-21,21-22,-64-20,-127-170,85 148,22-42,-44-63,149 169,0 0,22 42,-1 21,0 64,0 0,21 232,-20-147,41-43,-21-42,1-43,-22 1,0-43,0-21,0 0,22-64,-1 22,22-85,232-190,-148 190,-42 0,-64 63,1 22,-1 21,-21-1,21-20,-20 21,-1-21,21-1,-42-20,0 63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63 0,'21'0,"0"0,0 0,1 0,-1 0,0 0,0 0,0 0,22 0,-1 0,-21 0,0 0,0 0,1 0,-44 0,1 0,0 0,0 0,0 0,0 0,-1 0,1 0,0 0,21 21,-21 0,0-21,0 42,21-21,-22 22,22-22,-42 0,42 21,0-21,0 22,0 20,0-42,0 22,21-43,0 0,1 0,-1 0,21 0,-21-21,0 21,1 0,-1 0,0 0,0 0,-21 21,0 0,0 0,0 0,0 22,-21-22,-43 0,1 42,63-41,-21-22,-22 21,22-21,0 21,0-21,0 0,0 0,0 0,21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0,'21'0,"0"0,0 0,21 0,22 0,-43 0,42 0,-41 0,-22 21,-22 42,-20-42,0 43,-22 20,22-41,21-43,0 42,21-63,42-21,21 20,1-20,-22 0,-21 42,43-43,-43 43,0 0,0 0,1 22,20 20,-21 0,0-21,-21 1,0-1,0 0,0 0,-42 0,42-21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0 169,'0'-21,"42"-1,21 22,-20-21,20 0,1 0,41-21,-83 42,20 0,-42-21,42 21,-21 0,1 0,-1 0,0 0,-42 21,0-21,21 21,-22 21,22-21,-42 0,21 22,21-22,0 0,0 0,0 0,0 1,0-22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84,'21'0,"21"-21,0-21,-21 42,22-21,41 21,-62 0,-1 0,21 0,0 0,-20 0,-1 0,0 21,-21 0,0 0,0 0,0 21,0 1,-42-22,20 21,-20 1,21-22,21 0,0 0,21-21,0 0,0 0,1 0,20 0,-21 0,0 0,22 0,-22 0,85 0,-64-42,-42 21,0-1,21-20,-21 42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211 105,'21'64,"-21"-22,0 22,0-22,0 0,-21 1,0-22,0-21,0 0,-1 0,1 0,0-43,-21-41,21 63,0-22,21 22,0 0,0 0,0 0,0-1,42-20,-21 0,21 0,-21 42,1 0,-1 0,0 0,0 0,-21 42,21 21,-21-20,0-1,0-21,0 0,-21 0,0 1,21-1,-21-21,21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0,'0'105,"0"-62,0 20,0 1,0-1,0 43,0-21,0-1,0 43,0-63,42-22,-42-21,0 0,0-63,0 42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63 0,'21'0,"-21"42,21 0,-21 22,0-1,-42 43,42-43,-21-20,-21-22,42-63,0-1,0-20,0 20,0 22,21 0,0 0,0 21,0 0,0 0,0 0,1 0,-1 21,21 21,0 1,-42-1,22-21,-22 22,0 20,0 1,0-43,-22-42,22-22,0 1,0 42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0,'0'63,"0"-21,21 1,-21 20,0 43,0-64,0-21,0 1,0-1,0 0,21-21,-21 21,0 0,21-21,-21-42,0 21,0-22,0 22,0 0,0-21,21 42,0 0,0 0,1 0,-1 0,42 0,-42 0,22 0,20 0,-20 0,-22 0,-21 42,-21-42,-1 21,22-21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359 42,'21'21,"-21"21,0 1,-21-22,0-21,-21 21,-1 0,-20 0,21-21,20 0,-41 0,42 0,0-21,0-21,21-1,0 1,0-21,0 42,21 21,0 0,0 0,21 0,-42 21,21-21,1 0,-22 21,21 0,0 0,-21 0,21 0,-21 1,21-22,-21 21,0 0,-21-21,0 0,0 0,21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63,'21'0,"0"0,0 0,21-21,1 21,-1-21,21 0,43 21,-42 0,-43 0,42 0,-20 0,-1 0,0 0,-20 0,-22 42,-22 21,1-20,21-1,-21 43,21-64,0 42,-42-20,-1 20,1-21,21 22,0-43,21 0,0 0,0-21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0 105,'21'0,"-21"-42,42 42,-21 0,0-21,0 21,1 0,-1 0,0 0,0 0,21 0,1 0,-22 0,0 0,0 0,0 0,1 0,20 21,-21-21,43 21,-22-21,-21 0,0 42,0-42,1 22,41-22,-21 0,-20 0,-1 42,0-42,21 0,1 0,-22 21,0-21,21 0,-21 21,64-21,-85 21,64-21,-43 0,0 43,21-43,64 0,-42 0,-43 0,21 0,0 0,-20 0,20 0,21 0,-41 0,20 0,0-21,-21 21,1 0,41 0,-42 0,22 0,41-22,1 1,21-21,84 21,-105 21,-22-43,-20 43,-1 0,64-42,-64 42,-21 0,1 0,20 0,0-42,-21 42,1 0,-1 0,21 0,0 0,-20 0,-1 0,21 0,-21 0,22-42,-22 42,0 0,21 0,-21 0,1 0,20 0,0 0,1 0,-22 0,42 0,-42 0,1 0,62 21,-41-21,20 0,-21 0,1 0,-22 0,0 0,21 0,-20 0,-1 0,42 0,-20 0,20 0,1 0,-1 0,-42 0,0 0,22 0,-1 0,22 0,-22 0,21 0,1 0,-22 0,22 21,-1-21,-20 0,-22 0,21 0,22 0,-22 0,0 0,22 0,20 0,-41 0,20 0,-20 0,-22 0,21 0,0 0,1 0,-22 0,21 0,22 42,-22-42,-21 0,22 0,20 0,-21 0,-20 0,62 0,-41 0,-22 0,42 0,1 0,-22 0,43 0,-64 0,21 0,22 0,-43 0,42 0,-41 0,-1 0,42 0,1 0,-22 0,22 0,41 0,-41 0,-1 0,-41 0,41 0,-21 0,1 0,20 0,1 0,-22 0,22 0,-1 0,-21 0,-20 0,20 0,0 0,-21 0,22 0,20 0,1 0,-43 0,42 0,1 0,-22 0,22 0,-1 0,-20 0,20 0,1 0,-22 0,0 0,43 0,-22 0,43 0,0 0,42 0,-105 0,-22 0,42 0,1 0,-22 0,0 0,1 0,-1 0,22 0,20 0,-41 0,20 0,1 0,-43 0,42 0,-20 0,-1 0,21 0,43 0,-21 0,-43 0,22 0,20 0,-62 0,20 0,0 0,1 0,20 0,-42 0,64 0,-22 0,43 0,0 0,0 0,0 0,-22 0,22 0,-21 0,-43 0,22 0,-1 0,-20 0,41 0,22 0,0 0,-21 0,-1 0,22 0,0 0,-21 0,20 0,1 0,0 0,42 0,0 0,-84 0,-1 0,22 0,-43 0,22 0,-22 0,1 0,-1 0,21 0,-20 0,20-42,-20 42,-1 0,43 0,-1 0,-20 0,-22 0,22 0,-1 0,-42 0,22 0,-1 0,64 0,-22 0,-20 0,-22 0,22 0,-1 0,-20 0,20 0,1 0,-43 0,21 0,43 0,21 0,-1 0,-20 0,21 0,-64 0,1 0,20 0,-21 0,22 0,-1 0,-20 0,-1 0,-21 0,43 0,-1 0,-42 0,43 0,-1 0,1 0,-22 0,1 0,20 0,-21 0,22 0,-22 0,1 0,-22 0,21 0,0 0,1 0,20 0,-20 0,-1 0,21 0,-41 0,20 0,0 0,22 0,-22 0,-21 0,43 0,-1 0,-20 0,20 0,1 0,-22 0,64 0,-22 0,1 0,21 0,0 0,-43 0,-20 0,-22 0,21 0,-42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0,'0'21,"0"-21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1269,'21'0,"0"0,21 0,0 0,43 0,-21 0,-1-21,64-21,656-85,-211-21,-85 42,84-42,149-64,-85 43,84 21,-528 126,-149 1,1 21,-1-42,0 42,22 0,42-42,-64 42,21 0,-41 0,41 0,-42-21,0 21,1 0,20 0,-63 0,0 0,21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486 0,'0'21,"0"21,-63 85,-1-85,22 22,42-22,-64 22,22-22,21-21,0 0,21 22,-21-22,-43 85,43-64,21-21,-21 0,-21 0,63-21,21 0,-21 0,21 0,1 43,-22-22,42 21,-20-42,-1 21,22 1,20-1,1 0,42 0,-21 21,-22-20,-20 20,-1-42,-41 21,-1-21,-21 21,42 0,-42-21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190 126,'21'0,"-21"22,-21-22,0 42,-22-42,1 0,21 0,0 0,0 0,0 0,21-42,0 20,0 1,0-42,21 42,-21 0,42 21,0 0,-21 0,1 0,-1 0,0 0,-21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275 0,'-43'296,"-20"-106,-1 64,22 0,21-84,-21-22,42-64,0 22,0-85,0-21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42 21,'63'-21,"-42"21,22 0,20 0,-20 0,-1 0,-21 0,21 0,-42 21,0 21,0 0,0 1,-42-22,0 42,21 1,-43-1,43-42,0 1,-22-1,22 21,-21-21,0 0,21-21,21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0 148,'21'0,"63"0,22 0,-42 0,-1 0,-21 21,22-21,-43-43,0 43,22-63,-1 0,-42 63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444 0,'-21'21,"-22"42,1 43,0 42,21-42,-43 21,22-42,42-22,-43 22,22-22,0 1,0-1,-42 1,63-64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21 105,'-21'-42,"21"21,21 0,42 0,1 21,-22 0,21 0,1 0,-22 0,22 0,-22 42,22-21,-1 21,-21 1,-42-22,-21 21,21 0,-63 22,-1-1,64 1,-63-1,-1 1,43-43,-21 0,63-21,0 0,0 0,0 0,22 0,-1 0,0 0,-20 0,41-42,1 0,-22-22,-42 43,21-64,-21 85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080" units="cm"/>
        </inkml:traceFormat>
        <inkml:channelProperties>
          <inkml:channelProperty channel="X" name="resolution" value="66.666656" units="1/cm"/>
          <inkml:channelProperty channel="Y" name="resolution" value="40.000000" units="1/cm"/>
        </inkml:channelProperties>
      </inkml:inkSource>
    </inkml:context>
    <inkml:brush xml:id="br0">
      <inkml:brushProperty name="width" value="0.035278" units="cm"/>
      <inkml:brushProperty name="height" value="0.035278" units="cm"/>
      <inkml:brushProperty name="color" value="#ff0000"/>
      <inkml:brushProperty name="fitToCurve" value="1"/>
    </inkml:brush>
  </inkml:definitions>
  <inkml:trace contextRef="#ctx0" brushRef="#br0">296 0,'127'84,"84"-20,-62 63,-86-64,-21 1,-42-43,-21 21,-63 22,-149 84,21-64,106-41,85-43,42 0,43 0,-1 0,-20 0,-22 42,85-21,-64-21,-21 0,-21 21,0 22,-63 63,-213 275,171-297,-1-41,85-22,0-21,42 0,42 0,1-43,-1 43,-21-21,107 21,-44 0,22 0,0 0,-21 0,-106 0</inkml:trace>
</inkml:ink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1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4618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0"/>
          <p:cNvSpPr txBox="1">
            <a:spLocks noGrp="1"/>
          </p:cNvSpPr>
          <p:nvPr>
            <p:ph type="ctrTitle"/>
          </p:nvPr>
        </p:nvSpPr>
        <p:spPr>
          <a:xfrm>
            <a:off x="1524000" y="1676400"/>
            <a:ext cx="9347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0"/>
          <p:cNvSpPr txBox="1">
            <a:spLocks noGrp="1"/>
          </p:cNvSpPr>
          <p:nvPr>
            <p:ph type="subTitle" idx="1"/>
          </p:nvPr>
        </p:nvSpPr>
        <p:spPr>
          <a:xfrm>
            <a:off x="1016000" y="4343400"/>
            <a:ext cx="10261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  <a:defRPr sz="2000" b="1"/>
            </a:lvl1pPr>
            <a:lvl2pPr lvl="1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2pPr>
            <a:lvl3pPr lvl="2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3pPr>
            <a:lvl4pPr lvl="3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4pPr>
            <a:lvl5pPr lvl="4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5pPr>
            <a:lvl6pPr lvl="5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6pPr>
            <a:lvl7pPr lvl="6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7pPr>
            <a:lvl8pPr lvl="7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8pPr>
            <a:lvl9pPr lvl="8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9pPr>
          </a:lstStyle>
          <a:p>
            <a:endParaRPr/>
          </a:p>
        </p:txBody>
      </p:sp>
      <p:grpSp>
        <p:nvGrpSpPr>
          <p:cNvPr id="19" name="Google Shape;19;p30"/>
          <p:cNvGrpSpPr/>
          <p:nvPr/>
        </p:nvGrpSpPr>
        <p:grpSpPr>
          <a:xfrm rot="10800000" flipH="1">
            <a:off x="8164" y="1383031"/>
            <a:ext cx="12192000" cy="45719"/>
            <a:chOff x="0" y="426"/>
            <a:chExt cx="5760" cy="367"/>
          </a:xfrm>
        </p:grpSpPr>
        <p:sp>
          <p:nvSpPr>
            <p:cNvPr id="20" name="Google Shape;20;p30"/>
            <p:cNvSpPr/>
            <p:nvPr/>
          </p:nvSpPr>
          <p:spPr>
            <a:xfrm>
              <a:off x="0" y="426"/>
              <a:ext cx="1645" cy="36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" name="Google Shape;21;p30"/>
            <p:cNvSpPr/>
            <p:nvPr/>
          </p:nvSpPr>
          <p:spPr>
            <a:xfrm>
              <a:off x="1638" y="429"/>
              <a:ext cx="4122" cy="364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1"/>
          <p:cNvSpPr txBox="1">
            <a:spLocks noGrp="1"/>
          </p:cNvSpPr>
          <p:nvPr>
            <p:ph type="title"/>
          </p:nvPr>
        </p:nvSpPr>
        <p:spPr>
          <a:xfrm>
            <a:off x="590551" y="14605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body" idx="1"/>
          </p:nvPr>
        </p:nvSpPr>
        <p:spPr>
          <a:xfrm>
            <a:off x="592667" y="1152526"/>
            <a:ext cx="10363200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1pPr>
            <a:lvl2pPr marL="914400" lvl="1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2pPr>
            <a:lvl3pPr marL="1371600" lvl="2" indent="-331469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4pPr>
            <a:lvl5pPr marL="2286000" lvl="4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5pPr>
            <a:lvl6pPr marL="2743200" lvl="5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6pPr>
            <a:lvl7pPr marL="3200400" lvl="6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7pPr>
            <a:lvl8pPr marL="3657600" lvl="7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8pPr>
            <a:lvl9pPr marL="4114800" lvl="8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SzPts val="1800"/>
              <a:buChar char="⬥"/>
              <a:defRPr/>
            </a:lvl9pPr>
          </a:lstStyle>
          <a:p>
            <a:endParaRPr/>
          </a:p>
        </p:txBody>
      </p:sp>
      <p:sp>
        <p:nvSpPr>
          <p:cNvPr id="25" name="Google Shape;25;p31"/>
          <p:cNvSpPr txBox="1">
            <a:spLocks noGrp="1"/>
          </p:cNvSpPr>
          <p:nvPr>
            <p:ph type="sldNum" idx="12"/>
          </p:nvPr>
        </p:nvSpPr>
        <p:spPr>
          <a:xfrm>
            <a:off x="9482667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31"/>
          <p:cNvSpPr txBox="1">
            <a:spLocks noGrp="1"/>
          </p:cNvSpPr>
          <p:nvPr>
            <p:ph type="ftr" idx="11"/>
          </p:nvPr>
        </p:nvSpPr>
        <p:spPr>
          <a:xfrm>
            <a:off x="1195918" y="6392863"/>
            <a:ext cx="4146549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차트" type="chart">
  <p:cSld name="CHAR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590551" y="14605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2"/>
          <p:cNvSpPr>
            <a:spLocks noGrp="1"/>
          </p:cNvSpPr>
          <p:nvPr>
            <p:ph type="chart" idx="2"/>
          </p:nvPr>
        </p:nvSpPr>
        <p:spPr>
          <a:xfrm>
            <a:off x="592667" y="1152526"/>
            <a:ext cx="10363200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2200"/>
              <a:buFont typeface="Noto Sans Symbols"/>
              <a:buChar char="■"/>
              <a:defRPr sz="2200" b="0" i="0" u="none" strike="noStrike" cap="none">
                <a:solidFill>
                  <a:srgbClr val="40458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0" name="Google Shape;30;p32"/>
          <p:cNvSpPr txBox="1">
            <a:spLocks noGrp="1"/>
          </p:cNvSpPr>
          <p:nvPr>
            <p:ph type="sldNum" idx="12"/>
          </p:nvPr>
        </p:nvSpPr>
        <p:spPr>
          <a:xfrm>
            <a:off x="9482667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ftr" idx="11"/>
          </p:nvPr>
        </p:nvSpPr>
        <p:spPr>
          <a:xfrm>
            <a:off x="1195918" y="6392863"/>
            <a:ext cx="4146549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>
            <a:spLocks noGrp="1"/>
          </p:cNvSpPr>
          <p:nvPr>
            <p:ph type="sldNum" idx="12"/>
          </p:nvPr>
        </p:nvSpPr>
        <p:spPr>
          <a:xfrm>
            <a:off x="9482667" y="641985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3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29"/>
          <p:cNvSpPr txBox="1">
            <a:spLocks noGrp="1"/>
          </p:cNvSpPr>
          <p:nvPr>
            <p:ph type="body" idx="1"/>
          </p:nvPr>
        </p:nvSpPr>
        <p:spPr>
          <a:xfrm>
            <a:off x="592667" y="1152526"/>
            <a:ext cx="10363200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2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2200"/>
              <a:buFont typeface="Noto Sans Symbols"/>
              <a:buChar char="■"/>
              <a:defRPr sz="2200" b="0" i="0" u="none" strike="noStrike" cap="none">
                <a:solidFill>
                  <a:srgbClr val="40458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55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355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355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55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355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355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3556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⬥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p29"/>
          <p:cNvSpPr txBox="1">
            <a:spLocks noGrp="1"/>
          </p:cNvSpPr>
          <p:nvPr>
            <p:ph type="ftr" idx="11"/>
          </p:nvPr>
        </p:nvSpPr>
        <p:spPr>
          <a:xfrm>
            <a:off x="1195918" y="6392863"/>
            <a:ext cx="4146549" cy="34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40458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grpSp>
        <p:nvGrpSpPr>
          <p:cNvPr id="9" name="Google Shape;9;p29"/>
          <p:cNvGrpSpPr/>
          <p:nvPr/>
        </p:nvGrpSpPr>
        <p:grpSpPr>
          <a:xfrm rot="10800000" flipH="1">
            <a:off x="8164" y="999307"/>
            <a:ext cx="12192000" cy="45719"/>
            <a:chOff x="0" y="426"/>
            <a:chExt cx="5760" cy="367"/>
          </a:xfrm>
        </p:grpSpPr>
        <p:sp>
          <p:nvSpPr>
            <p:cNvPr id="10" name="Google Shape;10;p29"/>
            <p:cNvSpPr/>
            <p:nvPr/>
          </p:nvSpPr>
          <p:spPr>
            <a:xfrm>
              <a:off x="0" y="426"/>
              <a:ext cx="1645" cy="36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" name="Google Shape;11;p29"/>
            <p:cNvSpPr/>
            <p:nvPr/>
          </p:nvSpPr>
          <p:spPr>
            <a:xfrm>
              <a:off x="1638" y="429"/>
              <a:ext cx="4122" cy="364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2" name="Google Shape;12;p29"/>
          <p:cNvSpPr txBox="1">
            <a:spLocks noGrp="1"/>
          </p:cNvSpPr>
          <p:nvPr>
            <p:ph type="title"/>
          </p:nvPr>
        </p:nvSpPr>
        <p:spPr>
          <a:xfrm>
            <a:off x="590551" y="14605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grpSp>
        <p:nvGrpSpPr>
          <p:cNvPr id="13" name="Google Shape;13;p29"/>
          <p:cNvGrpSpPr/>
          <p:nvPr/>
        </p:nvGrpSpPr>
        <p:grpSpPr>
          <a:xfrm rot="10800000" flipH="1">
            <a:off x="5444" y="6254388"/>
            <a:ext cx="12192000" cy="45719"/>
            <a:chOff x="0" y="426"/>
            <a:chExt cx="5760" cy="367"/>
          </a:xfrm>
        </p:grpSpPr>
        <p:sp>
          <p:nvSpPr>
            <p:cNvPr id="14" name="Google Shape;14;p29"/>
            <p:cNvSpPr/>
            <p:nvPr/>
          </p:nvSpPr>
          <p:spPr>
            <a:xfrm>
              <a:off x="0" y="426"/>
              <a:ext cx="1645" cy="36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" name="Google Shape;15;p29"/>
            <p:cNvSpPr/>
            <p:nvPr/>
          </p:nvSpPr>
          <p:spPr>
            <a:xfrm>
              <a:off x="1638" y="429"/>
              <a:ext cx="4122" cy="364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1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customXml" Target="../ink/ink1.xml"></Relationship><Relationship Id="rId2" Type="http://schemas.openxmlformats.org/officeDocument/2006/relationships/image" Target="../media/fImage103610841.emf"></Relationship><Relationship Id="rId3" Type="http://schemas.openxmlformats.org/officeDocument/2006/relationships/customXml" Target="../ink/ink2.xml"></Relationship><Relationship Id="rId4" Type="http://schemas.openxmlformats.org/officeDocument/2006/relationships/image" Target="../media/fImage15961098467.emf"></Relationship><Relationship Id="rId5" Type="http://schemas.openxmlformats.org/officeDocument/2006/relationships/customXml" Target="../ink/ink3.xml"></Relationship><Relationship Id="rId6" Type="http://schemas.openxmlformats.org/officeDocument/2006/relationships/image" Target="../media/fImage9161106334.emf"></Relationship><Relationship Id="rId7" Type="http://schemas.openxmlformats.org/officeDocument/2006/relationships/customXml" Target="../ink/ink4.xml"></Relationship><Relationship Id="rId8" Type="http://schemas.openxmlformats.org/officeDocument/2006/relationships/image" Target="../media/fImage10361116500.emf"></Relationship><Relationship Id="rId9" Type="http://schemas.openxmlformats.org/officeDocument/2006/relationships/customXml" Target="../ink/ink5.xml"></Relationship><Relationship Id="rId10" Type="http://schemas.openxmlformats.org/officeDocument/2006/relationships/image" Target="../media/fImage7961129169.emf"></Relationship><Relationship Id="rId11" Type="http://schemas.openxmlformats.org/officeDocument/2006/relationships/customXml" Target="../ink/ink6.xml"></Relationship><Relationship Id="rId12" Type="http://schemas.openxmlformats.org/officeDocument/2006/relationships/image" Target="../media/fImage10761135724.emf"></Relationship><Relationship Id="rId13" Type="http://schemas.openxmlformats.org/officeDocument/2006/relationships/customXml" Target="../ink/ink7.xml"></Relationship><Relationship Id="rId14" Type="http://schemas.openxmlformats.org/officeDocument/2006/relationships/image" Target="../media/fImage63161141478.emf"></Relationship><Relationship Id="rId15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2" Type="http://schemas.openxmlformats.org/officeDocument/2006/relationships/hyperlink" Target="mailto:jaehanfs@gmail.com" TargetMode="External"></Relationship><Relationship Id="rId3" Type="http://schemas.openxmlformats.org/officeDocument/2006/relationships/customXml" Target="../ink/ink8.xml"></Relationship><Relationship Id="rId4" Type="http://schemas.openxmlformats.org/officeDocument/2006/relationships/image" Target="../media/fImage13961159358.emf"></Relationship><Relationship Id="rId5" Type="http://schemas.openxmlformats.org/officeDocument/2006/relationships/customXml" Target="../ink/ink9.xml"></Relationship><Relationship Id="rId6" Type="http://schemas.openxmlformats.org/officeDocument/2006/relationships/image" Target="../media/fImage7961166962.emf"></Relationship><Relationship Id="rId7" Type="http://schemas.openxmlformats.org/officeDocument/2006/relationships/customXml" Target="../ink/ink10.xml"></Relationship><Relationship Id="rId8" Type="http://schemas.openxmlformats.org/officeDocument/2006/relationships/image" Target="../media/fImage8761174464.emf"></Relationship><Relationship Id="rId9" Type="http://schemas.openxmlformats.org/officeDocument/2006/relationships/customXml" Target="../ink/ink11.xml"></Relationship><Relationship Id="rId10" Type="http://schemas.openxmlformats.org/officeDocument/2006/relationships/image" Target="../media/fImage15561185705.emf"></Relationship><Relationship Id="rId11" Type="http://schemas.openxmlformats.org/officeDocument/2006/relationships/customXml" Target="../ink/ink12.xml"></Relationship><Relationship Id="rId12" Type="http://schemas.openxmlformats.org/officeDocument/2006/relationships/image" Target="../media/fImage11561198145.emf"></Relationship><Relationship Id="rId13" Type="http://schemas.openxmlformats.org/officeDocument/2006/relationships/customXml" Target="../ink/ink13.xml"></Relationship><Relationship Id="rId14" Type="http://schemas.openxmlformats.org/officeDocument/2006/relationships/image" Target="../media/fImage9161203281.emf"></Relationship><Relationship Id="rId15" Type="http://schemas.openxmlformats.org/officeDocument/2006/relationships/customXml" Target="../ink/ink14.xml"></Relationship><Relationship Id="rId16" Type="http://schemas.openxmlformats.org/officeDocument/2006/relationships/image" Target="../media/fImage8361216827.emf"></Relationship><Relationship Id="rId17" Type="http://schemas.openxmlformats.org/officeDocument/2006/relationships/customXml" Target="../ink/ink15.xml"></Relationship><Relationship Id="rId18" Type="http://schemas.openxmlformats.org/officeDocument/2006/relationships/image" Target="../media/fImage14761229961.emf"></Relationship><Relationship Id="rId19" Type="http://schemas.openxmlformats.org/officeDocument/2006/relationships/customXml" Target="../ink/ink16.xml"></Relationship><Relationship Id="rId20" Type="http://schemas.openxmlformats.org/officeDocument/2006/relationships/image" Target="../media/fImage1036123491.emf"></Relationship><Relationship Id="rId21" Type="http://schemas.openxmlformats.org/officeDocument/2006/relationships/customXml" Target="../ink/ink17.xml"></Relationship><Relationship Id="rId22" Type="http://schemas.openxmlformats.org/officeDocument/2006/relationships/image" Target="../media/fImage15961242995.emf"></Relationship><Relationship Id="rId23" Type="http://schemas.openxmlformats.org/officeDocument/2006/relationships/customXml" Target="../ink/ink18.xml"></Relationship><Relationship Id="rId24" Type="http://schemas.openxmlformats.org/officeDocument/2006/relationships/image" Target="../media/fImage13161251942.emf"></Relationship><Relationship Id="rId25" Type="http://schemas.openxmlformats.org/officeDocument/2006/relationships/customXml" Target="../ink/ink19.xml"></Relationship><Relationship Id="rId26" Type="http://schemas.openxmlformats.org/officeDocument/2006/relationships/image" Target="../media/fImage8761264827.emf"></Relationship><Relationship Id="rId27" Type="http://schemas.openxmlformats.org/officeDocument/2006/relationships/customXml" Target="../ink/ink20.xml"></Relationship><Relationship Id="rId28" Type="http://schemas.openxmlformats.org/officeDocument/2006/relationships/image" Target="../media/fImage9561275436.emf"></Relationship><Relationship Id="rId29" Type="http://schemas.openxmlformats.org/officeDocument/2006/relationships/customXml" Target="../ink/ink21.xml"></Relationship><Relationship Id="rId30" Type="http://schemas.openxmlformats.org/officeDocument/2006/relationships/image" Target="../media/fImage9161282391.emf"></Relationship><Relationship Id="rId31" Type="http://schemas.openxmlformats.org/officeDocument/2006/relationships/customXml" Target="../ink/ink22.xml"></Relationship><Relationship Id="rId32" Type="http://schemas.openxmlformats.org/officeDocument/2006/relationships/image" Target="../media/fImage15561294604.emf"></Relationship><Relationship Id="rId33" Type="http://schemas.openxmlformats.org/officeDocument/2006/relationships/customXml" Target="../ink/ink23.xml"></Relationship><Relationship Id="rId34" Type="http://schemas.openxmlformats.org/officeDocument/2006/relationships/image" Target="../media/fImage9561303902.emf"></Relationship><Relationship Id="rId35" Type="http://schemas.openxmlformats.org/officeDocument/2006/relationships/customXml" Target="../ink/ink24.xml"></Relationship><Relationship Id="rId36" Type="http://schemas.openxmlformats.org/officeDocument/2006/relationships/image" Target="../media/fImage876131153.emf"></Relationship><Relationship Id="rId37" Type="http://schemas.openxmlformats.org/officeDocument/2006/relationships/customXml" Target="../ink/ink25.xml"></Relationship><Relationship Id="rId38" Type="http://schemas.openxmlformats.org/officeDocument/2006/relationships/image" Target="../media/fImage996132292.emf"></Relationship><Relationship Id="rId39" Type="http://schemas.openxmlformats.org/officeDocument/2006/relationships/customXml" Target="../ink/ink26.xml"></Relationship><Relationship Id="rId40" Type="http://schemas.openxmlformats.org/officeDocument/2006/relationships/image" Target="../media/fImage5961332382.emf"></Relationship><Relationship Id="rId41" Type="http://schemas.openxmlformats.org/officeDocument/2006/relationships/customXml" Target="../ink/ink27.xml"></Relationship><Relationship Id="rId42" Type="http://schemas.openxmlformats.org/officeDocument/2006/relationships/image" Target="../media/fImage9961347421.emf"></Relationship><Relationship Id="rId43" Type="http://schemas.openxmlformats.org/officeDocument/2006/relationships/customXml" Target="../ink/ink28.xml"></Relationship><Relationship Id="rId44" Type="http://schemas.openxmlformats.org/officeDocument/2006/relationships/image" Target="../media/fImage11961358716.emf"></Relationship><Relationship Id="rId45" Type="http://schemas.openxmlformats.org/officeDocument/2006/relationships/customXml" Target="../ink/ink29.xml"></Relationship><Relationship Id="rId46" Type="http://schemas.openxmlformats.org/officeDocument/2006/relationships/image" Target="../media/fImage19561369718.emf"></Relationship><Relationship Id="rId47" Type="http://schemas.openxmlformats.org/officeDocument/2006/relationships/customXml" Target="../ink/ink30.xml"></Relationship><Relationship Id="rId48" Type="http://schemas.openxmlformats.org/officeDocument/2006/relationships/image" Target="../media/fImage16761379895.emf"></Relationship><Relationship Id="rId49" Type="http://schemas.openxmlformats.org/officeDocument/2006/relationships/customXml" Target="../ink/ink31.xml"></Relationship><Relationship Id="rId50" Type="http://schemas.openxmlformats.org/officeDocument/2006/relationships/image" Target="../media/fImage17561385447.emf"></Relationship><Relationship Id="rId51" Type="http://schemas.openxmlformats.org/officeDocument/2006/relationships/customXml" Target="../ink/ink32.xml"></Relationship><Relationship Id="rId52" Type="http://schemas.openxmlformats.org/officeDocument/2006/relationships/image" Target="../media/fImage21561391726.emf"></Relationship><Relationship Id="rId53" Type="http://schemas.openxmlformats.org/officeDocument/2006/relationships/customXml" Target="../ink/ink33.xml"></Relationship><Relationship Id="rId54" Type="http://schemas.openxmlformats.org/officeDocument/2006/relationships/image" Target="../media/fImage22361404771.emf"></Relationship><Relationship Id="rId55" Type="http://schemas.openxmlformats.org/officeDocument/2006/relationships/slideLayout" Target="../slideLayouts/slideLayout2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customXml" Target="../ink/ink34.xml"></Relationship><Relationship Id="rId2" Type="http://schemas.openxmlformats.org/officeDocument/2006/relationships/image" Target="../media/fImage39961431538.emf"></Relationship><Relationship Id="rId3" Type="http://schemas.openxmlformats.org/officeDocument/2006/relationships/customXml" Target="../ink/ink35.xml"></Relationship><Relationship Id="rId4" Type="http://schemas.openxmlformats.org/officeDocument/2006/relationships/image" Target="../media/fImage30361441869.emf"></Relationship><Relationship Id="rId5" Type="http://schemas.openxmlformats.org/officeDocument/2006/relationships/customXml" Target="../ink/ink36.xml"></Relationship><Relationship Id="rId6" Type="http://schemas.openxmlformats.org/officeDocument/2006/relationships/image" Target="../media/fImage30361459912.emf"></Relationship><Relationship Id="rId7" Type="http://schemas.openxmlformats.org/officeDocument/2006/relationships/customXml" Target="../ink/ink37.xml"></Relationship><Relationship Id="rId8" Type="http://schemas.openxmlformats.org/officeDocument/2006/relationships/image" Target="../media/fImage18361465667.emf"></Relationship><Relationship Id="rId9" Type="http://schemas.openxmlformats.org/officeDocument/2006/relationships/customXml" Target="../ink/ink38.xml"></Relationship><Relationship Id="rId10" Type="http://schemas.openxmlformats.org/officeDocument/2006/relationships/image" Target="../media/fImage15161476299.emf"></Relationship><Relationship Id="rId11" Type="http://schemas.openxmlformats.org/officeDocument/2006/relationships/customXml" Target="../ink/ink39.xml"></Relationship><Relationship Id="rId12" Type="http://schemas.openxmlformats.org/officeDocument/2006/relationships/image" Target="../media/fImage19561487035.emf"></Relationship><Relationship Id="rId13" Type="http://schemas.openxmlformats.org/officeDocument/2006/relationships/customXml" Target="../ink/ink40.xml"></Relationship><Relationship Id="rId14" Type="http://schemas.openxmlformats.org/officeDocument/2006/relationships/image" Target="../media/fImage19561499894.emf"></Relationship><Relationship Id="rId15" Type="http://schemas.openxmlformats.org/officeDocument/2006/relationships/customXml" Target="../ink/ink41.xml"></Relationship><Relationship Id="rId16" Type="http://schemas.openxmlformats.org/officeDocument/2006/relationships/image" Target="../media/fImage9961508703.emf"></Relationship><Relationship Id="rId17" Type="http://schemas.openxmlformats.org/officeDocument/2006/relationships/customXml" Target="../ink/ink42.xml"></Relationship><Relationship Id="rId18" Type="http://schemas.openxmlformats.org/officeDocument/2006/relationships/image" Target="../media/fImage17561513811.emf"></Relationship><Relationship Id="rId19" Type="http://schemas.openxmlformats.org/officeDocument/2006/relationships/customXml" Target="../ink/ink43.xml"></Relationship><Relationship Id="rId20" Type="http://schemas.openxmlformats.org/officeDocument/2006/relationships/image" Target="../media/fImage17961521322.emf"></Relationship><Relationship Id="rId21" Type="http://schemas.openxmlformats.org/officeDocument/2006/relationships/customXml" Target="../ink/ink44.xml"></Relationship><Relationship Id="rId22" Type="http://schemas.openxmlformats.org/officeDocument/2006/relationships/image" Target="../media/fImage1916153333.emf"></Relationship><Relationship Id="rId23" Type="http://schemas.openxmlformats.org/officeDocument/2006/relationships/customXml" Target="../ink/ink45.xml"></Relationship><Relationship Id="rId24" Type="http://schemas.openxmlformats.org/officeDocument/2006/relationships/image" Target="../media/fImage15961547673.emf"></Relationship><Relationship Id="rId25" Type="http://schemas.openxmlformats.org/officeDocument/2006/relationships/slideLayout" Target="../slideLayouts/slideLayout2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customXml" Target="../ink/ink46.xml"></Relationship><Relationship Id="rId2" Type="http://schemas.openxmlformats.org/officeDocument/2006/relationships/image" Target="../media/fImage141161574664.emf"></Relationship><Relationship Id="rId3" Type="http://schemas.openxmlformats.org/officeDocument/2006/relationships/slideLayout" Target="../slideLayouts/slideLayout2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customXml" Target="../ink/ink47.xml"></Relationship><Relationship Id="rId2" Type="http://schemas.openxmlformats.org/officeDocument/2006/relationships/image" Target="../media/fImage4761615141.emf"></Relationship><Relationship Id="rId3" Type="http://schemas.openxmlformats.org/officeDocument/2006/relationships/slideLayout" Target="../slideLayouts/slideLayout2.xml"></Relationship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clipseide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?>
<Relationships xmlns="http://schemas.openxmlformats.org/package/2006/relationships"><Relationship Id="rId3" Type="http://schemas.openxmlformats.org/officeDocument/2006/relationships/image" Target="../media/image3.png"></Relationship><Relationship Id="rId2" Type="http://schemas.openxmlformats.org/officeDocument/2006/relationships/notesSlide" Target="../notesSlides/notesSlide11.xml"></Relationship><Relationship Id="rId4" Type="http://schemas.openxmlformats.org/officeDocument/2006/relationships/customXml" Target="../ink/ink48.xml"></Relationship><Relationship Id="rId5" Type="http://schemas.openxmlformats.org/officeDocument/2006/relationships/image" Target="../media/fImage17161627711.emf"></Relationship><Relationship Id="rId6" Type="http://schemas.openxmlformats.org/officeDocument/2006/relationships/customXml" Target="../ink/ink49.xml"></Relationship><Relationship Id="rId7" Type="http://schemas.openxmlformats.org/officeDocument/2006/relationships/image" Target="../media/fImage19561638253.emf"></Relationship><Relationship Id="rId8" Type="http://schemas.openxmlformats.org/officeDocument/2006/relationships/customXml" Target="../ink/ink50.xml"></Relationship><Relationship Id="rId9" Type="http://schemas.openxmlformats.org/officeDocument/2006/relationships/image" Target="../media/fImage13161646868.emf"></Relationship><Relationship Id="rId10" Type="http://schemas.openxmlformats.org/officeDocument/2006/relationships/customXml" Target="../ink/ink51.xml"></Relationship><Relationship Id="rId11" Type="http://schemas.openxmlformats.org/officeDocument/2006/relationships/image" Target="../media/fImage7961655547.emf"></Relationship><Relationship Id="rId12" Type="http://schemas.openxmlformats.org/officeDocument/2006/relationships/customXml" Target="../ink/ink52.xml"></Relationship><Relationship Id="rId13" Type="http://schemas.openxmlformats.org/officeDocument/2006/relationships/image" Target="../media/fImage13561667644.emf"></Relationship><Relationship Id="rId14" Type="http://schemas.openxmlformats.org/officeDocument/2006/relationships/customXml" Target="../ink/ink53.xml"></Relationship><Relationship Id="rId15" Type="http://schemas.openxmlformats.org/officeDocument/2006/relationships/image" Target="../media/fImage8761672662.emf"></Relationship><Relationship Id="rId16" Type="http://schemas.openxmlformats.org/officeDocument/2006/relationships/customXml" Target="../ink/ink54.xml"></Relationship><Relationship Id="rId17" Type="http://schemas.openxmlformats.org/officeDocument/2006/relationships/image" Target="../media/fImage9561682757.emf"></Relationship><Relationship Id="rId18" Type="http://schemas.openxmlformats.org/officeDocument/2006/relationships/customXml" Target="../ink/ink55.xml"></Relationship><Relationship Id="rId19" Type="http://schemas.openxmlformats.org/officeDocument/2006/relationships/image" Target="../media/fImage191616937.emf"></Relationship><Relationship Id="rId20" Type="http://schemas.openxmlformats.org/officeDocument/2006/relationships/customXml" Target="../ink/ink56.xml"></Relationship><Relationship Id="rId21" Type="http://schemas.openxmlformats.org/officeDocument/2006/relationships/image" Target="../media/fImage19561702859.emf"></Relationship><Relationship Id="rId22" Type="http://schemas.openxmlformats.org/officeDocument/2006/relationships/slideLayout" Target="../slideLayouts/slideLayout2.xml"></Relationship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jetbrains.com/ko-kr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 txBox="1">
            <a:spLocks noGrp="1"/>
          </p:cNvSpPr>
          <p:nvPr>
            <p:ph type="ctrTitle"/>
          </p:nvPr>
        </p:nvSpPr>
        <p:spPr>
          <a:xfrm>
            <a:off x="1524000" y="1676400"/>
            <a:ext cx="9347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웹 프로그래밍</a:t>
            </a:r>
            <a:br>
              <a:rPr lang="en-US" dirty="0"/>
            </a:br>
            <a:br>
              <a:rPr lang="en-US"/>
            </a:br>
            <a:r>
              <a:rPr lang="en-US"/>
              <a:t>part 1</a:t>
            </a:r>
            <a:endParaRPr dirty="0"/>
          </a:p>
        </p:txBody>
      </p:sp>
      <p:sp>
        <p:nvSpPr>
          <p:cNvPr id="37" name="Google Shape;37;p1"/>
          <p:cNvSpPr txBox="1">
            <a:spLocks noGrp="1"/>
          </p:cNvSpPr>
          <p:nvPr>
            <p:ph type="subTitle" idx="1"/>
          </p:nvPr>
        </p:nvSpPr>
        <p:spPr>
          <a:xfrm>
            <a:off x="1016000" y="4343400"/>
            <a:ext cx="10261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 dirty="0"/>
              <a:t> </a:t>
            </a:r>
            <a:endParaRPr dirty="0"/>
          </a:p>
          <a:p>
            <a:pPr marL="0" lvl="0" indent="0" algn="ctr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ko-KR" altLang="en-US" dirty="0"/>
              <a:t>금오공과대학교 </a:t>
            </a:r>
            <a:endParaRPr lang="en-US" altLang="ko-KR" dirty="0"/>
          </a:p>
          <a:p>
            <a:pPr marL="0" lvl="0" indent="0" algn="ctr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 dirty="0"/>
              <a:t>조재한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0550" y="146050"/>
            <a:ext cx="10363835" cy="762635"/>
          </a:xfrm>
        </p:spPr>
        <p:txBody>
          <a:bodyPr/>
          <a:lstStyle/>
          <a:p>
            <a:r>
              <a:rPr lang="ko-KR" altLang="en-US" dirty="0"/>
              <a:t>강의개요</a:t>
            </a:r>
            <a:br>
              <a:rPr lang="en-US" altLang="ko-KR" dirty="0"/>
            </a:br>
            <a:r>
              <a:rPr lang="en-US" altLang="ko-KR" dirty="0"/>
              <a:t>						      </a:t>
            </a:r>
            <a:r>
              <a:rPr lang="ko-KR" altLang="en-US" sz="1600" b="0" dirty="0">
                <a:latin typeface="+mn-ea"/>
                <a:ea typeface="+mn-ea"/>
              </a:rPr>
              <a:t>강의소개 및 개요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92455" y="1152525"/>
            <a:ext cx="10363835" cy="5020310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본 강의자료는 웹 프로그래밍 교과목을 위해 제작되었다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이론과 실습 위주의 교과목으로 전체적으로 </a:t>
            </a:r>
            <a:r>
              <a:rPr lang="en-US" altLang="ko-KR" dirty="0"/>
              <a:t>HTML/CSS/JavaScript</a:t>
            </a:r>
            <a:r>
              <a:rPr lang="ko-KR" altLang="en-US" dirty="0"/>
              <a:t>를 기반으로 강의를 진행한다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본 강의 크게 </a:t>
            </a:r>
            <a:r>
              <a:rPr lang="en-US" altLang="ko-KR" dirty="0"/>
              <a:t>3</a:t>
            </a:r>
            <a:r>
              <a:rPr lang="ko-KR" altLang="en-US" dirty="0"/>
              <a:t>분류로 진행된다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웹 프로그래밍에 대한 전반적인 이론</a:t>
            </a:r>
            <a:endParaRPr lang="en-US" altLang="ko-KR" dirty="0"/>
          </a:p>
          <a:p>
            <a:pPr lvl="2"/>
            <a:r>
              <a:rPr lang="en-US" altLang="ko-KR" dirty="0"/>
              <a:t>HTML</a:t>
            </a:r>
            <a:r>
              <a:rPr lang="ko-KR" altLang="en-US" dirty="0"/>
              <a:t>과 </a:t>
            </a:r>
            <a:r>
              <a:rPr lang="en-US" altLang="ko-KR" dirty="0"/>
              <a:t>CSS/JavaScript</a:t>
            </a:r>
            <a:r>
              <a:rPr lang="ko-KR" altLang="en-US" dirty="0"/>
              <a:t>는 웹 프로그래밍에 필수적인 언어이다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Javascript</a:t>
            </a:r>
            <a:r>
              <a:rPr lang="ko-KR" altLang="en-US" dirty="0"/>
              <a:t>는 </a:t>
            </a:r>
            <a:r>
              <a:rPr lang="en-US" altLang="ko-KR" dirty="0"/>
              <a:t>HTML</a:t>
            </a:r>
            <a:r>
              <a:rPr lang="ko-KR" altLang="en-US" dirty="0"/>
              <a:t>과 </a:t>
            </a:r>
            <a:r>
              <a:rPr lang="en-US" altLang="ko-KR" dirty="0"/>
              <a:t>CSS</a:t>
            </a:r>
            <a:r>
              <a:rPr lang="ko-KR" altLang="en-US" dirty="0"/>
              <a:t>를 좀 더 효율적으로 동작하게 해준다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교재와 강의자료를 병행해서 수업을 진행한다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과제 수행</a:t>
            </a:r>
            <a:endParaRPr lang="en-US" altLang="ko-KR" dirty="0"/>
          </a:p>
          <a:p>
            <a:pPr lvl="2"/>
            <a:r>
              <a:rPr lang="ko-KR" altLang="en-US" dirty="0" err="1"/>
              <a:t>학우간의</a:t>
            </a:r>
            <a:r>
              <a:rPr lang="ko-KR" altLang="en-US" dirty="0"/>
              <a:t> 커뮤니케이션 증대 및 협력을 위한 과제가 될 수도 있다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과제를 통해서 수업시간에 배운 내용을 복습하고 활용할 수 있도록 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프로그래밍 실습</a:t>
            </a:r>
            <a:endParaRPr lang="en-US" altLang="ko-KR" dirty="0"/>
          </a:p>
          <a:p>
            <a:pPr lvl="2"/>
            <a:r>
              <a:rPr lang="ko-KR" altLang="en-US" dirty="0"/>
              <a:t>수업시간 마다 이론수업진행 후 실습도 병행해서 진행하도록 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 bwMode="auto">
          <a:xfrm>
            <a:off x="7112000" y="641985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r" defTabSz="914400" rtl="0" eaLnBrk="1" latinLnBrk="1" hangingPunct="1">
              <a:lnSpc>
                <a:spcPct val="100000"/>
              </a:lnSpc>
              <a:spcBef>
                <a:spcPct val="0"/>
              </a:spcBef>
              <a:defRPr kumimoji="0" sz="1300" kern="1200">
                <a:solidFill>
                  <a:schemeClr val="tx2"/>
                </a:solidFill>
                <a:latin typeface="+mn-ea"/>
                <a:ea typeface="굴림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1195705" y="6393180"/>
            <a:ext cx="4147185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">
            <p14:nvContentPartPr>
              <p14:cNvPr id="6" name="잉크 1"/>
              <p14:cNvContentPartPr/>
              <p14:nvPr/>
            </p14:nvContentPartPr>
            <p14:xfrm>
              <a:off x="4305300" y="2461260"/>
              <a:ext cx="45720" cy="53340"/>
            </p14:xfrm>
          </p:contentPart>
        </mc:Choice>
        <mc:Fallback>
          <p:pic>
            <p:nvPicPr>
              <p:cNvPr id="6" name="잉크 1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05300" y="2461260"/>
                <a:ext cx="45720" cy="533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잉크 2"/>
              <p14:cNvContentPartPr/>
              <p14:nvPr/>
            </p14:nvContentPartPr>
            <p14:xfrm>
              <a:off x="4381500" y="2446020"/>
              <a:ext cx="38100" cy="121920"/>
            </p14:xfrm>
          </p:contentPart>
        </mc:Choice>
        <mc:Fallback>
          <p:pic>
            <p:nvPicPr>
              <p:cNvPr id="7" name="잉크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81500" y="2446020"/>
                <a:ext cx="38100" cy="1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잉크 3"/>
              <p14:cNvContentPartPr/>
              <p14:nvPr/>
            </p14:nvContentPartPr>
            <p14:xfrm>
              <a:off x="4411980" y="2415540"/>
              <a:ext cx="22860" cy="167640"/>
            </p14:xfrm>
          </p:contentPart>
        </mc:Choice>
        <mc:Fallback>
          <p:pic>
            <p:nvPicPr>
              <p:cNvPr id="8" name="잉크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11980" y="2415540"/>
                <a:ext cx="22860" cy="16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잉크 4"/>
              <p14:cNvContentPartPr/>
              <p14:nvPr/>
            </p14:nvContentPartPr>
            <p14:xfrm>
              <a:off x="4442460" y="2453640"/>
              <a:ext cx="60960" cy="30480"/>
            </p14:xfrm>
          </p:contentPart>
        </mc:Choice>
        <mc:Fallback>
          <p:pic>
            <p:nvPicPr>
              <p:cNvPr id="9" name="잉크 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42460" y="2453640"/>
                <a:ext cx="60960" cy="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잉크 5"/>
              <p14:cNvContentPartPr/>
              <p14:nvPr/>
            </p14:nvContentPartPr>
            <p14:xfrm>
              <a:off x="4549140" y="2415540"/>
              <a:ext cx="15240" cy="144780"/>
            </p14:xfrm>
          </p:contentPart>
        </mc:Choice>
        <mc:Fallback>
          <p:pic>
            <p:nvPicPr>
              <p:cNvPr id="10" name="잉크 5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49140" y="2415540"/>
                <a:ext cx="15240" cy="1447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잉크 6"/>
              <p14:cNvContentPartPr/>
              <p14:nvPr/>
            </p14:nvContentPartPr>
            <p14:xfrm>
              <a:off x="4495800" y="2529840"/>
              <a:ext cx="83820" cy="91440"/>
            </p14:xfrm>
          </p:contentPart>
        </mc:Choice>
        <mc:Fallback>
          <p:pic>
            <p:nvPicPr>
              <p:cNvPr id="11" name="잉크 6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95800" y="2529840"/>
                <a:ext cx="8382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잉크 7"/>
              <p14:cNvContentPartPr/>
              <p14:nvPr/>
            </p14:nvContentPartPr>
            <p14:xfrm>
              <a:off x="4678680" y="2446020"/>
              <a:ext cx="777240" cy="160020"/>
            </p14:xfrm>
          </p:contentPart>
        </mc:Choice>
        <mc:Fallback>
          <p:pic>
            <p:nvPicPr>
              <p:cNvPr id="12" name="잉크 7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78680" y="2446020"/>
                <a:ext cx="777240" cy="16002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텍스트 상자 49"/>
          <p:cNvSpPr txBox="1">
            <a:spLocks/>
          </p:cNvSpPr>
          <p:nvPr/>
        </p:nvSpPr>
        <p:spPr>
          <a:xfrm rot="0">
            <a:off x="403860" y="1973580"/>
            <a:ext cx="1584960" cy="370205"/>
          </a:xfrm>
          <a:prstGeom prst="rect"/>
          <a:noFill/>
          <a:ln>
            <a:noFill/>
            <a:prstDash/>
          </a:ln>
        </p:spPr>
        <p:txBody>
          <a:bodyPr wrap="non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>
                <a:latin typeface="맑은 고딕" charset="0"/>
                <a:ea typeface="맑은 고딕" charset="0"/>
              </a:rPr>
              <a:t>J</a:t>
            </a:r>
            <a:r>
              <a:rPr lang="ko-KR" sz="1800">
                <a:latin typeface="맑은 고딕" charset="0"/>
                <a:ea typeface="맑은 고딕" charset="0"/>
              </a:rPr>
              <a:t>s </a:t>
            </a:r>
            <a:r>
              <a:rPr lang="ko-KR" sz="1800">
                <a:latin typeface="맑은 고딕" charset="0"/>
                <a:ea typeface="맑은 고딕" charset="0"/>
              </a:rPr>
              <a:t>객체지향임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0550" y="146050"/>
            <a:ext cx="10363835" cy="762635"/>
          </a:xfrm>
        </p:spPr>
        <p:txBody>
          <a:bodyPr/>
          <a:lstStyle/>
          <a:p>
            <a:r>
              <a:rPr lang="ko-KR" altLang="en-US" dirty="0"/>
              <a:t>강의개요</a:t>
            </a:r>
            <a:br>
              <a:rPr lang="en-US" altLang="ko-KR" dirty="0"/>
            </a:br>
            <a:r>
              <a:rPr lang="en-US" altLang="ko-KR" dirty="0"/>
              <a:t>						      </a:t>
            </a:r>
            <a:r>
              <a:rPr lang="ko-KR" altLang="en-US" sz="1600" b="0" dirty="0">
                <a:latin typeface="+mn-ea"/>
                <a:ea typeface="+mn-ea"/>
              </a:rPr>
              <a:t>강의소개 및 개요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92455" y="1152525"/>
            <a:ext cx="10363835" cy="5020310"/>
          </a:xfrm>
        </p:spPr>
        <p:txBody>
          <a:bodyPr/>
          <a:lstStyle/>
          <a:p>
            <a:r>
              <a:rPr lang="ko-KR" altLang="en-US" dirty="0"/>
              <a:t>교수소개 </a:t>
            </a:r>
            <a:endParaRPr lang="en-US" altLang="ko-KR" dirty="0"/>
          </a:p>
          <a:p>
            <a:pPr lvl="1"/>
            <a:r>
              <a:rPr lang="ko-KR" altLang="en-US" dirty="0"/>
              <a:t>이름 </a:t>
            </a:r>
            <a:r>
              <a:rPr lang="en-US" altLang="ko-KR" dirty="0"/>
              <a:t>: </a:t>
            </a:r>
            <a:r>
              <a:rPr lang="ko-KR" altLang="en-US" dirty="0"/>
              <a:t>조재한</a:t>
            </a:r>
            <a:r>
              <a:rPr lang="en-US" altLang="ko-KR" dirty="0"/>
              <a:t>(</a:t>
            </a:r>
            <a:r>
              <a:rPr lang="ko-KR" altLang="en-US" dirty="0"/>
              <a:t>금오공과대학교 컴퓨터공학과</a:t>
            </a:r>
            <a:r>
              <a:rPr lang="en-US" altLang="ko-KR" dirty="0"/>
              <a:t>(</a:t>
            </a:r>
            <a:r>
              <a:rPr lang="ko-KR" altLang="en-US" dirty="0"/>
              <a:t>공학박사</a:t>
            </a:r>
            <a:r>
              <a:rPr lang="en-US" altLang="ko-KR" dirty="0"/>
              <a:t>))</a:t>
            </a:r>
          </a:p>
          <a:p>
            <a:pPr lvl="1"/>
            <a:r>
              <a:rPr lang="en-US" altLang="ko-KR" dirty="0"/>
              <a:t>E-mail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/>
              <a:t>jaehanfs@gmail.com</a:t>
            </a:r>
            <a:endParaRPr lang="en-US" altLang="ko-KR" dirty="0"/>
          </a:p>
          <a:p>
            <a:r>
              <a:rPr lang="ko-KR" altLang="en-US" dirty="0"/>
              <a:t>과목 평가기준</a:t>
            </a:r>
            <a:endParaRPr lang="en-US" altLang="ko-KR" dirty="0"/>
          </a:p>
          <a:p>
            <a:pPr lvl="1"/>
            <a:r>
              <a:rPr lang="ko-KR" altLang="en-US" dirty="0"/>
              <a:t>출석 </a:t>
            </a:r>
            <a:r>
              <a:rPr lang="en-US" altLang="ko-KR" dirty="0"/>
              <a:t>: 10</a:t>
            </a:r>
            <a:r>
              <a:rPr lang="ko-KR" altLang="en-US" dirty="0"/>
              <a:t>점</a:t>
            </a:r>
            <a:endParaRPr lang="en-US" altLang="ko-KR" dirty="0"/>
          </a:p>
          <a:p>
            <a:pPr lvl="1"/>
            <a:r>
              <a:rPr lang="ko-KR" altLang="en-US" dirty="0"/>
              <a:t>중간 </a:t>
            </a:r>
            <a:r>
              <a:rPr lang="en-US" altLang="ko-KR" dirty="0"/>
              <a:t>: 25</a:t>
            </a:r>
            <a:r>
              <a:rPr lang="ko-KR" altLang="en-US" dirty="0"/>
              <a:t>점</a:t>
            </a:r>
            <a:endParaRPr lang="en-US" altLang="ko-KR" dirty="0"/>
          </a:p>
          <a:p>
            <a:pPr lvl="1"/>
            <a:r>
              <a:rPr lang="ko-KR" altLang="en-US" dirty="0"/>
              <a:t>기말 </a:t>
            </a:r>
            <a:r>
              <a:rPr lang="en-US" altLang="ko-KR" dirty="0"/>
              <a:t>: 35</a:t>
            </a:r>
            <a:r>
              <a:rPr lang="ko-KR" altLang="en-US" dirty="0"/>
              <a:t>점</a:t>
            </a:r>
            <a:endParaRPr lang="en-US" altLang="ko-KR" dirty="0"/>
          </a:p>
          <a:p>
            <a:pPr lvl="1"/>
            <a:r>
              <a:rPr lang="ko-KR" altLang="en-US" dirty="0"/>
              <a:t>과제 </a:t>
            </a:r>
            <a:r>
              <a:rPr lang="en-US" altLang="ko-KR" dirty="0"/>
              <a:t>: 25</a:t>
            </a:r>
            <a:r>
              <a:rPr lang="ko-KR" altLang="en-US" dirty="0"/>
              <a:t>점</a:t>
            </a:r>
            <a:endParaRPr lang="en-US" altLang="ko-KR" dirty="0"/>
          </a:p>
          <a:p>
            <a:pPr lvl="1"/>
            <a:r>
              <a:rPr lang="ko-KR" altLang="en-US" dirty="0"/>
              <a:t>태도 </a:t>
            </a:r>
            <a:r>
              <a:rPr lang="en-US" altLang="ko-KR" dirty="0"/>
              <a:t>: 5</a:t>
            </a:r>
            <a:r>
              <a:rPr lang="ko-KR" altLang="en-US" dirty="0"/>
              <a:t>점</a:t>
            </a:r>
            <a:endParaRPr lang="en-US" altLang="ko-KR" dirty="0"/>
          </a:p>
          <a:p>
            <a:pPr lvl="1"/>
            <a:r>
              <a:rPr lang="ko-KR" altLang="en-US" dirty="0"/>
              <a:t>총 </a:t>
            </a:r>
            <a:r>
              <a:rPr lang="en-US" altLang="ko-KR" dirty="0"/>
              <a:t>100</a:t>
            </a:r>
            <a:r>
              <a:rPr lang="ko-KR" altLang="en-US" dirty="0"/>
              <a:t>점 만점을 기준으로 하여 성적을 산출한다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 bwMode="auto">
          <a:xfrm>
            <a:off x="7112000" y="641985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r" defTabSz="914400" rtl="0" eaLnBrk="1" latinLnBrk="1" hangingPunct="1">
              <a:lnSpc>
                <a:spcPct val="100000"/>
              </a:lnSpc>
              <a:spcBef>
                <a:spcPct val="0"/>
              </a:spcBef>
              <a:defRPr kumimoji="0" sz="1300" kern="1200">
                <a:solidFill>
                  <a:schemeClr val="tx2"/>
                </a:solidFill>
                <a:latin typeface="+mn-ea"/>
                <a:ea typeface="굴림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1195705" y="6393180"/>
            <a:ext cx="4147185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잉크 8"/>
              <p14:cNvContentPartPr/>
              <p14:nvPr/>
            </p14:nvContentPartPr>
            <p14:xfrm>
              <a:off x="4267200" y="1691640"/>
              <a:ext cx="91440" cy="76200"/>
            </p14:xfrm>
          </p:contentPart>
        </mc:Choice>
        <mc:Fallback>
          <p:pic>
            <p:nvPicPr>
              <p:cNvPr id="6" name="잉크 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67200" y="1691640"/>
                <a:ext cx="91440" cy="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잉크 9"/>
              <p14:cNvContentPartPr/>
              <p14:nvPr/>
            </p14:nvContentPartPr>
            <p14:xfrm>
              <a:off x="4259580" y="1752600"/>
              <a:ext cx="121920" cy="22860"/>
            </p14:xfrm>
          </p:contentPart>
        </mc:Choice>
        <mc:Fallback>
          <p:pic>
            <p:nvPicPr>
              <p:cNvPr id="7" name="잉크 9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59580" y="1752600"/>
                <a:ext cx="121920" cy="228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잉크 10"/>
              <p14:cNvContentPartPr/>
              <p14:nvPr/>
            </p14:nvContentPartPr>
            <p14:xfrm>
              <a:off x="4335780" y="1775460"/>
              <a:ext cx="22860" cy="99060"/>
            </p14:xfrm>
          </p:contentPart>
        </mc:Choice>
        <mc:Fallback>
          <p:pic>
            <p:nvPicPr>
              <p:cNvPr id="8" name="잉크 10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35780" y="1775460"/>
                <a:ext cx="22860" cy="990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잉크 11"/>
              <p14:cNvContentPartPr/>
              <p14:nvPr/>
            </p14:nvContentPartPr>
            <p14:xfrm>
              <a:off x="4297680" y="1874520"/>
              <a:ext cx="114300" cy="45720"/>
            </p14:xfrm>
          </p:contentPart>
        </mc:Choice>
        <mc:Fallback>
          <p:pic>
            <p:nvPicPr>
              <p:cNvPr id="9" name="잉크 1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97680" y="1874520"/>
                <a:ext cx="1143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잉크 12"/>
              <p14:cNvContentPartPr/>
              <p14:nvPr/>
            </p14:nvContentPartPr>
            <p14:xfrm>
              <a:off x="4572000" y="1661160"/>
              <a:ext cx="83820" cy="76200"/>
            </p14:xfrm>
          </p:contentPart>
        </mc:Choice>
        <mc:Fallback>
          <p:pic>
            <p:nvPicPr>
              <p:cNvPr id="10" name="잉크 12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72000" y="1661160"/>
                <a:ext cx="83820" cy="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잉크 13"/>
              <p14:cNvContentPartPr/>
              <p14:nvPr/>
            </p14:nvContentPartPr>
            <p14:xfrm>
              <a:off x="4488180" y="1783080"/>
              <a:ext cx="160020" cy="7620"/>
            </p14:xfrm>
          </p:contentPart>
        </mc:Choice>
        <mc:Fallback>
          <p:pic>
            <p:nvPicPr>
              <p:cNvPr id="11" name="잉크 13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488180" y="1783080"/>
                <a:ext cx="160020" cy="76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잉크 14"/>
              <p14:cNvContentPartPr/>
              <p14:nvPr/>
            </p14:nvContentPartPr>
            <p14:xfrm>
              <a:off x="4472940" y="1851660"/>
              <a:ext cx="22860" cy="91440"/>
            </p14:xfrm>
          </p:contentPart>
        </mc:Choice>
        <mc:Fallback>
          <p:pic>
            <p:nvPicPr>
              <p:cNvPr id="12" name="잉크 14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72940" y="1851660"/>
                <a:ext cx="2286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" name="잉크 15"/>
              <p14:cNvContentPartPr/>
              <p14:nvPr/>
            </p14:nvContentPartPr>
            <p14:xfrm>
              <a:off x="4472940" y="1828800"/>
              <a:ext cx="160020" cy="129540"/>
            </p14:xfrm>
          </p:contentPart>
        </mc:Choice>
        <mc:Fallback>
          <p:pic>
            <p:nvPicPr>
              <p:cNvPr id="13" name="잉크 15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472940" y="1828800"/>
                <a:ext cx="160020" cy="129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잉크 16"/>
              <p14:cNvContentPartPr/>
              <p14:nvPr/>
            </p14:nvContentPartPr>
            <p14:xfrm>
              <a:off x="4770120" y="1805940"/>
              <a:ext cx="274320" cy="15240"/>
            </p14:xfrm>
          </p:contentPart>
        </mc:Choice>
        <mc:Fallback>
          <p:pic>
            <p:nvPicPr>
              <p:cNvPr id="14" name="잉크 16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770120" y="1805940"/>
                <a:ext cx="274320" cy="1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잉크 17"/>
              <p14:cNvContentPartPr/>
              <p14:nvPr/>
            </p14:nvContentPartPr>
            <p14:xfrm>
              <a:off x="4975860" y="1638300"/>
              <a:ext cx="144780" cy="373380"/>
            </p14:xfrm>
          </p:contentPart>
        </mc:Choice>
        <mc:Fallback>
          <p:pic>
            <p:nvPicPr>
              <p:cNvPr id="15" name="잉크 17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975860" y="1638300"/>
                <a:ext cx="144780" cy="3733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6" name="잉크 18"/>
              <p14:cNvContentPartPr/>
              <p14:nvPr/>
            </p14:nvContentPartPr>
            <p14:xfrm>
              <a:off x="5219700" y="1714500"/>
              <a:ext cx="91440" cy="205740"/>
            </p14:xfrm>
          </p:contentPart>
        </mc:Choice>
        <mc:Fallback>
          <p:pic>
            <p:nvPicPr>
              <p:cNvPr id="16" name="잉크 18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219700" y="1714500"/>
                <a:ext cx="91440" cy="2057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7" name="잉크 19"/>
              <p14:cNvContentPartPr/>
              <p14:nvPr/>
            </p14:nvContentPartPr>
            <p14:xfrm>
              <a:off x="5372100" y="1714500"/>
              <a:ext cx="106680" cy="22860"/>
            </p14:xfrm>
          </p:contentPart>
        </mc:Choice>
        <mc:Fallback>
          <p:pic>
            <p:nvPicPr>
              <p:cNvPr id="17" name="잉크 19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372100" y="1714500"/>
                <a:ext cx="106680" cy="228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8" name="잉크 20"/>
              <p14:cNvContentPartPr/>
              <p14:nvPr/>
            </p14:nvContentPartPr>
            <p14:xfrm>
              <a:off x="5494020" y="1645920"/>
              <a:ext cx="68580" cy="426720"/>
            </p14:xfrm>
          </p:contentPart>
        </mc:Choice>
        <mc:Fallback>
          <p:pic>
            <p:nvPicPr>
              <p:cNvPr id="18" name="잉크 20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494020" y="1645920"/>
                <a:ext cx="68580" cy="4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9" name="잉크 21"/>
              <p14:cNvContentPartPr/>
              <p14:nvPr/>
            </p14:nvContentPartPr>
            <p14:xfrm>
              <a:off x="5593080" y="1668780"/>
              <a:ext cx="76200" cy="381000"/>
            </p14:xfrm>
          </p:contentPart>
        </mc:Choice>
        <mc:Fallback>
          <p:pic>
            <p:nvPicPr>
              <p:cNvPr id="19" name="잉크 21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593080" y="1668780"/>
                <a:ext cx="76200" cy="3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0" name="잉크 22"/>
              <p14:cNvContentPartPr/>
              <p14:nvPr/>
            </p14:nvContentPartPr>
            <p14:xfrm>
              <a:off x="5669280" y="1783080"/>
              <a:ext cx="91440" cy="144780"/>
            </p14:xfrm>
          </p:contentPart>
        </mc:Choice>
        <mc:Fallback>
          <p:pic>
            <p:nvPicPr>
              <p:cNvPr id="20" name="잉크 22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669280" y="1783080"/>
                <a:ext cx="91440" cy="1447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1" name="잉크 23"/>
              <p14:cNvContentPartPr/>
              <p14:nvPr/>
            </p14:nvContentPartPr>
            <p14:xfrm>
              <a:off x="5844540" y="1630680"/>
              <a:ext cx="22860" cy="449580"/>
            </p14:xfrm>
          </p:contentPart>
        </mc:Choice>
        <mc:Fallback>
          <p:pic>
            <p:nvPicPr>
              <p:cNvPr id="21" name="잉크 23"/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844540" y="1630680"/>
                <a:ext cx="22860" cy="449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2" name="잉크 24"/>
              <p14:cNvContentPartPr/>
              <p14:nvPr/>
            </p14:nvContentPartPr>
            <p14:xfrm>
              <a:off x="5935980" y="1714500"/>
              <a:ext cx="30480" cy="213360"/>
            </p14:xfrm>
          </p:contentPart>
        </mc:Choice>
        <mc:Fallback>
          <p:pic>
            <p:nvPicPr>
              <p:cNvPr id="22" name="잉크 24"/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935980" y="1714500"/>
                <a:ext cx="30480" cy="21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3" name="잉크 25"/>
              <p14:cNvContentPartPr/>
              <p14:nvPr/>
            </p14:nvContentPartPr>
            <p14:xfrm>
              <a:off x="5897880" y="1729740"/>
              <a:ext cx="144780" cy="220980"/>
            </p14:xfrm>
          </p:contentPart>
        </mc:Choice>
        <mc:Fallback>
          <p:pic>
            <p:nvPicPr>
              <p:cNvPr id="23" name="잉크 25"/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897880" y="1729740"/>
                <a:ext cx="144780" cy="2209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4" name="잉크 26"/>
              <p14:cNvContentPartPr/>
              <p14:nvPr/>
            </p14:nvContentPartPr>
            <p14:xfrm>
              <a:off x="5905500" y="1859280"/>
              <a:ext cx="30480" cy="0"/>
            </p14:xfrm>
          </p:contentPart>
        </mc:Choice>
        <mc:Fallback>
          <p:pic>
            <p:nvPicPr>
              <p:cNvPr id="24" name="잉크 26"/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905500" y="1859280"/>
                <a:ext cx="3048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5" name="잉크 27"/>
              <p14:cNvContentPartPr/>
              <p14:nvPr/>
            </p14:nvContentPartPr>
            <p14:xfrm>
              <a:off x="5996940" y="1821180"/>
              <a:ext cx="121920" cy="38100"/>
            </p14:xfrm>
          </p:contentPart>
        </mc:Choice>
        <mc:Fallback>
          <p:pic>
            <p:nvPicPr>
              <p:cNvPr id="25" name="잉크 27"/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996940" y="1821180"/>
                <a:ext cx="121920" cy="38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6" name="잉크 28"/>
              <p14:cNvContentPartPr/>
              <p14:nvPr/>
            </p14:nvContentPartPr>
            <p14:xfrm>
              <a:off x="6103620" y="1714500"/>
              <a:ext cx="76200" cy="365760"/>
            </p14:xfrm>
          </p:contentPart>
        </mc:Choice>
        <mc:Fallback>
          <p:pic>
            <p:nvPicPr>
              <p:cNvPr id="26" name="잉크 28"/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103620" y="1714500"/>
                <a:ext cx="7620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7" name="잉크 29"/>
              <p14:cNvContentPartPr/>
              <p14:nvPr/>
            </p14:nvContentPartPr>
            <p14:xfrm>
              <a:off x="6248400" y="1828800"/>
              <a:ext cx="236220" cy="190500"/>
            </p14:xfrm>
          </p:contentPart>
        </mc:Choice>
        <mc:Fallback>
          <p:pic>
            <p:nvPicPr>
              <p:cNvPr id="27" name="잉크 29"/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248400" y="1828800"/>
                <a:ext cx="236220" cy="190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8" name="잉크 30"/>
              <p14:cNvContentPartPr/>
              <p14:nvPr/>
            </p14:nvContentPartPr>
            <p14:xfrm>
              <a:off x="6492240" y="1905000"/>
              <a:ext cx="121920" cy="144780"/>
            </p14:xfrm>
          </p:contentPart>
        </mc:Choice>
        <mc:Fallback>
          <p:pic>
            <p:nvPicPr>
              <p:cNvPr id="28" name="잉크 30"/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492240" y="1905000"/>
                <a:ext cx="121920" cy="1447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9" name="잉크 31"/>
              <p14:cNvContentPartPr/>
              <p14:nvPr/>
            </p14:nvContentPartPr>
            <p14:xfrm>
              <a:off x="6644640" y="1828800"/>
              <a:ext cx="190500" cy="213360"/>
            </p14:xfrm>
          </p:contentPart>
        </mc:Choice>
        <mc:Fallback>
          <p:pic>
            <p:nvPicPr>
              <p:cNvPr id="29" name="잉크 31"/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644640" y="1828800"/>
                <a:ext cx="190500" cy="21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0" name="잉크 32"/>
              <p14:cNvContentPartPr/>
              <p14:nvPr/>
            </p14:nvContentPartPr>
            <p14:xfrm>
              <a:off x="6858000" y="1645920"/>
              <a:ext cx="190500" cy="441960"/>
            </p14:xfrm>
          </p:contentPart>
        </mc:Choice>
        <mc:Fallback>
          <p:pic>
            <p:nvPicPr>
              <p:cNvPr id="30" name="잉크 32"/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858000" y="1645920"/>
                <a:ext cx="190500" cy="44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1" name="잉크 33"/>
              <p14:cNvContentPartPr/>
              <p14:nvPr/>
            </p14:nvContentPartPr>
            <p14:xfrm>
              <a:off x="7056120" y="1927860"/>
              <a:ext cx="182880" cy="228600"/>
            </p14:xfrm>
          </p:contentPart>
        </mc:Choice>
        <mc:Fallback>
          <p:pic>
            <p:nvPicPr>
              <p:cNvPr id="31" name="잉크 33"/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056120" y="1927860"/>
                <a:ext cx="182880" cy="22860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텍스트 상자 34"/>
          <p:cNvSpPr txBox="1">
            <a:spLocks/>
          </p:cNvSpPr>
          <p:nvPr/>
        </p:nvSpPr>
        <p:spPr>
          <a:xfrm rot="0">
            <a:off x="2468880" y="2468880"/>
            <a:ext cx="2439035" cy="25463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050">
                <a:latin typeface="맑은 고딕" charset="0"/>
                <a:ea typeface="맑은 고딕" charset="0"/>
              </a:rPr>
              <a:t>기말이 </a:t>
            </a:r>
            <a:r>
              <a:rPr lang="ko-KR" sz="1050">
                <a:latin typeface="맑은 고딕" charset="0"/>
                <a:ea typeface="맑은 고딕" charset="0"/>
              </a:rPr>
              <a:t>좀 더 어렵</a:t>
            </a:r>
            <a:endParaRPr lang="ko-KR" altLang="en-US" sz="105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0550" y="146050"/>
            <a:ext cx="10363835" cy="762635"/>
          </a:xfrm>
        </p:spPr>
        <p:txBody>
          <a:bodyPr/>
          <a:lstStyle/>
          <a:p>
            <a:r>
              <a:rPr lang="ko-KR" altLang="en-US" dirty="0"/>
              <a:t>강의개요</a:t>
            </a:r>
            <a:br>
              <a:rPr lang="en-US" altLang="ko-KR" dirty="0"/>
            </a:br>
            <a:r>
              <a:rPr lang="en-US" altLang="ko-KR" dirty="0"/>
              <a:t>						      </a:t>
            </a:r>
            <a:r>
              <a:rPr lang="ko-KR" altLang="en-US" sz="1600" b="0" dirty="0">
                <a:latin typeface="+mn-ea"/>
                <a:ea typeface="+mn-ea"/>
              </a:rPr>
              <a:t>강의소개 및 개요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92455" y="1152525"/>
            <a:ext cx="10363835" cy="5020310"/>
          </a:xfrm>
        </p:spPr>
        <p:txBody>
          <a:bodyPr>
            <a:normAutofit/>
          </a:bodyPr>
          <a:lstStyle/>
          <a:p>
            <a:r>
              <a:rPr lang="ko-KR" altLang="en-US" dirty="0"/>
              <a:t>과제 수행 방법에 대하여</a:t>
            </a:r>
            <a:endParaRPr lang="en-US" altLang="ko-KR" dirty="0"/>
          </a:p>
          <a:p>
            <a:pPr lvl="1"/>
            <a:r>
              <a:rPr lang="ko-KR" altLang="en-US" dirty="0"/>
              <a:t>과제가 출제되면 담당교수가 지시한 내용에 대해서 과제를 수행하도록 한다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b="1" dirty="0"/>
              <a:t>주로 프로그램 구현 관련 과제로 출제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과제 제출이 늦어질수록 감점 처리한다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b="1" dirty="0"/>
              <a:t>과제물이 미완성이라도 노력한 모습이 보이면 높은 점수를 받을 수 있다</a:t>
            </a:r>
            <a:r>
              <a:rPr lang="en-US" altLang="ko-KR" b="1" dirty="0"/>
              <a:t>.</a:t>
            </a:r>
          </a:p>
          <a:p>
            <a:r>
              <a:rPr lang="ko-KR" altLang="en-US" dirty="0"/>
              <a:t>과제 수행</a:t>
            </a:r>
            <a:endParaRPr lang="en-US" altLang="ko-KR" dirty="0"/>
          </a:p>
          <a:p>
            <a:pPr lvl="1"/>
            <a:r>
              <a:rPr lang="ko-KR" altLang="en-US" dirty="0"/>
              <a:t>과제는 아래와 같이 진행하도록 한다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담당교수가 제시하는 문제를 토대로 프로그래밍하고 </a:t>
            </a:r>
            <a:r>
              <a:rPr lang="ko-KR" altLang="en-US" b="1" dirty="0"/>
              <a:t>해결과정과 프로그래밍 소스코드</a:t>
            </a:r>
            <a:r>
              <a:rPr lang="en-US" altLang="ko-KR" b="1" dirty="0"/>
              <a:t>, </a:t>
            </a:r>
            <a:r>
              <a:rPr lang="ko-KR" altLang="en-US" b="1" dirty="0"/>
              <a:t>결과화면</a:t>
            </a:r>
            <a:r>
              <a:rPr lang="en-US" altLang="ko-KR" b="1" dirty="0"/>
              <a:t>, </a:t>
            </a:r>
            <a:r>
              <a:rPr lang="ko-KR" altLang="en-US" b="1" dirty="0"/>
              <a:t>과제를 통해 느낀 점을 서술</a:t>
            </a:r>
            <a:r>
              <a:rPr lang="ko-KR" altLang="en-US" dirty="0"/>
              <a:t>하도록 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 bwMode="auto">
          <a:xfrm>
            <a:off x="7112000" y="641985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r" defTabSz="914400" rtl="0" eaLnBrk="1" latinLnBrk="1" hangingPunct="1">
              <a:lnSpc>
                <a:spcPct val="100000"/>
              </a:lnSpc>
              <a:spcBef>
                <a:spcPct val="0"/>
              </a:spcBef>
              <a:defRPr kumimoji="0" sz="1300" kern="1200">
                <a:solidFill>
                  <a:schemeClr val="tx2"/>
                </a:solidFill>
                <a:latin typeface="+mn-ea"/>
                <a:ea typeface="굴림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1195705" y="6393180"/>
            <a:ext cx="4147185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텍스트 상자 35"/>
          <p:cNvSpPr txBox="1">
            <a:spLocks/>
          </p:cNvSpPr>
          <p:nvPr/>
        </p:nvSpPr>
        <p:spPr>
          <a:xfrm rot="0">
            <a:off x="3192780" y="1150620"/>
            <a:ext cx="1806575" cy="25463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050">
                <a:latin typeface="맑은 고딕" charset="0"/>
                <a:ea typeface="맑은 고딕" charset="0"/>
              </a:rPr>
              <a:t>바로바로 </a:t>
            </a:r>
            <a:r>
              <a:rPr lang="ko-KR" sz="1050">
                <a:latin typeface="맑은 고딕" charset="0"/>
                <a:ea typeface="맑은 고딕" charset="0"/>
              </a:rPr>
              <a:t>내</a:t>
            </a:r>
            <a:r>
              <a:rPr lang="ko-KR" sz="1050">
                <a:latin typeface="맑은 고딕" charset="0"/>
                <a:ea typeface="맑은 고딕" charset="0"/>
              </a:rPr>
              <a:t>야</a:t>
            </a:r>
            <a:endParaRPr lang="ko-KR" altLang="en-US" sz="1050">
              <a:latin typeface="맑은 고딕" charset="0"/>
              <a:ea typeface="맑은 고딕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">
            <p14:nvContentPartPr>
              <p14:cNvPr id="7" name="잉크 36"/>
              <p14:cNvContentPartPr/>
              <p14:nvPr/>
            </p14:nvContentPartPr>
            <p14:xfrm>
              <a:off x="1882140" y="2827020"/>
              <a:ext cx="746760" cy="396240"/>
            </p14:xfrm>
          </p:contentPart>
        </mc:Choice>
        <mc:Fallback>
          <p:pic>
            <p:nvPicPr>
              <p:cNvPr id="7" name="잉크 36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882140" y="2827020"/>
                <a:ext cx="746760" cy="39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잉크 37"/>
              <p14:cNvContentPartPr/>
              <p14:nvPr/>
            </p14:nvContentPartPr>
            <p14:xfrm>
              <a:off x="1615440" y="3253740"/>
              <a:ext cx="685800" cy="434340"/>
            </p14:xfrm>
          </p:contentPart>
        </mc:Choice>
        <mc:Fallback>
          <p:pic>
            <p:nvPicPr>
              <p:cNvPr id="8" name="잉크 3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15440" y="3253740"/>
                <a:ext cx="685800" cy="4343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잉크 38"/>
              <p14:cNvContentPartPr/>
              <p14:nvPr/>
            </p14:nvContentPartPr>
            <p14:xfrm>
              <a:off x="2423160" y="3375660"/>
              <a:ext cx="144780" cy="251460"/>
            </p14:xfrm>
          </p:contentPart>
        </mc:Choice>
        <mc:Fallback>
          <p:pic>
            <p:nvPicPr>
              <p:cNvPr id="9" name="잉크 38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23160" y="3375660"/>
                <a:ext cx="144780" cy="2514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잉크 39"/>
              <p14:cNvContentPartPr/>
              <p14:nvPr/>
            </p14:nvContentPartPr>
            <p14:xfrm>
              <a:off x="2613660" y="3390900"/>
              <a:ext cx="175260" cy="129540"/>
            </p14:xfrm>
          </p:contentPart>
        </mc:Choice>
        <mc:Fallback>
          <p:pic>
            <p:nvPicPr>
              <p:cNvPr id="10" name="잉크 3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13660" y="3390900"/>
                <a:ext cx="175260" cy="129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잉크 40"/>
              <p14:cNvContentPartPr/>
              <p14:nvPr/>
            </p14:nvContentPartPr>
            <p14:xfrm>
              <a:off x="2628900" y="3535680"/>
              <a:ext cx="205740" cy="99060"/>
            </p14:xfrm>
          </p:contentPart>
        </mc:Choice>
        <mc:Fallback>
          <p:pic>
            <p:nvPicPr>
              <p:cNvPr id="11" name="잉크 40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28900" y="3535680"/>
                <a:ext cx="205740" cy="990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잉크 41"/>
              <p14:cNvContentPartPr/>
              <p14:nvPr/>
            </p14:nvContentPartPr>
            <p14:xfrm>
              <a:off x="2689860" y="3627120"/>
              <a:ext cx="259080" cy="121920"/>
            </p14:xfrm>
          </p:contentPart>
        </mc:Choice>
        <mc:Fallback>
          <p:pic>
            <p:nvPicPr>
              <p:cNvPr id="12" name="잉크 41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689860" y="3627120"/>
                <a:ext cx="259080" cy="1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잉크 42"/>
              <p14:cNvContentPartPr/>
              <p14:nvPr/>
            </p14:nvContentPartPr>
            <p14:xfrm>
              <a:off x="2956560" y="3406140"/>
              <a:ext cx="83820" cy="152400"/>
            </p14:xfrm>
          </p:contentPart>
        </mc:Choice>
        <mc:Fallback>
          <p:pic>
            <p:nvPicPr>
              <p:cNvPr id="13" name="잉크 42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56560" y="3406140"/>
                <a:ext cx="83820" cy="15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잉크 43"/>
              <p14:cNvContentPartPr/>
              <p14:nvPr/>
            </p14:nvContentPartPr>
            <p14:xfrm>
              <a:off x="3093720" y="3307080"/>
              <a:ext cx="15240" cy="320040"/>
            </p14:xfrm>
          </p:contentPart>
        </mc:Choice>
        <mc:Fallback>
          <p:pic>
            <p:nvPicPr>
              <p:cNvPr id="14" name="잉크 43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093720" y="3307080"/>
                <a:ext cx="1524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잉크 44"/>
              <p14:cNvContentPartPr/>
              <p14:nvPr/>
            </p14:nvContentPartPr>
            <p14:xfrm>
              <a:off x="3200400" y="3360420"/>
              <a:ext cx="99060" cy="198120"/>
            </p14:xfrm>
          </p:contentPart>
        </mc:Choice>
        <mc:Fallback>
          <p:pic>
            <p:nvPicPr>
              <p:cNvPr id="15" name="잉크 44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200400" y="3360420"/>
                <a:ext cx="99060" cy="19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잉크 45"/>
              <p14:cNvContentPartPr/>
              <p14:nvPr/>
            </p14:nvContentPartPr>
            <p14:xfrm>
              <a:off x="3345180" y="3352800"/>
              <a:ext cx="152400" cy="175260"/>
            </p14:xfrm>
          </p:contentPart>
        </mc:Choice>
        <mc:Fallback>
          <p:pic>
            <p:nvPicPr>
              <p:cNvPr id="16" name="잉크 45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345180" y="3352800"/>
                <a:ext cx="152400" cy="1752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" name="잉크 46"/>
              <p14:cNvContentPartPr/>
              <p14:nvPr/>
            </p14:nvContentPartPr>
            <p14:xfrm>
              <a:off x="3261360" y="3596640"/>
              <a:ext cx="137160" cy="83820"/>
            </p14:xfrm>
          </p:contentPart>
        </mc:Choice>
        <mc:Fallback>
          <p:pic>
            <p:nvPicPr>
              <p:cNvPr id="17" name="잉크 46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261360" y="3596640"/>
                <a:ext cx="137160" cy="838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잉크 47"/>
              <p14:cNvContentPartPr/>
              <p14:nvPr/>
            </p14:nvContentPartPr>
            <p14:xfrm>
              <a:off x="3688080" y="3398520"/>
              <a:ext cx="236220" cy="228600"/>
            </p14:xfrm>
          </p:contentPart>
        </mc:Choice>
        <mc:Fallback>
          <p:pic>
            <p:nvPicPr>
              <p:cNvPr id="18" name="잉크 47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688080" y="3398520"/>
                <a:ext cx="236220" cy="228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0550" y="146050"/>
            <a:ext cx="10363835" cy="762635"/>
          </a:xfrm>
        </p:spPr>
        <p:txBody>
          <a:bodyPr/>
          <a:lstStyle/>
          <a:p>
            <a:r>
              <a:rPr lang="ko-KR" altLang="en-US" dirty="0"/>
              <a:t>강의개요</a:t>
            </a:r>
            <a:br>
              <a:rPr lang="en-US" altLang="ko-KR" dirty="0"/>
            </a:br>
            <a:r>
              <a:rPr lang="en-US" altLang="ko-KR" dirty="0"/>
              <a:t>						      </a:t>
            </a:r>
            <a:r>
              <a:rPr lang="ko-KR" altLang="en-US" sz="1600" b="0" dirty="0">
                <a:latin typeface="+mn-ea"/>
                <a:ea typeface="+mn-ea"/>
              </a:rPr>
              <a:t>강의소개 및 개요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92455" y="1152525"/>
            <a:ext cx="10363835" cy="5020310"/>
          </a:xfrm>
        </p:spPr>
        <p:txBody>
          <a:bodyPr>
            <a:normAutofit/>
          </a:bodyPr>
          <a:lstStyle/>
          <a:p>
            <a:r>
              <a:rPr lang="ko-KR" altLang="en-US" dirty="0"/>
              <a:t>유의사항</a:t>
            </a:r>
            <a:endParaRPr lang="en-US" altLang="ko-KR" dirty="0"/>
          </a:p>
          <a:p>
            <a:pPr lvl="1"/>
            <a:r>
              <a:rPr lang="ko-KR" altLang="en-US" dirty="0"/>
              <a:t>본 강의를 듣는 수강생으로써 특별한 사유가 없이 결시 했을 경우 감점을 통해 성적에 불이익을 받을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중간고사</a:t>
            </a:r>
            <a:r>
              <a:rPr lang="en-US" altLang="ko-KR" dirty="0"/>
              <a:t>, </a:t>
            </a:r>
            <a:r>
              <a:rPr lang="ko-KR" altLang="en-US" dirty="0"/>
              <a:t>기말고사</a:t>
            </a:r>
            <a:r>
              <a:rPr lang="en-US" altLang="ko-KR" dirty="0"/>
              <a:t> </a:t>
            </a:r>
            <a:r>
              <a:rPr lang="ko-KR" altLang="en-US" dirty="0"/>
              <a:t>미응시에는 </a:t>
            </a:r>
            <a:r>
              <a:rPr lang="en-US" altLang="ko-KR" dirty="0"/>
              <a:t>F</a:t>
            </a:r>
            <a:r>
              <a:rPr lang="ko-KR" altLang="en-US" dirty="0"/>
              <a:t>학점을 부여한다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떠들거나 주위 학우에게 피해를 주었을 시 태도 점수에서 감점 처리한다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 bwMode="auto">
          <a:xfrm>
            <a:off x="7112000" y="641985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r" defTabSz="914400" rtl="0" eaLnBrk="1" latinLnBrk="1" hangingPunct="1">
              <a:lnSpc>
                <a:spcPct val="100000"/>
              </a:lnSpc>
              <a:spcBef>
                <a:spcPct val="0"/>
              </a:spcBef>
              <a:defRPr kumimoji="0" sz="1300" kern="1200">
                <a:solidFill>
                  <a:schemeClr val="tx2"/>
                </a:solidFill>
                <a:latin typeface="+mn-ea"/>
                <a:ea typeface="굴림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1195705" y="6393180"/>
            <a:ext cx="4147185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6" name="텍스트 상자 48"/>
          <p:cNvSpPr txBox="1">
            <a:spLocks/>
          </p:cNvSpPr>
          <p:nvPr/>
        </p:nvSpPr>
        <p:spPr>
          <a:xfrm rot="0">
            <a:off x="5494020" y="1592580"/>
            <a:ext cx="3414395" cy="25463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050">
                <a:latin typeface="맑은 고딕" charset="0"/>
                <a:ea typeface="맑은 고딕" charset="0"/>
              </a:rPr>
              <a:t>사정 </a:t>
            </a:r>
            <a:r>
              <a:rPr lang="ko-KR" sz="1050">
                <a:latin typeface="맑은 고딕" charset="0"/>
                <a:ea typeface="맑은 고딕" charset="0"/>
              </a:rPr>
              <a:t>있으면 </a:t>
            </a:r>
            <a:r>
              <a:rPr lang="ko-KR" sz="1050">
                <a:latin typeface="맑은 고딕" charset="0"/>
                <a:ea typeface="맑은 고딕" charset="0"/>
              </a:rPr>
              <a:t>교수님한테 </a:t>
            </a:r>
            <a:r>
              <a:rPr lang="ko-KR" sz="1050">
                <a:latin typeface="맑은 고딕" charset="0"/>
                <a:ea typeface="맑은 고딕" charset="0"/>
              </a:rPr>
              <a:t>말하면 됌</a:t>
            </a:r>
            <a:r>
              <a:rPr lang="ko-KR" sz="1050">
                <a:latin typeface="맑은 고딕" charset="0"/>
                <a:ea typeface="맑은 고딕" charset="0"/>
              </a:rPr>
              <a:t> </a:t>
            </a:r>
            <a:r>
              <a:rPr lang="ko-KR" sz="1050">
                <a:latin typeface="맑은 고딕" charset="0"/>
                <a:ea typeface="맑은 고딕" charset="0"/>
              </a:rPr>
              <a:t>날</a:t>
            </a:r>
            <a:r>
              <a:rPr lang="ko-KR" sz="1050">
                <a:latin typeface="맑은 고딕" charset="0"/>
                <a:ea typeface="맑은 고딕" charset="0"/>
              </a:rPr>
              <a:t>짜 </a:t>
            </a:r>
            <a:r>
              <a:rPr lang="ko-KR" sz="1050">
                <a:latin typeface="맑은 고딕" charset="0"/>
                <a:ea typeface="맑은 고딕" charset="0"/>
              </a:rPr>
              <a:t>주</a:t>
            </a:r>
            <a:r>
              <a:rPr lang="ko-KR" sz="1050">
                <a:latin typeface="맑은 고딕" charset="0"/>
                <a:ea typeface="맑은 고딕" charset="0"/>
              </a:rPr>
              <a:t>실꺼</a:t>
            </a:r>
            <a:endParaRPr lang="ko-KR" altLang="en-US" sz="105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0550" y="146050"/>
            <a:ext cx="10363835" cy="762635"/>
          </a:xfrm>
        </p:spPr>
        <p:txBody>
          <a:bodyPr/>
          <a:lstStyle/>
          <a:p>
            <a:r>
              <a:rPr lang="ko-KR" altLang="en-US" dirty="0"/>
              <a:t>강의 개요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92455" y="1152525"/>
            <a:ext cx="10363835" cy="5020310"/>
          </a:xfrm>
        </p:spPr>
        <p:txBody>
          <a:bodyPr>
            <a:noAutofit/>
          </a:bodyPr>
          <a:lstStyle/>
          <a:p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1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주차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-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수업 소개 및 개발 툴 사용법</a:t>
            </a:r>
          </a:p>
          <a:p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2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주차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- HTML5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의 기본요소 살펴보기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/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입력양식과 시멘틱 태그</a:t>
            </a:r>
          </a:p>
          <a:p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3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주차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- CSS3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스타일시트 기초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/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박스 모델과 응용</a:t>
            </a:r>
          </a:p>
          <a:p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4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주차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- CSS3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레이아웃과 애니메이션</a:t>
            </a:r>
          </a:p>
          <a:p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5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주차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-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기초 문법 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-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변수 선언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,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연산자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,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제어문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,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함수</a:t>
            </a:r>
          </a:p>
          <a:p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6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주차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-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객체 개요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,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속성과 메서드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,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생성자 함수</a:t>
            </a:r>
          </a:p>
          <a:p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7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주차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- Object, Number, String, Array, Date/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프로그램 만들기</a:t>
            </a:r>
          </a:p>
          <a:p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8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주차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-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중간고사</a:t>
            </a:r>
          </a:p>
          <a:p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9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주차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-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문서객체모델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(DOM)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살펴보기</a:t>
            </a:r>
          </a:p>
          <a:p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10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주차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-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다양한 이벤트의 종류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/HTML5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캔버스 활용하기</a:t>
            </a:r>
          </a:p>
          <a:p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11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주차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-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웹서버 구축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/JSP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기초 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-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기본문법</a:t>
            </a:r>
          </a:p>
          <a:p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12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주차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-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웹서버 구축 활용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/JSP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활용 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- MVC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모델 간단하게 구현하기</a:t>
            </a:r>
          </a:p>
          <a:p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13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주차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-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모바일 웹 프로그래밍에 필요한 프레임워크 알아보기</a:t>
            </a:r>
          </a:p>
          <a:p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14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주차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- HTML5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웹 스토리지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,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파일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API,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웹 소켓 등</a:t>
            </a:r>
          </a:p>
          <a:p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15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주차</a:t>
            </a:r>
            <a:r>
              <a:rPr lang="en-US" altLang="ko-KR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 - </a:t>
            </a:r>
            <a:r>
              <a:rPr lang="ko-KR" altLang="en-US" sz="14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기말고사</a:t>
            </a:r>
            <a:endParaRPr lang="en-US" altLang="ko-KR" sz="1400" dirty="0">
              <a:latin typeface="Malgun Gothic Semilight" panose="020B0502040204020203" pitchFamily="50" charset="-127"/>
              <a:ea typeface="Malgun Gothic Semilight" panose="020B0502040204020203" pitchFamily="50" charset="-127"/>
              <a:cs typeface="Malgun Gothic Semilight" panose="020B0502040204020203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 bwMode="auto">
          <a:xfrm>
            <a:off x="7112000" y="641985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marL="0" algn="r" defTabSz="914400" rtl="0" eaLnBrk="1" latinLnBrk="1" hangingPunct="1">
              <a:lnSpc>
                <a:spcPct val="100000"/>
              </a:lnSpc>
              <a:spcBef>
                <a:spcPct val="0"/>
              </a:spcBef>
              <a:defRPr kumimoji="0" sz="1300" kern="1200">
                <a:solidFill>
                  <a:schemeClr val="tx2"/>
                </a:solidFill>
                <a:latin typeface="+mn-ea"/>
                <a:ea typeface="굴림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753E709-C6A3-4DBD-82F7-6E5ED028B16F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1195705" y="6393180"/>
            <a:ext cx="4147185" cy="349885"/>
          </a:xfrm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">
            <p14:nvContentPartPr>
              <p14:cNvPr id="6" name="잉크 50"/>
              <p14:cNvContentPartPr/>
              <p14:nvPr/>
            </p14:nvContentPartPr>
            <p14:xfrm>
              <a:off x="586740" y="2857500"/>
              <a:ext cx="6431280" cy="106680"/>
            </p14:xfrm>
          </p:contentPart>
        </mc:Choice>
        <mc:Fallback>
          <p:pic>
            <p:nvPicPr>
              <p:cNvPr id="6" name="잉크 50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6740" y="2857500"/>
                <a:ext cx="6431280" cy="10668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텍스트 상자 51"/>
          <p:cNvSpPr txBox="1">
            <a:spLocks/>
          </p:cNvSpPr>
          <p:nvPr/>
        </p:nvSpPr>
        <p:spPr>
          <a:xfrm rot="0">
            <a:off x="6019800" y="2964180"/>
            <a:ext cx="4785995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여</a:t>
            </a:r>
            <a:r>
              <a:rPr lang="ko-KR" sz="1800">
                <a:latin typeface="맑은 고딕" charset="0"/>
                <a:ea typeface="맑은 고딕" charset="0"/>
              </a:rPr>
              <a:t>기부터</a:t>
            </a:r>
            <a:r>
              <a:rPr sz="1800">
                <a:latin typeface="맑은 고딕" charset="0"/>
                <a:ea typeface="맑은 고딕" charset="0"/>
              </a:rPr>
              <a:t> </a:t>
            </a:r>
            <a:r>
              <a:rPr lang="ko-KR" sz="1800">
                <a:latin typeface="맑은 고딕" charset="0"/>
                <a:ea typeface="맑은 고딕" charset="0"/>
              </a:rPr>
              <a:t>앞전 </a:t>
            </a:r>
            <a:r>
              <a:rPr lang="ko-KR" sz="1800">
                <a:latin typeface="맑은 고딕" charset="0"/>
                <a:ea typeface="맑은 고딕" charset="0"/>
              </a:rPr>
              <a:t>배운 </a:t>
            </a:r>
            <a:r>
              <a:rPr lang="ko-KR" sz="1800">
                <a:latin typeface="맑은 고딕" charset="0"/>
                <a:ea typeface="맑은 고딕" charset="0"/>
              </a:rPr>
              <a:t>상식을 가지고 </a:t>
            </a:r>
            <a:r>
              <a:rPr lang="ko-KR" sz="1800">
                <a:latin typeface="맑은 고딕" charset="0"/>
                <a:ea typeface="맑은 고딕" charset="0"/>
              </a:rPr>
              <a:t>활용하는 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8" name="텍스트 상자 52"/>
          <p:cNvSpPr txBox="1">
            <a:spLocks/>
          </p:cNvSpPr>
          <p:nvPr/>
        </p:nvSpPr>
        <p:spPr>
          <a:xfrm rot="0">
            <a:off x="7459980" y="1935480"/>
            <a:ext cx="2279015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복습 </a:t>
            </a:r>
            <a:r>
              <a:rPr sz="1800">
                <a:latin typeface="맑은 고딕" charset="0"/>
                <a:ea typeface="맑은 고딕" charset="0"/>
              </a:rPr>
              <a:t>자주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506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FCB550-1BC0-5C2E-02B1-ABB2ABE72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146050"/>
            <a:ext cx="10363835" cy="762635"/>
          </a:xfrm>
        </p:spPr>
        <p:txBody>
          <a:bodyPr/>
          <a:lstStyle/>
          <a:p>
            <a:r>
              <a:rPr lang="ko-KR" altLang="en-US" dirty="0"/>
              <a:t>개발환경</a:t>
            </a:r>
            <a:br>
              <a:rPr lang="en-US" altLang="ko-KR" dirty="0"/>
            </a:br>
            <a:r>
              <a:rPr lang="en-US" altLang="ko-KR" dirty="0"/>
              <a:t>						</a:t>
            </a:r>
            <a:r>
              <a:rPr lang="ko-KR" altLang="en-US" dirty="0"/>
              <a:t>웹 개발을 위한 개발 툴의 종류</a:t>
            </a:r>
          </a:p>
        </p:txBody>
      </p:sp>
      <p:sp>
        <p:nvSpPr>
          <p:cNvPr id="3" name="텍스트 개체 틀 2"/>
          <p:cNvSpPr txBox="1">
            <a:spLocks noGrp="1"/>
          </p:cNvSpPr>
          <p:nvPr>
            <p:ph type="body" idx="1"/>
          </p:nvPr>
        </p:nvSpPr>
        <p:spPr>
          <a:xfrm rot="0">
            <a:off x="965835" y="1228725"/>
            <a:ext cx="10363835" cy="5020310"/>
          </a:xfrm>
          <a:prstGeom prst="rect"/>
          <a:noFill/>
          <a:ln>
            <a:noFill/>
            <a:prstDash/>
          </a:ln>
        </p:spPr>
        <p:txBody>
          <a:bodyPr wrap="square" lIns="91440" tIns="45720" rIns="91440" bIns="45720" numCol="1" vert="horz" anchor="t">
            <a:normAutofit fontScale="100000" lnSpcReduction="10000"/>
          </a:bodyPr>
          <a:lstStyle/>
          <a:p>
            <a:pPr marL="457200" indent="-342900">
              <a:buFont typeface="Arial"/>
              <a:buChar char="■"/>
            </a:pPr>
            <a:r>
              <a:rPr lang="en-US" altLang="ko-KR" b="1"/>
              <a:t>Eclipse IDE</a:t>
            </a:r>
            <a:endParaRPr lang="ko-KR" altLang="en-US" b="1"/>
          </a:p>
          <a:p>
            <a:pPr marL="914400" indent="-342900" lvl="1">
              <a:buFont typeface="Arial"/>
              <a:buChar char="⬥"/>
            </a:pPr>
            <a:r>
              <a:rPr lang="en-US" altLang="ko-KR"/>
              <a:t>Eclipse</a:t>
            </a:r>
            <a:r>
              <a:rPr lang="ko-KR" altLang="en-US"/>
              <a:t>는 오픈 소스 기반의 통 개발 환경</a:t>
            </a:r>
            <a:r>
              <a:rPr lang="en-US" altLang="ko-KR"/>
              <a:t>(IDE)</a:t>
            </a:r>
            <a:endParaRPr lang="ko-KR" altLang="en-US"/>
          </a:p>
          <a:p>
            <a:pPr marL="1371600" indent="-331470" lvl="2">
              <a:buFont typeface="Arial"/>
              <a:buChar char="–"/>
            </a:pPr>
            <a:r>
              <a:rPr lang="ko-KR" altLang="en-US"/>
              <a:t>원래 </a:t>
            </a:r>
            <a:r>
              <a:rPr lang="en-US" altLang="ko-KR"/>
              <a:t>Java </a:t>
            </a:r>
            <a:r>
              <a:rPr lang="ko-KR" altLang="en-US"/>
              <a:t>개발에 중점을 두업으로나 다양한 플러그인을 통해 웹 개발에도 활용할 수 있게 되었음</a:t>
            </a:r>
            <a:endParaRPr lang="ko-KR" altLang="en-US"/>
          </a:p>
          <a:p>
            <a:pPr marL="1371600" indent="-331470" lvl="2">
              <a:buFont typeface="Arial"/>
              <a:buChar char="–"/>
            </a:pPr>
            <a:r>
              <a:rPr lang="en-US" altLang="ko-KR" b="1"/>
              <a:t>Eclipse Web Tools Platform(WTP)</a:t>
            </a:r>
            <a:r>
              <a:rPr lang="ko-KR" altLang="en-US"/>
              <a:t> </a:t>
            </a:r>
            <a:r>
              <a:rPr lang="en-US" altLang="ko-KR"/>
              <a:t>- </a:t>
            </a:r>
            <a:r>
              <a:rPr lang="ko-KR" altLang="en-US"/>
              <a:t>플러그인</a:t>
            </a:r>
            <a:endParaRPr lang="ko-KR" altLang="en-US"/>
          </a:p>
          <a:p>
            <a:pPr marL="1828800" indent="-342900" lvl="3">
              <a:buFont typeface="Arial"/>
              <a:buChar char="⬥"/>
            </a:pPr>
            <a:r>
              <a:rPr lang="en-US" altLang="ko-KR"/>
              <a:t>HTML, CSS, JavaScript </a:t>
            </a:r>
            <a:r>
              <a:rPr lang="ko-KR" altLang="en-US"/>
              <a:t>등 웹 기술을 지원하는 환경으로 확장할 수 있음</a:t>
            </a:r>
            <a:endParaRPr lang="ko-KR" altLang="en-US"/>
          </a:p>
          <a:p>
            <a:pPr marL="914400" indent="-342900" lvl="1">
              <a:buFont typeface="Arial"/>
              <a:buChar char="⬥"/>
            </a:pPr>
            <a:r>
              <a:rPr lang="ko-KR" altLang="en-US" b="1"/>
              <a:t>플러그인 및 확장성</a:t>
            </a:r>
            <a:endParaRPr lang="ko-KR" altLang="en-US" b="1"/>
          </a:p>
          <a:p>
            <a:pPr marL="1371600" indent="-331470" lvl="2">
              <a:buFont typeface="Arial"/>
              <a:buChar char="–"/>
            </a:pPr>
            <a:r>
              <a:rPr lang="en-US" altLang="ko-KR" b="1"/>
              <a:t>JSDT(JavaScript Development Tools)</a:t>
            </a:r>
            <a:r>
              <a:rPr lang="ko-KR" altLang="en-US"/>
              <a:t>나 </a:t>
            </a:r>
            <a:r>
              <a:rPr lang="en-US" altLang="ko-KR" b="1"/>
              <a:t>WTP </a:t>
            </a:r>
            <a:r>
              <a:rPr lang="ko-KR" altLang="en-US" b="1"/>
              <a:t>플러그인</a:t>
            </a:r>
            <a:r>
              <a:rPr lang="ko-KR" altLang="en-US"/>
              <a:t>을 사용</a:t>
            </a:r>
            <a:endParaRPr lang="ko-KR" altLang="en-US"/>
          </a:p>
          <a:p>
            <a:pPr marL="1828800" indent="-342900" lvl="3">
              <a:buFont typeface="Arial"/>
              <a:buChar char="⬥"/>
            </a:pPr>
            <a:r>
              <a:rPr lang="ko-KR" altLang="en-US" b="1"/>
              <a:t>활용할 수 있는 기능</a:t>
            </a:r>
            <a:endParaRPr lang="ko-KR" altLang="en-US" b="1"/>
          </a:p>
          <a:p>
            <a:pPr marL="2286000" indent="-342900" lvl="4">
              <a:buFont typeface="Arial"/>
              <a:buChar char="⬥"/>
            </a:pPr>
            <a:r>
              <a:rPr lang="ko-KR" altLang="en-US"/>
              <a:t>코드 자동 완성</a:t>
            </a:r>
            <a:endParaRPr lang="ko-KR" altLang="en-US"/>
          </a:p>
          <a:p>
            <a:pPr marL="2286000" indent="-342900" lvl="4">
              <a:buFont typeface="Arial"/>
              <a:buChar char="⬥"/>
            </a:pPr>
            <a:r>
              <a:rPr lang="ko-KR" altLang="en-US"/>
              <a:t>구문 강조</a:t>
            </a:r>
            <a:endParaRPr lang="ko-KR" altLang="en-US"/>
          </a:p>
          <a:p>
            <a:pPr marL="2286000" indent="-342900" lvl="4">
              <a:buFont typeface="Arial"/>
              <a:buChar char="⬥"/>
            </a:pPr>
            <a:r>
              <a:rPr lang="ko-KR" altLang="en-US"/>
              <a:t>디버깅 및 서버 연동 기능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EA9E37-2C28-47E6-26DE-EA6C2EE9423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82455" y="6419850"/>
            <a:ext cx="2540635" cy="30543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텍스트 상자 53"/>
          <p:cNvSpPr txBox="1">
            <a:spLocks/>
          </p:cNvSpPr>
          <p:nvPr/>
        </p:nvSpPr>
        <p:spPr>
          <a:xfrm rot="0">
            <a:off x="3375660" y="1371600"/>
            <a:ext cx="8405495" cy="27813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200">
                <a:latin typeface="맑은 고딕" charset="0"/>
                <a:ea typeface="맑은 고딕" charset="0"/>
              </a:rPr>
              <a:t>자바 </a:t>
            </a:r>
            <a:r>
              <a:rPr lang="ko-KR" sz="1200">
                <a:latin typeface="맑은 고딕" charset="0"/>
                <a:ea typeface="맑은 고딕" charset="0"/>
              </a:rPr>
              <a:t>버전 말고 엔터프라이즈버전? 으로 설치</a:t>
            </a:r>
            <a:r>
              <a:rPr lang="ko-KR" sz="1200">
                <a:latin typeface="맑은 고딕" charset="0"/>
                <a:ea typeface="맑은 고딕" charset="0"/>
              </a:rPr>
              <a:t>해-</a:t>
            </a:r>
            <a:r>
              <a:rPr lang="ko-KR" sz="1200">
                <a:latin typeface="맑은 고딕" charset="0"/>
                <a:ea typeface="맑은 고딕" charset="0"/>
              </a:rPr>
              <a:t>&gt; </a:t>
            </a:r>
            <a:r>
              <a:rPr lang="ko-KR" sz="1200">
                <a:latin typeface="맑은 고딕" charset="0"/>
                <a:ea typeface="맑은 고딕" charset="0"/>
              </a:rPr>
              <a:t>자바 먼저 </a:t>
            </a:r>
            <a:r>
              <a:rPr lang="ko-KR" sz="1200">
                <a:latin typeface="맑은 고딕" charset="0"/>
                <a:ea typeface="맑은 고딕" charset="0"/>
              </a:rPr>
              <a:t>설치</a:t>
            </a:r>
            <a:r>
              <a:rPr lang="ko-KR" sz="1200">
                <a:latin typeface="맑은 고딕" charset="0"/>
                <a:ea typeface="맑은 고딕" charset="0"/>
              </a:rPr>
              <a:t>하고 </a:t>
            </a:r>
            <a:r>
              <a:rPr lang="ko-KR" sz="1200">
                <a:latin typeface="맑은 고딕" charset="0"/>
                <a:ea typeface="맑은 고딕" charset="0"/>
              </a:rPr>
              <a:t>!</a:t>
            </a:r>
            <a:r>
              <a:rPr lang="ko-KR" sz="1200">
                <a:latin typeface="맑은 고딕" charset="0"/>
                <a:ea typeface="맑은 고딕" charset="0"/>
              </a:rPr>
              <a:t> </a:t>
            </a:r>
            <a:r>
              <a:rPr lang="ko-KR" sz="1200">
                <a:latin typeface="맑은 고딕" charset="0"/>
                <a:ea typeface="맑은 고딕" charset="0"/>
              </a:rPr>
              <a:t>그냥 수업</a:t>
            </a:r>
            <a:r>
              <a:rPr lang="ko-KR" sz="1200">
                <a:latin typeface="맑은 고딕" charset="0"/>
                <a:ea typeface="맑은 고딕" charset="0"/>
              </a:rPr>
              <a:t>때 </a:t>
            </a:r>
            <a:r>
              <a:rPr lang="ko-KR" sz="1200">
                <a:latin typeface="맑은 고딕" charset="0"/>
                <a:ea typeface="맑은 고딕" charset="0"/>
              </a:rPr>
              <a:t>설치한데 ...</a:t>
            </a:r>
            <a:endParaRPr lang="ko-KR" altLang="en-US" sz="1200">
              <a:latin typeface="맑은 고딕" charset="0"/>
              <a:ea typeface="맑은 고딕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">
            <p14:nvContentPartPr>
              <p14:cNvPr id="6" name="잉크 54"/>
              <p14:cNvContentPartPr/>
              <p14:nvPr/>
            </p14:nvContentPartPr>
            <p14:xfrm>
              <a:off x="9144000" y="1607820"/>
              <a:ext cx="0" cy="7620"/>
            </p14:xfrm>
          </p:contentPart>
        </mc:Choice>
        <mc:Fallback>
          <p:pic>
            <p:nvPicPr>
              <p:cNvPr id="6" name="잉크 54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144000" y="1607820"/>
                <a:ext cx="0" cy="76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4490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0696-EBE2-4BC1-15AE-CDA8BF342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8C4B5-657D-CA9E-85EB-3D8E31777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개발환경</a:t>
            </a:r>
            <a:br>
              <a:rPr lang="en-US" altLang="ko-KR" dirty="0"/>
            </a:br>
            <a:r>
              <a:rPr lang="en-US" altLang="ko-KR" dirty="0"/>
              <a:t>						</a:t>
            </a:r>
            <a:r>
              <a:rPr lang="ko-KR" altLang="en-US" dirty="0"/>
              <a:t>웹 개발을 위한 개발 툴의 종류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C92663-9EC0-9E72-4F8C-56E72BDD8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WebStorm</a:t>
            </a:r>
          </a:p>
          <a:p>
            <a:pPr lvl="1"/>
            <a:r>
              <a:rPr lang="en-US" altLang="ko-KR" dirty="0"/>
              <a:t>WebStorm</a:t>
            </a:r>
            <a:r>
              <a:rPr lang="ko-KR" altLang="en-US" dirty="0"/>
              <a:t>은 </a:t>
            </a:r>
            <a:r>
              <a:rPr lang="en-US" altLang="ko-KR" dirty="0"/>
              <a:t>JetBrains</a:t>
            </a:r>
            <a:r>
              <a:rPr lang="ko-KR" altLang="en-US" dirty="0"/>
              <a:t>에서 개발한 상용 웹 개발 전용 </a:t>
            </a:r>
            <a:r>
              <a:rPr lang="en-US" altLang="ko-KR" dirty="0"/>
              <a:t>IDE</a:t>
            </a:r>
          </a:p>
          <a:p>
            <a:pPr lvl="2"/>
            <a:r>
              <a:rPr lang="en-US" altLang="ko-KR" dirty="0"/>
              <a:t>JavaScript </a:t>
            </a:r>
            <a:r>
              <a:rPr lang="ko-KR" altLang="en-US" dirty="0"/>
              <a:t>및 관련 프레임워크</a:t>
            </a:r>
            <a:r>
              <a:rPr lang="en-US" altLang="ko-KR" dirty="0"/>
              <a:t>(</a:t>
            </a:r>
            <a:r>
              <a:rPr lang="en-US" altLang="ko-KR" b="1" dirty="0"/>
              <a:t>React, Angular, Vue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에 특화된 기능을 갖추고 있음</a:t>
            </a:r>
            <a:r>
              <a:rPr lang="en-US" altLang="ko-KR" dirty="0"/>
              <a:t> </a:t>
            </a:r>
          </a:p>
          <a:p>
            <a:pPr lvl="2"/>
            <a:r>
              <a:rPr lang="en-US" altLang="ko-KR" dirty="0"/>
              <a:t>IntelliJ </a:t>
            </a:r>
            <a:r>
              <a:rPr lang="ko-KR" altLang="en-US" dirty="0"/>
              <a:t>플랫폼을 기반으로 하여 뛰어난 코드 분석 및 리팩토링 기능을 제공함</a:t>
            </a:r>
            <a:endParaRPr lang="en-US" altLang="ko-KR" dirty="0"/>
          </a:p>
          <a:p>
            <a:pPr lvl="1"/>
            <a:r>
              <a:rPr lang="ko-KR" altLang="en-US" b="1" dirty="0"/>
              <a:t>스마트 코드 완성 및 리팩토링</a:t>
            </a:r>
            <a:endParaRPr lang="en-US" altLang="ko-KR" b="1" dirty="0"/>
          </a:p>
          <a:p>
            <a:pPr lvl="2"/>
            <a:r>
              <a:rPr lang="ko-KR" altLang="en-US" dirty="0"/>
              <a:t>실시간 코드 인텔리전스</a:t>
            </a:r>
            <a:r>
              <a:rPr lang="en-US" altLang="ko-KR" dirty="0"/>
              <a:t>(IntelliSense) </a:t>
            </a:r>
            <a:r>
              <a:rPr lang="ko-KR" altLang="en-US" dirty="0"/>
              <a:t>및</a:t>
            </a:r>
            <a:r>
              <a:rPr lang="en-US" altLang="ko-KR" dirty="0"/>
              <a:t> </a:t>
            </a:r>
            <a:r>
              <a:rPr lang="ko-KR" altLang="en-US" dirty="0"/>
              <a:t>구문 검사와 빠른 리팩토링 도구를 통해 개발 생산성을 높여줌</a:t>
            </a:r>
            <a:endParaRPr lang="en-US" altLang="ko-KR" dirty="0"/>
          </a:p>
          <a:p>
            <a:pPr lvl="1"/>
            <a:r>
              <a:rPr lang="ko-KR" altLang="en-US" b="1" dirty="0"/>
              <a:t>프레임워크 및 라이브러리 지원</a:t>
            </a:r>
            <a:endParaRPr lang="en-US" altLang="ko-KR" b="1" dirty="0"/>
          </a:p>
          <a:p>
            <a:pPr lvl="2"/>
            <a:r>
              <a:rPr lang="ko-KR" altLang="en-US" dirty="0"/>
              <a:t>최신 웹 프레임워크에 대한 기본 설정이 제공됨</a:t>
            </a:r>
            <a:r>
              <a:rPr lang="en-US" altLang="ko-KR" dirty="0"/>
              <a:t> </a:t>
            </a:r>
          </a:p>
          <a:p>
            <a:pPr lvl="2"/>
            <a:r>
              <a:rPr lang="ko-KR" altLang="en-US" dirty="0"/>
              <a:t>프로젝트 초기 설정 시간을 단축할 수 있음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6E9850-29F7-B0A2-BEBB-547E01A096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37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30D6F-5045-4FA8-09EB-07CF401D2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55DF9B-2C68-595A-1397-1B7249CE7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개발환경</a:t>
            </a:r>
            <a:br>
              <a:rPr lang="en-US" altLang="ko-KR" dirty="0"/>
            </a:br>
            <a:r>
              <a:rPr lang="en-US" altLang="ko-KR" dirty="0"/>
              <a:t>						</a:t>
            </a:r>
            <a:r>
              <a:rPr lang="ko-KR" altLang="en-US" dirty="0"/>
              <a:t>웹 개발을 위한 개발 툴의 종류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AB26C8-59D3-D1ED-D1DA-41E5EE1B5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b="1" dirty="0"/>
              <a:t>Visual Studio Code</a:t>
            </a:r>
          </a:p>
          <a:p>
            <a:pPr lvl="1"/>
            <a:r>
              <a:rPr lang="en-US" altLang="ko-KR" dirty="0"/>
              <a:t>Microsoft</a:t>
            </a:r>
            <a:r>
              <a:rPr lang="ko-KR" altLang="en-US" dirty="0"/>
              <a:t>에서 제공하는 무료 오픈 소스 에디터</a:t>
            </a:r>
            <a:endParaRPr lang="en-US" altLang="ko-KR" dirty="0"/>
          </a:p>
          <a:p>
            <a:pPr lvl="1"/>
            <a:r>
              <a:rPr lang="ko-KR" altLang="en-US" dirty="0"/>
              <a:t>가볍고 빠르면서도 확장성이 뛰어난 개발 환경을 제공함</a:t>
            </a:r>
            <a:r>
              <a:rPr lang="en-US" altLang="ko-KR" dirty="0"/>
              <a:t> </a:t>
            </a:r>
          </a:p>
          <a:p>
            <a:pPr lvl="2"/>
            <a:r>
              <a:rPr lang="ko-KR" altLang="en-US" dirty="0"/>
              <a:t>많은 웹 개발자들이 필수 도구로 활용하고 있음</a:t>
            </a:r>
            <a:endParaRPr lang="en-US" altLang="ko-KR" dirty="0"/>
          </a:p>
          <a:p>
            <a:pPr lvl="1"/>
            <a:r>
              <a:rPr lang="ko-KR" altLang="en-US" b="1" dirty="0"/>
              <a:t>확장성</a:t>
            </a:r>
            <a:endParaRPr lang="en-US" altLang="ko-KR" b="1" dirty="0"/>
          </a:p>
          <a:p>
            <a:pPr lvl="2"/>
            <a:r>
              <a:rPr lang="ko-KR" altLang="en-US" dirty="0"/>
              <a:t>방대한 확장</a:t>
            </a:r>
            <a:r>
              <a:rPr lang="en-US" altLang="ko-KR" dirty="0"/>
              <a:t>(Extension) </a:t>
            </a:r>
            <a:r>
              <a:rPr lang="ko-KR" altLang="en-US" dirty="0"/>
              <a:t>라이브러리가 제공됨 </a:t>
            </a:r>
            <a:endParaRPr lang="en-US" altLang="ko-KR" dirty="0"/>
          </a:p>
          <a:p>
            <a:pPr lvl="3"/>
            <a:r>
              <a:rPr lang="ko-KR" altLang="en-US" dirty="0"/>
              <a:t>디버깅</a:t>
            </a:r>
            <a:r>
              <a:rPr lang="en-US" altLang="ko-KR" dirty="0"/>
              <a:t>, </a:t>
            </a:r>
            <a:r>
              <a:rPr lang="ko-KR" altLang="en-US" dirty="0"/>
              <a:t>테마</a:t>
            </a:r>
            <a:r>
              <a:rPr lang="en-US" altLang="ko-KR" dirty="0"/>
              <a:t>, </a:t>
            </a:r>
            <a:r>
              <a:rPr lang="ko-KR" altLang="en-US" dirty="0"/>
              <a:t>코드 스니펫 등</a:t>
            </a:r>
            <a:endParaRPr lang="en-US" altLang="ko-KR" dirty="0"/>
          </a:p>
          <a:p>
            <a:pPr lvl="1"/>
            <a:r>
              <a:rPr lang="ko-KR" altLang="en-US" b="1" dirty="0"/>
              <a:t>내장 터미널 및 </a:t>
            </a:r>
            <a:r>
              <a:rPr lang="en-US" altLang="ko-KR" b="1" dirty="0"/>
              <a:t>Git </a:t>
            </a:r>
            <a:r>
              <a:rPr lang="ko-KR" altLang="en-US" b="1" dirty="0"/>
              <a:t>통합</a:t>
            </a:r>
            <a:endParaRPr lang="en-US" altLang="ko-KR" b="1" dirty="0"/>
          </a:p>
          <a:p>
            <a:pPr lvl="2"/>
            <a:r>
              <a:rPr lang="ko-KR" altLang="en-US" dirty="0"/>
              <a:t>내장 터미널과 </a:t>
            </a:r>
            <a:r>
              <a:rPr lang="en-US" altLang="ko-KR" dirty="0"/>
              <a:t>Git </a:t>
            </a:r>
            <a:r>
              <a:rPr lang="ko-KR" altLang="en-US" dirty="0"/>
              <a:t>지원 기능이 기본으로 제공됨</a:t>
            </a:r>
            <a:r>
              <a:rPr lang="en-US" altLang="ko-KR" dirty="0"/>
              <a:t> </a:t>
            </a:r>
          </a:p>
          <a:p>
            <a:pPr lvl="3"/>
            <a:r>
              <a:rPr lang="ko-KR" altLang="en-US" dirty="0"/>
              <a:t>별도의 도구 없이도 버전 관리 및 명령어 작업이 가능함</a:t>
            </a:r>
            <a:endParaRPr lang="en-US" altLang="ko-KR" dirty="0"/>
          </a:p>
          <a:p>
            <a:pPr lvl="1"/>
            <a:r>
              <a:rPr lang="ko-KR" altLang="en-US" b="1" dirty="0"/>
              <a:t>경량 및 빠른 성능</a:t>
            </a:r>
            <a:endParaRPr lang="en-US" altLang="ko-KR" b="1" dirty="0"/>
          </a:p>
          <a:p>
            <a:pPr lvl="2"/>
            <a:r>
              <a:rPr lang="ko-KR" altLang="en-US" dirty="0"/>
              <a:t>빠른 실행 속도와 낮은 메모리 사용량을 가짐</a:t>
            </a:r>
            <a:endParaRPr lang="en-US" altLang="ko-KR" dirty="0"/>
          </a:p>
          <a:p>
            <a:pPr lvl="2"/>
            <a:r>
              <a:rPr lang="ko-KR" altLang="en-US" dirty="0"/>
              <a:t>대형 프로젝트에서도 효율적으로 작업할 수 있음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5D2BA6-ADF7-B496-5DF7-471D2F06F5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158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6C52EB-AC24-15D0-08EC-800C70E6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개발환경</a:t>
            </a:r>
            <a:br>
              <a:rPr lang="en-US" altLang="ko-KR" dirty="0"/>
            </a:br>
            <a:r>
              <a:rPr lang="en-US" altLang="ko-KR" dirty="0"/>
              <a:t>						Eclipse IDE </a:t>
            </a:r>
            <a:r>
              <a:rPr lang="ko-KR" altLang="en-US" dirty="0"/>
              <a:t>설치하기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B111FB-6239-7B46-A009-1718D076A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Eclipse</a:t>
            </a:r>
            <a:r>
              <a:rPr lang="ko-KR" altLang="en-US" dirty="0"/>
              <a:t>를 설치하기 위해서 </a:t>
            </a:r>
            <a:r>
              <a:rPr lang="en-US" altLang="ko-KR" dirty="0"/>
              <a:t>Java </a:t>
            </a:r>
            <a:r>
              <a:rPr lang="ko-KR" altLang="en-US" dirty="0"/>
              <a:t>가 우선적으로 선행설치 되어 있어야 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>
                <a:hlinkClick r:id="rId2"/>
              </a:rPr>
              <a:t>https://eclipseide.org/</a:t>
            </a:r>
            <a:r>
              <a:rPr lang="en-US" altLang="ko-KR" dirty="0"/>
              <a:t> </a:t>
            </a:r>
            <a:r>
              <a:rPr lang="ko-KR" altLang="en-US" dirty="0"/>
              <a:t>로 접근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사이트에 접속하면 바로 중앙 화면에 보이는 주황색 다운로드 버튼을 클릭한다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Try the Eclipse Installer 2024‑12 R</a:t>
            </a:r>
            <a:r>
              <a:rPr lang="ko-KR" altLang="en-US" dirty="0"/>
              <a:t>의 </a:t>
            </a:r>
            <a:r>
              <a:rPr lang="en-US" altLang="ko-KR" dirty="0"/>
              <a:t>Download</a:t>
            </a:r>
            <a:r>
              <a:rPr lang="ko-KR" altLang="en-US" dirty="0"/>
              <a:t>에서 </a:t>
            </a:r>
            <a:r>
              <a:rPr lang="en-US" altLang="ko-KR" dirty="0"/>
              <a:t>Windows</a:t>
            </a:r>
            <a:r>
              <a:rPr lang="ko-KR" altLang="en-US" dirty="0"/>
              <a:t>의 </a:t>
            </a:r>
            <a:r>
              <a:rPr lang="en-US" altLang="ko-KR" dirty="0"/>
              <a:t>x86_64</a:t>
            </a:r>
            <a:r>
              <a:rPr lang="ko-KR" altLang="en-US" dirty="0"/>
              <a:t>를 클릭하여 설치파일을 다운로드 한다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F9F92B-97F7-4739-EEF4-0D511CA5BA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214F6DF-5515-09A0-0092-7D5D9C7A3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860" y="2046262"/>
            <a:ext cx="4390930" cy="2711158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E10D0E7-C230-92D9-4655-AA3A999B4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46262"/>
            <a:ext cx="4341081" cy="2711158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4009292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a16:creationId xmlns:a16="http://schemas.microsoft.com/office/drawing/2014/main" id="{7DF8ACDE-22BD-566A-2A7A-948ABC810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C8227F-9885-9313-7BB5-35D93D621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146050"/>
            <a:ext cx="10363835" cy="762635"/>
          </a:xfrm>
        </p:spPr>
        <p:txBody>
          <a:bodyPr/>
          <a:lstStyle/>
          <a:p>
            <a:r>
              <a:rPr lang="ko-KR" altLang="en-US" dirty="0"/>
              <a:t>개발환경</a:t>
            </a:r>
            <a:br>
              <a:rPr lang="en-US" altLang="ko-KR" dirty="0"/>
            </a:br>
            <a:r>
              <a:rPr lang="en-US" altLang="ko-KR" dirty="0"/>
              <a:t>						Eclipse IDE </a:t>
            </a:r>
            <a:r>
              <a:rPr lang="ko-KR" altLang="en-US" dirty="0"/>
              <a:t>설치하기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863B6E-BC3A-7998-0C94-4150546E1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2455" y="1152525"/>
            <a:ext cx="10363835" cy="5020310"/>
          </a:xfrm>
        </p:spPr>
        <p:txBody>
          <a:bodyPr>
            <a:normAutofit/>
          </a:bodyPr>
          <a:lstStyle/>
          <a:p>
            <a:r>
              <a:rPr lang="ko-KR" altLang="en-US" dirty="0"/>
              <a:t>다운로드 받은 설치 파일을 더블클릭하면 아래와 같이 실행된다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Eclipse</a:t>
            </a:r>
            <a:r>
              <a:rPr lang="ko-KR" altLang="en-US" dirty="0"/>
              <a:t> </a:t>
            </a:r>
            <a:r>
              <a:rPr lang="en-US" altLang="ko-KR" dirty="0"/>
              <a:t>IDE</a:t>
            </a:r>
            <a:r>
              <a:rPr lang="ko-KR" altLang="en-US" dirty="0"/>
              <a:t>를 웹 개발에 사용되는 것이기 때문에 </a:t>
            </a:r>
            <a:r>
              <a:rPr lang="en-US" altLang="ko-KR" u="sng" dirty="0"/>
              <a:t>Eclipse IDE</a:t>
            </a:r>
            <a:r>
              <a:rPr lang="ko-KR" altLang="en-US" u="sng" dirty="0"/>
              <a:t> </a:t>
            </a:r>
            <a:r>
              <a:rPr lang="en-US" altLang="ko-KR" u="sng" dirty="0"/>
              <a:t>for Enterprise Java and Web Developers</a:t>
            </a:r>
            <a:r>
              <a:rPr lang="ko-KR" altLang="en-US" dirty="0"/>
              <a:t>를 클릭하여 설치를 진행한다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A8C481-0062-57F2-4031-527BD73AC04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82455" y="6419850"/>
            <a:ext cx="2540635" cy="30543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8951AD9-25A5-09A5-BEB4-636960ACC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345" y="1626235"/>
            <a:ext cx="3631565" cy="3185160"/>
          </a:xfrm>
          <a:prstGeom prst="rect">
            <a:avLst/>
          </a:prstGeom>
          <a:ln>
            <a:solidFill>
              <a:srgbClr val="000000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잉크 55"/>
              <p14:cNvContentPartPr/>
              <p14:nvPr/>
            </p14:nvContentPartPr>
            <p14:xfrm>
              <a:off x="4732020" y="2141220"/>
              <a:ext cx="2080260" cy="457200"/>
            </p14:xfrm>
          </p:contentPart>
        </mc:Choice>
        <mc:Fallback>
          <p:pic>
            <p:nvPicPr>
              <p:cNvPr id="8" name="잉크 5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32020" y="2141220"/>
                <a:ext cx="208026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잉크 56"/>
              <p14:cNvContentPartPr/>
              <p14:nvPr/>
            </p14:nvContentPartPr>
            <p14:xfrm>
              <a:off x="4671060" y="2392680"/>
              <a:ext cx="396240" cy="411480"/>
            </p14:xfrm>
          </p:contentPart>
        </mc:Choice>
        <mc:Fallback>
          <p:pic>
            <p:nvPicPr>
              <p:cNvPr id="9" name="잉크 5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71060" y="2392680"/>
                <a:ext cx="396240" cy="41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잉크 57"/>
              <p14:cNvContentPartPr/>
              <p14:nvPr/>
            </p14:nvContentPartPr>
            <p14:xfrm>
              <a:off x="6995160" y="2065020"/>
              <a:ext cx="76200" cy="68580"/>
            </p14:xfrm>
          </p:contentPart>
        </mc:Choice>
        <mc:Fallback>
          <p:pic>
            <p:nvPicPr>
              <p:cNvPr id="10" name="잉크 57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95160" y="2065020"/>
                <a:ext cx="76200" cy="68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잉크 58"/>
              <p14:cNvContentPartPr/>
              <p14:nvPr/>
            </p14:nvContentPartPr>
            <p14:xfrm>
              <a:off x="7185660" y="1935480"/>
              <a:ext cx="99060" cy="548640"/>
            </p14:xfrm>
          </p:contentPart>
        </mc:Choice>
        <mc:Fallback>
          <p:pic>
            <p:nvPicPr>
              <p:cNvPr id="11" name="잉크 58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85660" y="1935480"/>
                <a:ext cx="99060" cy="54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잉크 59"/>
              <p14:cNvContentPartPr/>
              <p14:nvPr/>
            </p14:nvContentPartPr>
            <p14:xfrm>
              <a:off x="7353300" y="1943100"/>
              <a:ext cx="137160" cy="182880"/>
            </p14:xfrm>
          </p:contentPart>
        </mc:Choice>
        <mc:Fallback>
          <p:pic>
            <p:nvPicPr>
              <p:cNvPr id="12" name="잉크 59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353300" y="1943100"/>
                <a:ext cx="13716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잉크 60"/>
              <p14:cNvContentPartPr/>
              <p14:nvPr/>
            </p14:nvContentPartPr>
            <p14:xfrm>
              <a:off x="7444740" y="1943100"/>
              <a:ext cx="205740" cy="60960"/>
            </p14:xfrm>
          </p:contentPart>
        </mc:Choice>
        <mc:Fallback>
          <p:pic>
            <p:nvPicPr>
              <p:cNvPr id="13" name="잉크 60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44740" y="1943100"/>
                <a:ext cx="205740" cy="6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잉크 61"/>
              <p14:cNvContentPartPr/>
              <p14:nvPr/>
            </p14:nvContentPartPr>
            <p14:xfrm>
              <a:off x="7505700" y="1927860"/>
              <a:ext cx="160020" cy="381000"/>
            </p14:xfrm>
          </p:contentPart>
        </mc:Choice>
        <mc:Fallback>
          <p:pic>
            <p:nvPicPr>
              <p:cNvPr id="14" name="잉크 61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505700" y="1927860"/>
                <a:ext cx="160020" cy="3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잉크 62"/>
              <p14:cNvContentPartPr/>
              <p14:nvPr/>
            </p14:nvContentPartPr>
            <p14:xfrm>
              <a:off x="7429500" y="2278380"/>
              <a:ext cx="259080" cy="220980"/>
            </p14:xfrm>
          </p:contentPart>
        </mc:Choice>
        <mc:Fallback>
          <p:pic>
            <p:nvPicPr>
              <p:cNvPr id="15" name="잉크 62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429500" y="2278380"/>
                <a:ext cx="259080" cy="2209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잉크 63"/>
              <p14:cNvContentPartPr/>
              <p14:nvPr/>
            </p14:nvContentPartPr>
            <p14:xfrm>
              <a:off x="7772400" y="1866900"/>
              <a:ext cx="320040" cy="563880"/>
            </p14:xfrm>
          </p:contentPart>
        </mc:Choice>
        <mc:Fallback>
          <p:pic>
            <p:nvPicPr>
              <p:cNvPr id="16" name="잉크 63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772400" y="1866900"/>
                <a:ext cx="320040" cy="56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6774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30056-04B5-945C-BFDB-EC7C7E55D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480A6-E870-CACF-91A4-0E292ABBA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개발환경</a:t>
            </a:r>
            <a:br>
              <a:rPr lang="en-US" altLang="ko-KR" dirty="0"/>
            </a:br>
            <a:r>
              <a:rPr lang="en-US" altLang="ko-KR" dirty="0"/>
              <a:t>						WebStorm </a:t>
            </a:r>
            <a:r>
              <a:rPr lang="ko-KR" altLang="en-US" dirty="0"/>
              <a:t>설치하기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ACB1B5-4E6F-DEC9-CA65-5FED64B2C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WebStorm</a:t>
            </a:r>
            <a:r>
              <a:rPr lang="en-US" altLang="ko-KR" dirty="0"/>
              <a:t> </a:t>
            </a:r>
            <a:r>
              <a:rPr lang="ko-KR" altLang="en-US" dirty="0"/>
              <a:t>은 웹 개발에 최적화된 개발 툴로써 </a:t>
            </a:r>
            <a:r>
              <a:rPr lang="en-US" altLang="ko-KR" b="1" dirty="0"/>
              <a:t>JetBrains</a:t>
            </a:r>
            <a:r>
              <a:rPr lang="ko-KR" altLang="en-US" dirty="0"/>
              <a:t>에서 다운로드 받을 수 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>
                <a:hlinkClick r:id="rId2"/>
              </a:rPr>
              <a:t>https://www.jetbrains.com/ko-kr/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다운로드 버튼을 누르면 다운로드가 시작되고 설치파일을 받을 수 있게 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무료 개발 툴이기 때문에 사용성에는 어려움이 없다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AA3EF-C7AC-E0D6-0528-45B00E2E7B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8DEB6EF-A2F8-0739-E821-9EF0E2F6B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329" y="2539100"/>
            <a:ext cx="4360390" cy="236540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7665D55-456F-3E7C-2018-B9854B985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910" y="2539100"/>
            <a:ext cx="4177655" cy="236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08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5E09AB-BD5A-8C4E-D8E8-2849D3E9C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Assistant Install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68486E-ADDC-7AF3-6D7D-28DEEAB9A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6814" y="1152526"/>
            <a:ext cx="11248102" cy="4717332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altLang="ko-KR" sz="1200" b="1" dirty="0"/>
              <a:t>WebStorm </a:t>
            </a:r>
            <a:r>
              <a:rPr lang="ko-KR" altLang="en-US" sz="1200" b="1" dirty="0"/>
              <a:t>열기</a:t>
            </a:r>
            <a:endParaRPr lang="en-US" altLang="ko-KR" sz="1200" b="1" dirty="0"/>
          </a:p>
          <a:p>
            <a:pPr lvl="1">
              <a:lnSpc>
                <a:spcPct val="170000"/>
              </a:lnSpc>
            </a:pPr>
            <a:r>
              <a:rPr lang="en-US" altLang="ko-KR" sz="1200" dirty="0"/>
              <a:t>WebStorm</a:t>
            </a:r>
            <a:r>
              <a:rPr lang="ko-KR" altLang="en-US" sz="1200" dirty="0"/>
              <a:t>을 열고 보이는 화면에서 </a:t>
            </a:r>
            <a:r>
              <a:rPr lang="en-US" altLang="ko-KR" sz="1200" dirty="0"/>
              <a:t>Configure </a:t>
            </a:r>
            <a:r>
              <a:rPr lang="ko-KR" altLang="en-US" sz="1200" dirty="0"/>
              <a:t>를 클릭하거나 이미 프로젝트가 열린 상태라면</a:t>
            </a:r>
            <a:r>
              <a:rPr lang="en-US" altLang="ko-KR" sz="1200" dirty="0"/>
              <a:t> </a:t>
            </a:r>
            <a:r>
              <a:rPr lang="ko-KR" altLang="en-US" sz="1200" dirty="0"/>
              <a:t>상단 메뉴에서 </a:t>
            </a:r>
            <a:r>
              <a:rPr lang="en-US" altLang="ko-KR" sz="1200" dirty="0"/>
              <a:t>File</a:t>
            </a:r>
            <a:r>
              <a:rPr lang="ko-KR" altLang="en-US" sz="1200" dirty="0"/>
              <a:t>을 선택한다</a:t>
            </a:r>
            <a:r>
              <a:rPr lang="en-US" altLang="ko-KR" sz="1200" dirty="0"/>
              <a:t>.</a:t>
            </a:r>
          </a:p>
          <a:p>
            <a:pPr>
              <a:lnSpc>
                <a:spcPct val="170000"/>
              </a:lnSpc>
            </a:pPr>
            <a:r>
              <a:rPr lang="ko-KR" altLang="en-US" sz="1200" b="1" dirty="0"/>
              <a:t>플러그인 설정 접근</a:t>
            </a:r>
            <a:endParaRPr lang="en-US" altLang="ko-KR" sz="1200" b="1" dirty="0"/>
          </a:p>
          <a:p>
            <a:pPr lvl="1">
              <a:lnSpc>
                <a:spcPct val="170000"/>
              </a:lnSpc>
            </a:pPr>
            <a:r>
              <a:rPr lang="en-US" altLang="ko-KR" sz="1200" dirty="0"/>
              <a:t>File </a:t>
            </a:r>
            <a:r>
              <a:rPr lang="ko-KR" altLang="en-US" sz="1200" dirty="0"/>
              <a:t>메뉴에서 </a:t>
            </a:r>
            <a:r>
              <a:rPr lang="en-US" altLang="ko-KR" sz="1200" dirty="0"/>
              <a:t>Settings</a:t>
            </a:r>
            <a:r>
              <a:rPr lang="ko-KR" altLang="en-US" sz="1200" dirty="0"/>
              <a:t>를 선택한 다음</a:t>
            </a:r>
            <a:r>
              <a:rPr lang="en-US" altLang="ko-KR" sz="1200" dirty="0"/>
              <a:t> </a:t>
            </a:r>
            <a:r>
              <a:rPr lang="ko-KR" altLang="en-US" sz="1200" dirty="0"/>
              <a:t>나타나는 화면에서 </a:t>
            </a:r>
            <a:r>
              <a:rPr lang="en-US" altLang="ko-KR" sz="1200" dirty="0"/>
              <a:t>Plugins </a:t>
            </a:r>
            <a:r>
              <a:rPr lang="ko-KR" altLang="en-US" sz="1200" dirty="0"/>
              <a:t>를 클릭한다</a:t>
            </a:r>
            <a:r>
              <a:rPr lang="en-US" altLang="ko-KR" sz="1200" dirty="0"/>
              <a:t>.</a:t>
            </a:r>
          </a:p>
          <a:p>
            <a:pPr>
              <a:lnSpc>
                <a:spcPct val="170000"/>
              </a:lnSpc>
            </a:pPr>
            <a:r>
              <a:rPr lang="ko-KR" altLang="en-US" sz="1200" b="1" dirty="0"/>
              <a:t>플러그인 검색 및 설치</a:t>
            </a:r>
            <a:r>
              <a:rPr lang="en-US" altLang="ko-KR" sz="1200" b="1" dirty="0"/>
              <a:t> </a:t>
            </a:r>
          </a:p>
          <a:p>
            <a:pPr lvl="1">
              <a:lnSpc>
                <a:spcPct val="170000"/>
              </a:lnSpc>
            </a:pPr>
            <a:r>
              <a:rPr lang="en-US" altLang="ko-KR" sz="1200" dirty="0"/>
              <a:t>Plugins </a:t>
            </a:r>
            <a:r>
              <a:rPr lang="ko-KR" altLang="en-US" sz="1200" dirty="0"/>
              <a:t>탭에서 </a:t>
            </a:r>
            <a:r>
              <a:rPr lang="en-US" altLang="ko-KR" sz="1200" dirty="0"/>
              <a:t>Marketplace </a:t>
            </a:r>
            <a:r>
              <a:rPr lang="ko-KR" altLang="en-US" sz="1200" dirty="0"/>
              <a:t>탭을 선택하여 필요한 플러그인을 검색한다</a:t>
            </a:r>
            <a:r>
              <a:rPr lang="en-US" altLang="ko-KR" sz="1200" dirty="0"/>
              <a:t>.</a:t>
            </a:r>
          </a:p>
          <a:p>
            <a:pPr lvl="1">
              <a:lnSpc>
                <a:spcPct val="170000"/>
              </a:lnSpc>
            </a:pPr>
            <a:r>
              <a:rPr lang="ko-KR" altLang="en-US" sz="1200" dirty="0"/>
              <a:t>원하는 플러그인을 찾았다면 </a:t>
            </a:r>
            <a:r>
              <a:rPr lang="en-US" altLang="ko-KR" sz="1200" dirty="0"/>
              <a:t>Install </a:t>
            </a:r>
            <a:r>
              <a:rPr lang="ko-KR" altLang="en-US" sz="1200" dirty="0"/>
              <a:t>버튼을 클릭하여 설치한다</a:t>
            </a:r>
            <a:r>
              <a:rPr lang="en-US" altLang="ko-KR" sz="1200" dirty="0"/>
              <a:t>.</a:t>
            </a:r>
          </a:p>
          <a:p>
            <a:pPr lvl="2">
              <a:lnSpc>
                <a:spcPct val="170000"/>
              </a:lnSpc>
            </a:pPr>
            <a:r>
              <a:rPr lang="ko-KR" altLang="en-US" sz="1200" dirty="0"/>
              <a:t>설치되어 있지 않으면 </a:t>
            </a:r>
            <a:r>
              <a:rPr lang="en-US" altLang="ko-KR" sz="1200" dirty="0"/>
              <a:t>Install </a:t>
            </a:r>
            <a:r>
              <a:rPr lang="ko-KR" altLang="en-US" sz="1200" dirty="0"/>
              <a:t>버튼이 활성화 되어 있다</a:t>
            </a:r>
            <a:r>
              <a:rPr lang="en-US" altLang="ko-KR" sz="1200" dirty="0"/>
              <a:t>.</a:t>
            </a:r>
          </a:p>
          <a:p>
            <a:pPr>
              <a:lnSpc>
                <a:spcPct val="170000"/>
              </a:lnSpc>
            </a:pPr>
            <a:r>
              <a:rPr lang="ko-KR" altLang="en-US" sz="1200" b="1" dirty="0"/>
              <a:t>재시작</a:t>
            </a:r>
            <a:endParaRPr lang="en-US" altLang="ko-KR" sz="1200" b="1" dirty="0"/>
          </a:p>
          <a:p>
            <a:pPr lvl="1">
              <a:lnSpc>
                <a:spcPct val="170000"/>
              </a:lnSpc>
            </a:pPr>
            <a:r>
              <a:rPr lang="ko-KR" altLang="en-US" sz="1200" dirty="0"/>
              <a:t>플러그인 설치 후</a:t>
            </a:r>
            <a:r>
              <a:rPr lang="en-US" altLang="ko-KR" sz="1200" dirty="0"/>
              <a:t>, WebStorm</a:t>
            </a:r>
            <a:r>
              <a:rPr lang="ko-KR" altLang="en-US" sz="1200" dirty="0"/>
              <a:t>을 재시작해야 할 수 있다</a:t>
            </a:r>
            <a:r>
              <a:rPr lang="en-US" altLang="ko-KR" sz="1200" dirty="0"/>
              <a:t>.</a:t>
            </a:r>
          </a:p>
          <a:p>
            <a:pPr lvl="1">
              <a:lnSpc>
                <a:spcPct val="170000"/>
              </a:lnSpc>
            </a:pPr>
            <a:r>
              <a:rPr lang="ko-KR" altLang="en-US" sz="1200" dirty="0"/>
              <a:t>재시작하라는 메시지가 나타나면 </a:t>
            </a:r>
            <a:r>
              <a:rPr lang="en-US" altLang="ko-KR" sz="1200" dirty="0"/>
              <a:t>Restart IDE </a:t>
            </a:r>
            <a:r>
              <a:rPr lang="ko-KR" altLang="en-US" sz="1200" dirty="0"/>
              <a:t>를 클릭하여 변경사항을 적용한다</a:t>
            </a:r>
            <a:r>
              <a:rPr lang="en-US" altLang="ko-KR" sz="1200" dirty="0"/>
              <a:t>.</a:t>
            </a:r>
          </a:p>
          <a:p>
            <a:pPr>
              <a:lnSpc>
                <a:spcPct val="170000"/>
              </a:lnSpc>
            </a:pPr>
            <a:r>
              <a:rPr lang="ko-KR" altLang="en-US" sz="1200" b="1" dirty="0"/>
              <a:t>플러그인 활성화 확인</a:t>
            </a:r>
            <a:endParaRPr lang="en-US" altLang="ko-KR" sz="1200" b="1" dirty="0"/>
          </a:p>
          <a:p>
            <a:pPr lvl="1">
              <a:lnSpc>
                <a:spcPct val="170000"/>
              </a:lnSpc>
            </a:pPr>
            <a:r>
              <a:rPr lang="en-US" altLang="ko-KR" sz="1200" dirty="0"/>
              <a:t>WebStorm</a:t>
            </a:r>
            <a:r>
              <a:rPr lang="ko-KR" altLang="en-US" sz="1200" dirty="0"/>
              <a:t>이 재시작 된 후</a:t>
            </a:r>
            <a:r>
              <a:rPr lang="en-US" altLang="ko-KR" sz="1200" dirty="0"/>
              <a:t>, </a:t>
            </a:r>
            <a:r>
              <a:rPr lang="ko-KR" altLang="en-US" sz="1200" dirty="0"/>
              <a:t>다시 </a:t>
            </a:r>
            <a:r>
              <a:rPr lang="en-US" altLang="ko-KR" sz="1200" dirty="0"/>
              <a:t>Settings &gt; Plugins</a:t>
            </a:r>
            <a:r>
              <a:rPr lang="ko-KR" altLang="en-US" sz="1200" dirty="0"/>
              <a:t>로 가서 최근 설치한 플러그인이 활성화되어 있는지 확인한다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pPr lvl="2">
              <a:lnSpc>
                <a:spcPct val="170000"/>
              </a:lnSpc>
            </a:pPr>
            <a:endParaRPr lang="en-US" altLang="ko-KR" sz="1200" dirty="0"/>
          </a:p>
          <a:p>
            <a:pPr lvl="2">
              <a:lnSpc>
                <a:spcPct val="170000"/>
              </a:lnSpc>
            </a:pP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0AB605-BE25-330A-F71B-A12C36DC08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2256A7C-96B2-301D-43A3-613BB906F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928" y="1956620"/>
            <a:ext cx="4735988" cy="361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08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5F71B-BCFA-6922-500A-C7C33C257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EB9A39-94CD-CC3F-07E9-0EC077763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개발환경</a:t>
            </a:r>
            <a:br>
              <a:rPr lang="en-US" altLang="ko-KR" dirty="0"/>
            </a:br>
            <a:r>
              <a:rPr lang="en-US" altLang="ko-KR" dirty="0"/>
              <a:t>						WebStorm </a:t>
            </a:r>
            <a:r>
              <a:rPr lang="ko-KR" altLang="en-US" dirty="0"/>
              <a:t>설치하기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8114CD-73B4-2DD3-D858-8418A28C5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다운로드 받은 설치 파일을 더블클릭하면 아래와 같이 실행된다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WebStorm</a:t>
            </a:r>
            <a:r>
              <a:rPr lang="ko-KR" altLang="en-US" dirty="0"/>
              <a:t>이 설치되었으면 오른쪽 그림과 같이 화면이 생성되며</a:t>
            </a:r>
            <a:r>
              <a:rPr lang="en-US" altLang="ko-KR" dirty="0"/>
              <a:t>, </a:t>
            </a:r>
            <a:r>
              <a:rPr lang="ko-KR" altLang="en-US" dirty="0"/>
              <a:t>코드를 작성할 수 있게 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5E167E-BCB1-7556-6CB1-BC45D1B8D3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3EAAD45-3366-FBA1-9C24-AAA28B782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132" y="1724025"/>
            <a:ext cx="4388813" cy="301890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E5057D2-3A7B-687D-A599-F717CFA5B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388" y="1724024"/>
            <a:ext cx="4388813" cy="301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317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88876-C74A-35FF-1EAF-B97C5ACDA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9B83DB-7309-5081-D3DF-A76C6EC5D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개발환경</a:t>
            </a:r>
            <a:br>
              <a:rPr lang="en-US" altLang="ko-KR" dirty="0"/>
            </a:br>
            <a:r>
              <a:rPr lang="en-US" altLang="ko-KR" dirty="0"/>
              <a:t>						Visual Studio Code </a:t>
            </a:r>
            <a:r>
              <a:rPr lang="ko-KR" altLang="en-US" dirty="0"/>
              <a:t>설치하기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D5B9F7-4BBB-05CA-0901-85BFF8B8D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58800"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FB446E-C2AC-2E10-AEC0-06A6F3209C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5" name="차트 개체 틀 4">
            <a:extLst>
              <a:ext uri="{FF2B5EF4-FFF2-40B4-BE49-F238E27FC236}">
                <a16:creationId xmlns:a16="http://schemas.microsoft.com/office/drawing/2014/main" id="{DF702824-EB31-FAED-C6BA-ACB4F1E1B401}"/>
              </a:ext>
            </a:extLst>
          </p:cNvPr>
          <p:cNvSpPr>
            <a:spLocks noGrp="1"/>
          </p:cNvSpPr>
          <p:nvPr>
            <p:ph type="chart" idx="4294967295"/>
          </p:nvPr>
        </p:nvSpPr>
        <p:spPr>
          <a:xfrm>
            <a:off x="590550" y="1152525"/>
            <a:ext cx="9772649" cy="5019675"/>
          </a:xfrm>
        </p:spPr>
        <p:txBody>
          <a:bodyPr/>
          <a:lstStyle/>
          <a:p>
            <a:r>
              <a:rPr lang="en-US" altLang="ko-KR" sz="2000" dirty="0"/>
              <a:t>Visual Studio Code</a:t>
            </a:r>
            <a:r>
              <a:rPr lang="ko-KR" altLang="en-US" sz="2000" dirty="0"/>
              <a:t>는 </a:t>
            </a:r>
            <a:r>
              <a:rPr lang="en-US" altLang="ko-KR" sz="2000" dirty="0">
                <a:hlinkClick r:id="rId2"/>
              </a:rPr>
              <a:t>https://code.visualstudio.com/</a:t>
            </a:r>
            <a:r>
              <a:rPr lang="it-IT" altLang="ko-KR" sz="2000" dirty="0"/>
              <a:t> </a:t>
            </a:r>
            <a:r>
              <a:rPr lang="ko-KR" altLang="en-US" sz="2000" dirty="0"/>
              <a:t>에서 다운로드 받을 수 있다</a:t>
            </a:r>
            <a:r>
              <a:rPr lang="en-US" altLang="ko-KR" sz="2000" dirty="0"/>
              <a:t>.</a:t>
            </a:r>
            <a:r>
              <a:rPr lang="it-IT" altLang="ko-KR" sz="2000" dirty="0"/>
              <a:t> </a:t>
            </a:r>
          </a:p>
          <a:p>
            <a:endParaRPr lang="it-IT" altLang="ko-KR" sz="2000" dirty="0"/>
          </a:p>
          <a:p>
            <a:endParaRPr lang="it-IT" altLang="ko-KR" sz="2000" dirty="0"/>
          </a:p>
          <a:p>
            <a:endParaRPr lang="it-IT" altLang="ko-KR" sz="2000" dirty="0"/>
          </a:p>
          <a:p>
            <a:endParaRPr lang="it-IT" altLang="ko-KR" sz="2000" dirty="0"/>
          </a:p>
          <a:p>
            <a:endParaRPr lang="it-IT" altLang="ko-KR" sz="2000" dirty="0"/>
          </a:p>
          <a:p>
            <a:endParaRPr lang="it-IT" altLang="ko-KR" sz="2000" dirty="0"/>
          </a:p>
          <a:p>
            <a:r>
              <a:rPr lang="en-US" altLang="ko-KR" sz="2000" b="1" dirty="0"/>
              <a:t>Download for Windows</a:t>
            </a:r>
            <a:r>
              <a:rPr lang="ko-KR" altLang="en-US" sz="2000" dirty="0"/>
              <a:t>를 클릭하면 이동하는 페이지에서 자신이 사용하는 운영체제 중에 하나를 선택하여 설치파일을 다운로드 한다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설치파일을 실행하여 설치를 진행한다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1800" dirty="0"/>
              <a:t>설치화면의 지시사항에 따라서 설치하면 된다</a:t>
            </a:r>
            <a:r>
              <a:rPr lang="en-US" altLang="ko-KR" sz="1800" dirty="0"/>
              <a:t>.</a:t>
            </a:r>
          </a:p>
          <a:p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8C612D4-8DAF-2435-DE76-EDB9999E0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364" y="1657444"/>
            <a:ext cx="4211781" cy="2462053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2271F61-783C-AE65-9CFF-1781E78F6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7170" y="1657444"/>
            <a:ext cx="4211781" cy="24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68737"/>
      </p:ext>
    </p:extLst>
  </p:cSld>
  <p:clrMapOvr>
    <a:masterClrMapping/>
  </p:clrMapOvr>
</p:sld>
</file>

<file path=ppt/theme/theme1.xml><?xml version="1.0" encoding="utf-8"?>
<a:theme xmlns:a="http://schemas.openxmlformats.org/drawingml/2006/main" name="가로-고려대마크-1">
  <a:themeElements>
    <a:clrScheme name="가로-고려대마크-1 7">
      <a:dk1>
        <a:srgbClr val="41280D"/>
      </a:dk1>
      <a:lt1>
        <a:srgbClr val="FFFFFF"/>
      </a:lt1>
      <a:dk2>
        <a:srgbClr val="336699"/>
      </a:dk2>
      <a:lt2>
        <a:srgbClr val="666633"/>
      </a:lt2>
      <a:accent1>
        <a:srgbClr val="FFCC66"/>
      </a:accent1>
      <a:accent2>
        <a:srgbClr val="993300"/>
      </a:accent2>
      <a:accent3>
        <a:srgbClr val="FFFFFF"/>
      </a:accent3>
      <a:accent4>
        <a:srgbClr val="362109"/>
      </a:accent4>
      <a:accent5>
        <a:srgbClr val="FFE2B8"/>
      </a:accent5>
      <a:accent6>
        <a:srgbClr val="8A2D00"/>
      </a:accent6>
      <a:hlink>
        <a:srgbClr val="008000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15</Pages>
  <Paragraphs>183</Paragraphs>
  <Words>1101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jjh</dc:creator>
  <cp:lastModifiedBy>a93686351</cp:lastModifiedBy>
  <cp:version>10.105.293.56114</cp:version>
  <dcterms:modified xsi:type="dcterms:W3CDTF">2026-03-04T03:23:39Z</dcterms:modified>
</cp:coreProperties>
</file>