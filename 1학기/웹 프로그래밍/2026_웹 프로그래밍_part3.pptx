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422" r:id="rId3"/>
    <p:sldId id="423" r:id="rId4"/>
    <p:sldId id="424" r:id="rId5"/>
    <p:sldId id="425" r:id="rId6"/>
    <p:sldId id="426" r:id="rId7"/>
    <p:sldId id="427" r:id="rId8"/>
    <p:sldId id="428" r:id="rId9"/>
    <p:sldId id="429" r:id="rId10"/>
    <p:sldId id="430" r:id="rId11"/>
    <p:sldId id="431" r:id="rId12"/>
    <p:sldId id="432" r:id="rId13"/>
    <p:sldId id="433" r:id="rId14"/>
    <p:sldId id="434" r:id="rId15"/>
    <p:sldId id="435" r:id="rId16"/>
    <p:sldId id="436" r:id="rId17"/>
    <p:sldId id="437" r:id="rId18"/>
    <p:sldId id="438" r:id="rId19"/>
    <p:sldId id="439" r:id="rId20"/>
    <p:sldId id="440" r:id="rId21"/>
    <p:sldId id="441" r:id="rId22"/>
    <p:sldId id="442" r:id="rId23"/>
    <p:sldId id="443" r:id="rId24"/>
    <p:sldId id="444" r:id="rId25"/>
    <p:sldId id="445" r:id="rId26"/>
    <p:sldId id="448" r:id="rId27"/>
    <p:sldId id="449" r:id="rId28"/>
    <p:sldId id="450" r:id="rId29"/>
    <p:sldId id="451" r:id="rId30"/>
    <p:sldId id="452" r:id="rId31"/>
    <p:sldId id="453" r:id="rId32"/>
    <p:sldId id="454" r:id="rId33"/>
    <p:sldId id="446" r:id="rId34"/>
    <p:sldId id="447" r:id="rId35"/>
    <p:sldId id="455" r:id="rId36"/>
    <p:sldId id="457" r:id="rId37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0" autoAdjust="0"/>
    <p:restoredTop sz="94660"/>
  </p:normalViewPr>
  <p:slideViewPr>
    <p:cSldViewPr>
      <p:cViewPr varScale="1">
        <p:scale>
          <a:sx n="97" d="100"/>
          <a:sy n="97" d="100"/>
        </p:scale>
        <p:origin x="1992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80" y="4581128"/>
            <a:ext cx="3218382" cy="128240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104" y="4452260"/>
            <a:ext cx="2983409" cy="183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06" y="1154112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6938" y="1700808"/>
            <a:ext cx="5884944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6938" y="3179857"/>
            <a:ext cx="4075603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6938" y="4658906"/>
            <a:ext cx="5588838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520" y="1048961"/>
            <a:ext cx="4824536" cy="521681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3372006"/>
            <a:ext cx="3158316" cy="2880321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197527"/>
            <a:ext cx="4752528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2920" y="1075874"/>
            <a:ext cx="4248472" cy="526297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363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552" y="2276872"/>
            <a:ext cx="5650201" cy="40164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797152"/>
            <a:ext cx="2303140" cy="116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52525"/>
            <a:ext cx="889248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104022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9020" y="2189641"/>
            <a:ext cx="7099324" cy="364715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54" y="4869160"/>
            <a:ext cx="2173180" cy="14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509"/>
            <a:ext cx="8572500" cy="1340371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2913" y="2226344"/>
            <a:ext cx="600676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048" y="5736242"/>
            <a:ext cx="3600400" cy="111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28" y="1628800"/>
            <a:ext cx="3528392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ul.style1 { list-style-type: circle;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6108" y="1628800"/>
            <a:ext cx="383956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8" y="3681037"/>
            <a:ext cx="1442814" cy="14147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08" y="3681037"/>
            <a:ext cx="1442815" cy="141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548283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736"/>
            <a:ext cx="4572000" cy="53245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51936"/>
            <a:ext cx="1466671" cy="425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831081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60" y="2060848"/>
            <a:ext cx="4464496" cy="41549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594" y="3573016"/>
            <a:ext cx="3706812" cy="66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1008112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864" y="2604342"/>
            <a:ext cx="5508104" cy="38318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01" y="3537376"/>
            <a:ext cx="1000125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4305</TotalTime>
  <Words>4327</Words>
  <Application>Microsoft Office PowerPoint</Application>
  <PresentationFormat>화면 슬라이드 쇼(4:3)</PresentationFormat>
  <Paragraphs>763</Paragraphs>
  <Slides>36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굴림</vt:lpstr>
      <vt:lpstr>맑은 고딕</vt:lpstr>
      <vt:lpstr>Tahoma</vt:lpstr>
      <vt:lpstr>Times New Roman</vt:lpstr>
      <vt:lpstr>Wingdings</vt:lpstr>
      <vt:lpstr>가로-고려대마크-1</vt:lpstr>
      <vt:lpstr>웹 프로그래밍  part 3</vt:lpstr>
      <vt:lpstr>CSS</vt:lpstr>
      <vt:lpstr>기본구조/적용방법(1)</vt:lpstr>
      <vt:lpstr>기본구조/적용방법(2)</vt:lpstr>
      <vt:lpstr>기본구조/적용방법(3)</vt:lpstr>
      <vt:lpstr>CSS 선택자(1)</vt:lpstr>
      <vt:lpstr>CSS 선택자(2)</vt:lpstr>
      <vt:lpstr>CSS 선택자(3)</vt:lpstr>
      <vt:lpstr>CSS 선택자(4)</vt:lpstr>
      <vt:lpstr>CSS 선택자(5)       예제1</vt:lpstr>
      <vt:lpstr>CSS 선택자(5)       예제1</vt:lpstr>
      <vt:lpstr>CSS 선택자(6)       예제2</vt:lpstr>
      <vt:lpstr>CSS 선택자(6)       </vt:lpstr>
      <vt:lpstr>CSS 선택자(7)</vt:lpstr>
      <vt:lpstr>CSS 선택자(8)</vt:lpstr>
      <vt:lpstr>CSS 선택자(9)</vt:lpstr>
      <vt:lpstr>CSS 선택자(10)</vt:lpstr>
      <vt:lpstr>CSS 선택자(11)</vt:lpstr>
      <vt:lpstr>CSS 선택자(12)</vt:lpstr>
      <vt:lpstr>박스모델과 응용(1)</vt:lpstr>
      <vt:lpstr>박스모델과 응용(2)</vt:lpstr>
      <vt:lpstr>박스모델과 응용(3)</vt:lpstr>
      <vt:lpstr>박스모델과 응용(4)</vt:lpstr>
      <vt:lpstr>박스모델과 응용(5)</vt:lpstr>
      <vt:lpstr>박스모델과 응용(6)</vt:lpstr>
      <vt:lpstr>박스모델과 응용(7)      리스트 스타일</vt:lpstr>
      <vt:lpstr>박스모델과 응용(8)      리스트 스타일</vt:lpstr>
      <vt:lpstr>박스모델과 응용(9)      리스트 스타일</vt:lpstr>
      <vt:lpstr>박스모델과 응용(10)     네비게이션 바 만들기</vt:lpstr>
      <vt:lpstr>박스모델과 응용(11)     테이블 스타일</vt:lpstr>
      <vt:lpstr>박스모델과 응용(12)     테이블 스타일</vt:lpstr>
      <vt:lpstr>박스모델과 응용(13)     테이블 스타일</vt:lpstr>
      <vt:lpstr>실습 1</vt:lpstr>
      <vt:lpstr>실습 2</vt:lpstr>
      <vt:lpstr>실습 3</vt:lpstr>
      <vt:lpstr>실습 3 - 응용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정보기기 소프트웨어 설계(1학기)</dc:title>
  <dc:creator>조재한</dc:creator>
  <cp:lastModifiedBy>Jaehan Cho</cp:lastModifiedBy>
  <cp:revision>495</cp:revision>
  <dcterms:created xsi:type="dcterms:W3CDTF">2015-03-01T11:03:35Z</dcterms:created>
  <dcterms:modified xsi:type="dcterms:W3CDTF">2026-03-04T03:25:22Z</dcterms:modified>
</cp:coreProperties>
</file>