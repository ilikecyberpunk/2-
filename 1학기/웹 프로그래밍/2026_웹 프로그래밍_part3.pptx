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9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3.xml" ContentType="application/inkml+xml"/>
  <Override PartName="/ppt/ink/ink10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24.xml" ContentType="application/inkml+xml"/>
  <Override PartName="/ppt/ink/ink25.xml" ContentType="application/inkml+xml"/>
  <Override PartName="/ppt/ink/ink36.xml" ContentType="application/inkml+xml"/>
  <Override PartName="/ppt/ink/ink37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91" r:id="rId5"/>
  </p:sldMasterIdLst>
  <p:notesMasterIdLst>
    <p:notesMasterId r:id="rId7"/>
  </p:notesMasterIdLst>
  <p:sldIdLst>
    <p:sldId id="256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6" r:id="rId42"/>
    <p:sldId id="447" r:id="rId43"/>
    <p:sldId id="455" r:id="rId44"/>
    <p:sldId id="457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0">
          <p15:clr>
            <a:srgbClr val="A4A3A4"/>
          </p15:clr>
        </p15:guide>
        <p15:guide id="2" pos="2872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840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92" y="306"/>
      </p:cViewPr>
      <p:guideLst>
        <p:guide orient="horz" pos="2152"/>
        <p:guide pos="287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5" Type="http://schemas.openxmlformats.org/officeDocument/2006/relationships/slide" Target="slides/slide16.xml"></Relationship><Relationship Id="rId26" Type="http://schemas.openxmlformats.org/officeDocument/2006/relationships/slide" Target="slides/slide17.xml"></Relationship><Relationship Id="rId27" Type="http://schemas.openxmlformats.org/officeDocument/2006/relationships/slide" Target="slides/slide18.xml"></Relationship><Relationship Id="rId28" Type="http://schemas.openxmlformats.org/officeDocument/2006/relationships/slide" Target="slides/slide19.xml"></Relationship><Relationship Id="rId29" Type="http://schemas.openxmlformats.org/officeDocument/2006/relationships/slide" Target="slides/slide20.xml"></Relationship><Relationship Id="rId30" Type="http://schemas.openxmlformats.org/officeDocument/2006/relationships/slide" Target="slides/slide21.xml"></Relationship><Relationship Id="rId31" Type="http://schemas.openxmlformats.org/officeDocument/2006/relationships/slide" Target="slides/slide22.xml"></Relationship><Relationship Id="rId32" Type="http://schemas.openxmlformats.org/officeDocument/2006/relationships/slide" Target="slides/slide23.xml"></Relationship><Relationship Id="rId33" Type="http://schemas.openxmlformats.org/officeDocument/2006/relationships/slide" Target="slides/slide24.xml"></Relationship><Relationship Id="rId34" Type="http://schemas.openxmlformats.org/officeDocument/2006/relationships/slide" Target="slides/slide25.xml"></Relationship><Relationship Id="rId35" Type="http://schemas.openxmlformats.org/officeDocument/2006/relationships/slide" Target="slides/slide26.xml"></Relationship><Relationship Id="rId36" Type="http://schemas.openxmlformats.org/officeDocument/2006/relationships/slide" Target="slides/slide27.xml"></Relationship><Relationship Id="rId37" Type="http://schemas.openxmlformats.org/officeDocument/2006/relationships/slide" Target="slides/slide28.xml"></Relationship><Relationship Id="rId38" Type="http://schemas.openxmlformats.org/officeDocument/2006/relationships/slide" Target="slides/slide29.xml"></Relationship><Relationship Id="rId39" Type="http://schemas.openxmlformats.org/officeDocument/2006/relationships/slide" Target="slides/slide30.xml"></Relationship><Relationship Id="rId40" Type="http://schemas.openxmlformats.org/officeDocument/2006/relationships/slide" Target="slides/slide31.xml"></Relationship><Relationship Id="rId41" Type="http://schemas.openxmlformats.org/officeDocument/2006/relationships/slide" Target="slides/slide32.xml"></Relationship><Relationship Id="rId42" Type="http://schemas.openxmlformats.org/officeDocument/2006/relationships/slide" Target="slides/slide33.xml"></Relationship><Relationship Id="rId43" Type="http://schemas.openxmlformats.org/officeDocument/2006/relationships/slide" Target="slides/slide34.xml"></Relationship><Relationship Id="rId44" Type="http://schemas.openxmlformats.org/officeDocument/2006/relationships/slide" Target="slides/slide35.xml"></Relationship><Relationship Id="rId45" Type="http://schemas.openxmlformats.org/officeDocument/2006/relationships/slide" Target="slides/slide36.xml"></Relationship><Relationship Id="rId46" Type="http://schemas.openxmlformats.org/officeDocument/2006/relationships/viewProps" Target="viewProps.xml"></Relationship><Relationship Id="rId47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2151 0,'-52'105,"-248"319,-53 17,-106-53,-88 35,248-229,210-141,72-35,-1-1,1-17,34 18,18-18,124 0,282-53,194-18,-159 18,-35 36,-352 17,-1 0,-18 0,-52 0,0 0,-1 0,-17-18,-17 1,-36-36,-159-88,-176-89,141 71,0 1,-176-142,229 159,17 17,54 1,-71-54,141 125,-35-19,70 53,18 1,-18 17,18 17,0 36,0 159,124 370,158 318,-35-195,35-88,-211-422,-36-125,-35-35,0-17,0 0,0-36,18 18,-18-53,35-53,0-141,53-70,36-71,105-177,-105 301,-36 87,-35 89,-18 0,-17 70,-18 1,0-1,0 0,17 1,1-19,17-34,-17-54,70-34,-70 105,-1 17,1 1,-18 53,-18-1,18-17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2434 0,'-71'105,"-70"89,-353 494,71-176,88-71,158-247,-52 123,17-34,1-1,175-229,-34 35,35-53,35 0,0-35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0 299,'176'-53,"247"-70,-123 52,-159 36,-17 18,-36 34,-71 36,19 53,-19 35,-34 53,-54 18,18-106,-70 105,-71-52,-53 17,159-140,70-19,-35-17,53 18,-18-18,18-18,18 1,106-1,70 0,-106 18,106 0,-106 18,53 17,-70-17,-36 17,-35 36,-53-1,-106 89,-52 17,-54-34,194-90,-123 1,89-35,-54-18,159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1411 0,'-18'70,"-176"300,-124 142,-140 246,193-264,159-353,71-105,18-1,17-35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0,'0'158,"0"266,-17-1,-19-159,-34 54,52-53,1-54,17-70,0-70,0-1,17-17,-17-17,18-19,-18-17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1075 194,'-88'-36,"-159"-70,-105 54,158 104,88 160,53 123,18-123,35-124,0-35,0-35,35-1,53-17,0 0,265-88,35-53,-229 70,70-34,-17-19,-142 71,36-35,-35 17,-54 71,19-52,-19 52,-17 17,-35 18,-36 54,-70 158,35-71,-123 530,141-336,35-158,35-71,18-71,-17-17,-1-18,-17 36,0 0,35-71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2518 486,'-148'360,"-296"339,84-107,-212 107,234-339,253-255,-63 22,148-84,-21-22,-1-21,22 21,22-42,41 21,43-42,127 20,592-41,-20 63,-255 0,-338-21,42 0,-170-1,-20 1,-1 21,-42-21,1 21,-22-21,-22 0,-41-22,-43-41,-169-128,-1122-1016,635 509,296 295,-21 43,382 276,84 84,42 42,0 42,63 22,22 105,42 64,170 572,-170-255,127 255,-127-191,-105-402,20 21,1 42,-1-106,-42-105,-21-64,22 0,-22-42,0 0,0-21,0 21,63-149,43-147,127-128,211-465,-63-42,-169 274,-127 382,-85 190,21 64,-21 21,0 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3555 0,'0'42,"-275"233,-85 127,-232 85,295-233,-380 381,275-275,127-43,42-84,85-42,127-128,-1-42,65-21,-1 0,43 0,21 0,126 0,382 64,64 20,-340-20,1-22,42 22,-233-43,-63-21,-1 0,1 21,-21-21,-22 21,0-21,1 0,-22 0,0 0,-21-21,-21-21,0-1,-64-62,-42-65,-106-63,-63-84,42 63,-508-402,254 254,42 21,127 42,-126-42,338 275,85 85,42 63,0 1,0 41,0 86,0 105,84 85,43 63,233 868,-148-635,-64-84,-64-255,22 22,-63-254,-22-1,0-41,0-1,21-21,-20-21,-1 0,0-21,21-64,128-338,-86 275,107-233,-22 127,-21-43,0 43,85-232,-106 253,21 0,43-212,-128 297,-20 21,-43 106,21 0,-21 0,0 21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3619 380,'-127'212,"-212"148,-21-21,-105-1,-318 213,402-297,296-191,127-63,1 0,20 0,22-21,21 21,359-85,170 1,-233 20,487-63,-571 127,105 0,-338 0,-85-21,0 0,-85-43,-275-190,106 85,-550-233,-1186-297,1398 488,274 62,86 44,232 84,21 21,21 126,64 23,148 210,42 65,64 105,-191-233,149 212,-191-296,21 21,-127-170,43 43,-64-64,21-42,0-42,0-64,21-42,22-212,21-148,-22 297,22-297,-1 211,-84 191,64-21,-43 85,64-43,-64 22,64-43,-22 64,-42 21,-21-1,43 1,-43 0,21 21,-21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3365 0,'-21'105,"-43"107,1-64,-1 0,-486 614,359-550,-274 317,338-360,-170 149,22-22,42 1,85-65,64-62,-22-1,0 22,0 63,64-170,-22 1,1 0,42-1,-22 1,-20-22,42-20,21-1,0-21,-22 0,-20 22,21 41,-21-62,42 20,0-21,-21-21,21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677 0,'-21'0,"-1"21,-41 21,-1-21,22 21,-21-20,20 20,-20-21,-43 43,64-22,-1 0,-41 1,63-22,84-21,-42 0,43 0,-43 0,63 0,1 0,21 0,-64 0,-21 0,22 0,-22 0,-42 0,0 0,21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190 0,'0'42,"0"-21,0 64,-64 190,1-21,0-21,63-106,0-127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719 0,'-21'42,"21"-21,-85 106,1 42,-1 22,0-85,-126 148,147-149,22-41,21-43,21 0,-21-21,21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0,'0'42,"0"42,0-20,0 42,0 42,0 42,0-126,0-22,0-21,0 1,0-1,0-21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2043 0,'-44'44,"-67"89,-222 178,133-111,-200 222,266-288,-110 132,155-155,45-44,-23-45,45 0,0 23,0-45,-1 22,23 0,23-22,-1 0,22-22,23 0,44-45,67 23,-90 21,1 1,-22-22,22 22,0-23,22 1,-22-1,-23 23,23 0,-44 0,21-23,1 23,88-22,-132 21,43 1,1 22,-23-22,-21 0,21-1,-22 23,0-22,-44 22,-44 0,43-22,-66 22,23-22,-45 0,-245-67,179 67,-23-23,0-22,-89-21,200 65,0-43,23 66,21-22,1-1,-1 1,23 0,-22 22,21-22,1 22,0-23,0 23,22-22,-22 22,66 22,23 45,-1 44,1-44,44 44,-67-44,1 21,44 68,-45-67,-22-23,23 1,21 44,-43-44,43 66,-44-88,1 21,21 1,-44-1,22-21,1-1,-1 1,0-23,0 45,-22-45,22 0,-22 0,23-22,-1 22,-22 1,0-1,22-22,0 22,-22 0,22 1,-22-1,23 0,-1 0,-22 0,0-66,0-23,0 23,0-23,0-110,0 65,0 1,22 0,0-133,23 133,-23 22,0-44,0 88,1-44,-23 23,0 21,22-21,-22 21,22 23,0 0,-22-23,0 23,22-22,-22 22,23 22,-23-23,22 1,-22 0,0-23,22 45,-22-44,22-23,1 23,-23 0,22 21,0 1,-22 22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155 111,'44'0,"23"0,22 0,-22 0,21-45,-43 23,-23 22,0 0,1 0,-1-22,0 0,0 22,-44 0,0 0,0 0,-45 0,0 0,23 0,-67 0,89 0,-90 22,90-22,0 22,-45 0,45 0,0 1,0 21,22 0,-22-21,22-1,0 22,0-21,0-1,0 0,0 0,0 0,0 1,0-1,0 0,22-22,0 0,0 0,45 0,-1 0,-43 0,66-22,-67 22,44-45,-43 45,43-44,-66 22,22 0,-22 22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133 0,'0'177,"0"1,0 22,0 22,0-66,0-1,-45 156,23-222,0-22,22-1,-22 1,22 0,-22-45,22 22,0-22,0 1,0-1,0 0,0-44,0-23,0 23,0-44,0 21,0-44,0 45,0-1,0 1,0 22,0-23,0 23,0 0,22 22,22 0,1 0,-23 22,133 22,-88-21,-23-23,67 22,-88-22,-1 0,0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355 666,'-22'0,"0"0,-1 0,1 0,-22 0,-1 0,23-44,0 44,0-23,-23-43,23 43,0-43,0-23,22 45,0-1,0-22,0 23,22 22,22-23,-22 1,1 22,21 0,-22 22,0 0,1 0,-1 0,-22 22,0 22,0-22,0 23,0-23,0 0,0 23,0-23,0 0,0 0,0 1,0 21,0-22,0 0,0 1,0-1,0 0,0 0,0 23,0-23,0 0,0-22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0,'66'355,"45"156,89 444,-133-666,-23 200,-44-334,0 1,0-67,0 44,0-89,0 1,0-23,0-67,0-21,0-1,0-22,-66-133,66 67,-23 21,-21-66,44 112,0 65,0 1,0 0,0 0,0 0,22 22,23 0,-23 0,0 0,22 0,-21 0,21 0,23 0,-1 0,-43 0,-1-23,22 23,-22-22,23 22,-23 0,0 0,-22-22,23 22,-1 0,-22-22,22 22,0 0,0-23,23 1,-1-44,1 66,-23-23,22 1,-21 0,-1 22,-22-22,0 22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266 88,'45'0,"43"-22,-21 22,-23-22,23 0,-45 0,1 22,-1 0,0 0,-22 22,22 0,-22 0,22 0,-22 45,0 0,0-23,0 23,0-1,0-21,0 21,0 1,0 0,-22-45,0 45,-22-23,21-22,-66 23,23-1,44-44,-45 22,23 1,-1-1,-22 0,23-22,22 0,-23 0,23 0,0 0,0 0,0 0,44 22,0-22,0 22,0-22,89 0,-88 0,66 0,-23 0,23-22,-45 0,68-45,-46 23,-21-1,21-21,-44 66,-22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755 1954,'-22'23,"-1"-1,-21 22,0-21,-23-1,22 0,23 0,-44 0,21-22,23 0,-89-66,44 44,-22-134,45 89,22-44,0 22,22 1,0 21,0 22,22 1,67 0,-67 21,22 23,23 0,-23 0,23 0,-23 0,23 45,-45-45,0 0,1 22,-1 0,0-22,-22 22,22-22,1 0,-23-44,22 0,-22-45,22-45,-22 46,22-112,0 66,23-21,-23 44,0 22,23-89,-45 156,0-22,22-1,0 1,-22 22,0 44,0 22,-22 156,0-44,-1 66,23 0,-44 44,44-21,0-23,-22 0,22 23,-22-68,22-66,0 0,0-22,0-22,0 0,0-45,0 22,0 1,0-23,0 0,0 0,0-44,0 0,0-89,0 66,0-44,0 1,0 21,0 45,22-89,-22 66,22 23,0-22,23 21,-1-21,1 22,-1 0,-22 22,0 0,1-23,-1 23,0 0,0 0,0 0,23-22,-45 22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0 888,'111'0,"0"22,-22-22,-1 0,-43 0,-23 0,0 0,0 0,-22 23,0-1,0 0,0 0,-88 89,21-44,-22 44,45-67,-1 1,-21 21,21-66,45 23,-22-1,22 0,0 0,0 1,67-1,-45 0,44 0,68-22,-68 0,23 0,-22 0,44-66,-67 43,67-110,-66 44,-1-44,-21-156,-23 134,0-1,0-110,0 177,0 0,0 67,0-23,0 1,0 22,0 66,-23-22,23 45,-44 111,44-67,-67 155,45-110,-45 155,23-67,44-177,0 22,-22-67,22 67,0-67,0 0,0 0,0 1,0-46,0 1,0 0,0-23,0-21,0 21,0-44,22 45,45-23,-45 23,111-23,-22 45,0 22,111 0,-133 0,22 0,-22 22,-44-22,44 23,-45-1,0-22,-21 0,21 0,-44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4381 0,'-85'126,"-21"23,43-65,-43 43,-84 43,-43 62,-529 382,211-296,-20 20,-128 1,149-64,275-169,127-42,106-43,84-21,42 0,170-106,43 21,41 22,170-1,699-42,-699 106,-64 0,64 0,-127 0,-169 0,-106 0,-64 0,-105-42,42 0,-64-22,-42 22,-64-64,64-21,-42-42,-212-255,212 149,-106 21,105 43,170 189,-21 22,21-42,-42 63,-1 43,1 63,-64 63,0 318,43-106,-22 149,85 20,0-63,-21-63,-42-22,63-105,0-107,-43-190,43 22,0-64,0-1,0 1,0 0,0-42,21-22,1-106,83-63,-41 22,21-22,-1-339,-20 233,20 43,-20 63,-22-43,43-20,63-22,0 85,0 64,-42 20,-63 64,-1 64,0 0,-42 21,21 21,-21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529 0,'-43'0,"-20"42,-1 0,43-21,-21 43,-1-43,22 21,-42 43,20-43,1 1,0 41,42-63,-21 22,0-1,21-21,0 22,0-22,0 42,0 22,0 21,0 42,42-63,-21 20,0 22,43 22,-64-107,21 0,0 1,0-1,21 0,-42-21,43 22,-43-1,21-21,0-21,-21 43,42-22,1-21,-22 42,42-42,22 0,-43 42,-20-42,20 43,21-43,-63 21,0-21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42,'21'0,"0"0,21 0,0 0,-20 0,20 0,-21 0,21 0,43 0,-43 42,1-42,20 0,43 0,-21 0,-22 0,43 0,21 0,-21 0,-64 0,22 0,-1 0,-42 0,1 0,20 0,-21 0,21 0,-20 0,20 0,0 0,-21 0,22 0,-22 0,21 0,22 0,-22 0,0-21,-20 21,41 0,1-21,-43 21,63 0,-62 0,20 0,0 0,-21 0,22 0,20 0,-20 0,20 0,-42 0,22 0,-1 0,-21 0,43 0,-22 0,-21 0,21 0,22 0,-22 0,22 0,-1 0,43 0,-42 0,20 0,22 0,42 0,-42 0,42 0,-42 0,-21 0,21 0,-22 0,-63 0,22 0,-1 0,-21 0,22 0,-22 0,21 0,0 0,-20-21,-1 21,21 0,-21-21,85 21,-64 0,-20 0,20 0,0 0,-21 0,22 0,-22 0,21 0,1 0,-22 0,0 0,-21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0 126,'21'0,"0"0,21 0,0 0,-20 0,41 0,22 0,-1 0,-20 0,-1 0,1 0,-22 0,1 0,-22 0,21 0,0 0,-20 0,20 0,21 0,-20-21,20-21,1 42,-43 0,0 0,21-21,-20 21,20 0,0 0,-21 0,22 0,-22 0,21 0,1 0,-22-42,21 42,-21 0,22 0,-1 0,-21 0,21 0,1 21,-1-42,0 42,1-21,-22 0,21 0,-21 0,22 0,-1 0,-21 0,22 0,-22 0,21 0,0 0,-20 0,20 0,0 0,-21-21,22 21,-1 0,-21 0,0 0,1 0,20 0,-21 0,21 0,-20 0,20 0,-21 0,21 0,1 0,-22 0,21 0,-21 0,22 0,-22 0,21 0,1 0,-22 0,21 0,-21 0,-21 42,21-42,22 0,-22 0,21 0,-21 0,22 0,-1 0,-21 0,22 0,-22 0,21 0,-21 0,0 0,1 0,-1 0,21 0,0 0,-20 0,20 0,-21 0,21 0,1 0,-22 21,42-21,-20 0,-22 0,21 0,-21 0,22 0,-1 0,-21 0,22 0,-22 0,21 0,0 0,-20 0,20 0,-21 0,21 0,1 0,-22 0,21 21,1-21,-22 0,21 0,-21 0,0 0,22 0,-22 0,21 0,-42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952 0,'-64'42,"-20"85,-22 0,0-21,-127 148,149-170,-1 1,0 0,43-43,21 0,0-21,0 1,21-1,21-21,42 0,-21 0,128 0,-64 0,190-21,-148-1,-63 22,42-21,-43 0,1 0,0 0,-43 21,22-21,-22 21,-21-22,0 22,0 0,1 0,-1 0,-85 0,43 0,-64 0,-84-42,42 21,-21 0,0-43,-191-20,191 20,63 22,22 21,-1-1,22 22,21-21,0 21,0 0,21 21,21 1,0 20,-21 0,21 43,21-22,1 22,62 106,-62-64,-1 0,43 21,-64-106,0 22,0-1,22-21,-43-20,21 20,0-21,0-21,-21 21,0 0,0 1,21-22,0 0,1 0,-1-22,-21 1,0 0,0-42,0-1,0 22,0-43,0-21,0 0,-21-21,-1-21,-41-106,63 148,0-21,0 22,0 41,0-21,21 22,21-1,-20 43,-22 0,42 21,-21 0,-21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2476 529,'-42'42,"20"0,-62 1,-86 62,22 1,-21-42,21 84,21-42,-85 21,22 21,-128 64,170-107,21-41,42-22,-21 1,85-43,0 42,-21-42,21 21,21 0,-43-21,1 21,21-21,0 43,-1-22,-20 0,42 0,-42-21,0 43,63-43,21 0,-21 0,21 0,-20 0,20 0,43 0,20 0,44 0,-86 21,1 0,84 0,-21-21,21 0,42 0,-20 21,-22-21,-42 0,-22 0,-20 0,-22 0,1 0,-1 0,0 0,22 0,-22 0,-21 0,22 0,-22 0,21 0,0 0,-20 0,41 0,1 0,-43 0,21 0,-21 0,22 0,-22 0,-21-42,0 21,-21 0,-43-64,-63-84,-190-297,105 233,106 43,-21-1,-42 1,21 20,84 43,22 43,-1-1,1 43,0 20,-1-20,22 42,-21-42,0 42,20 0,-20 0,21 0,-21-42,-1 42,43 42,0-21,0 85,0 105,0-20,0 42,0 42,0 85,43 84,-22-105,0 21,21-106,-21 21,-21-127,43-84,-43-22,0-21,42 21,-42 1,0-22,21-21,-21-42,21-43,1-63,20-43,0 1,64-22,190-275,-126 254,-1 43,-63-1,21-20,0-1,21 22,-42-22,-21 64,-22 63,-21 22,1 20,20 22,-63 21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2158 0,'0'21,"0"21,0 0,0 22,0 42,0 42,-21 0,-21 0,-43 0,-42 85,-254 296,170-338,41 20,1-62,21 41,105-148,1 1,0-1,-1 43,22-43,-21-21,0 43,-22-1,-42 107,64-128,21 0,-22 1,1-1,42-21,-42 21,42-20,0 20,-43 0,43-21,-21 1,-21 62,0-84,63 0,-21 21,-42 22,84-43,21-21,-105 42,42-21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656 0,'-85'42,"43"0,-43 22,21-1,1-21,21-20,-22 41,22-21,-22 22,43-22,-21 1,0-1,63-42,0 0,21 0,22 0,41 0,-41 0,-1 0,86 0,105 0,-149 0,-83 0,20 0,-42-21,0 21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42 0,'0'21,"0"63,0-20,0 20,0 22,0-42,0-22,0 0,0 1,0 20,0 1,0-1,0 128,0-107,0-41,0-1,0 0,0 1,-42-22,42-21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2053 0,'-106'169,"-42"85,63-127,0 0,-63 63,42-42,-21-21,-127 212,85-148,-22-1,22 1,42-43,-42 0,84-42,43-64,0-21,42-21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0 931,'84'-170,"-63"86,22 20,20-42,22-21,-22 22,1 20,-1 21,-20 22,20 0,-42 0,22 42,-1 0,-21 0,0 21,22 0,-22 21,-21 0,0 1,21 63,-21 21,42-85,-42 21,0 1,0-22,0 22,0-1,-42-20,42-22,-21 42,-22-20,1-22,-21 0,20 0,1-21,21 42,-22-42,22 0,0 0,-21 0,-1 43,22-43,-21 42,0-42,63 0,21 0,-21 21,43-21,-1 43,-20-43,-22 21,63-21,1 21,21-21,-21 21,20 0,-20 0,0 1,21-1,-64 0,21 0,-41 21,-22-42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 0,'0'21,"0"0,0 0,0 0,-21-21,21-21,0 0,0 21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0 211,'21'0,"21"0,-21 0,21 0,22 0,-1 0,-41 0,-1 0,42 21,-42-21,43 0,-43 0,0 0,0 0,22 0,-22 21,0-21,0 0,22 0,-22 0,0 0,0 0,0 0,0 0,1 0,-1 0,0 0,0 0,0 0,0 0,1 0,-1 0,0 0,0 0,0 0,0 0,1 0,-1 0,0 0,21 0,-21 0,1 0,-1 0,0 0,0 0,0 0,0 0,1 0,-1 0,0 0,21 0,1 0,-22 0,0 0,0 0,0 0,0 0,22 0,-22 0,0 0,0 0,0 0,1 0,20 0,-21 0,0 0,0 0,1 0,-1 0,0 0,0 0,0 0,0 0,1 0,-1 0,0 0,0 0,21 0,-20 0,-1 0,0 0,0 0,21 0,-20 0,-1 22,0-22,0 0,0 0,0 0,1 0,-1 0,21 21,-21-21,0 0,1 0,-1 0,0 0,0 0,21 21,-20-21,-1 0,0 0,0 0,0 0,0 0,22 0,-22 0,0 0,21 0,-20 0,-1 0,0 0,0 0,0 0,0 0,1 0,-1 0,0 0,0 0,0 0,0 0,1 0,-1 0,0 0,0 0,0 0,0 0,22 0,-1 0,-21 0,0 0,1 0,-1 0,0 0,0 0,21 0,-20 0,-1 0,0 0,21 0,-21 0,1 0,-1 0,21 0,-21 0,22 0,-22 0,0 0,0 0,21 0,1 0,-22 0,0 0,21 0,-20 0,20 0,-21 0,0 0,0-21,22 21,-22-21,21-1,-21 22,1 0,20 0,-21-21,0 21,0 0,22 0,-22 0,21 0,1 0,-22 0,0 0,21 0,-21 0,1 0,-1 0,0 0,0 0,21 0,-20 0,-1 0,21 0,-21 0,0 0,1 0,-1 0,21 0,-21 0,0 0,1 0,-1 0,0 0,21 0,-21 0,1 0,-1 0,0 0,21 0,-21-21,1 21,20 0,0 0,-21 0,1 0,-1 0,21 0,-21 0,22 0,-22 0,0 0,21 0,-21 0,1 0,20 0,-21 0,0 0,0 0,1 0,-1 0,0 0,0 0,21 0,-20 0,-1 0,0 0,21 0,-21 0,1 0,-1 0,0-21,0 21,0 0,0 0,1 0,-1 0,0 0,0 0,0 0,0-21,1 21,20-21,-21 21,21-22,-20 22,-1 0,0 0,-21-21,42 21,-21-21,1 21,20 0,-21-21,21 21,-20-21,-1 21,0-21,0 21,0 0,22 0,-22 0,21 0,0-21,-20 21,20 0,-21 0,0 0,0 0,22 0,-1 0,-21 0,0 0,1 0,-1 0,0 0,42 0,-41 0,-1 0,63 0,-41 0,-22 0,0 0,43 0,-43 0,0 0,21 0,22 21,-22-21,0 0,1 0,-1 0,-21 0,43 0,-22 0,22 0,-22 0,-21 0,43 0,-22 0,0 0,1 21,-22-21,42 0,-20 0,-1 0,-21 21,43 0,-43-21,21 0,0 21,-20-21,-22 21,42-21,-21 0,0 0,22 22,-22-22,0 0,21 0,-21 0,1 0,-1 0,0 0,21 0,-21 0,1 0,-1 0,0 0,21 0,1 0,-22 0,0 0,0 0,0 0,22 0,-22 0,0 0,0-22,0 22,0 0,1-21,-1 21,21 0,-21 0,0 0,1 0,-1 0,0 0,0 0,21 0,-20 0,-1 21,-21-21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0 105,'21'0,"0"0,0 0,0 0,21 0,-20 0,-1 0,0 0,0 0,0 0,0 0,1 0,-1 0,0 0,0 0,0 0,0 0,1 0,-1 0,0 0,0 0,0 0,0 0,1 0,-1 0,0 0,0 0,21 0,-20 0,-1 0,0 0,0 0,21 0,1 0,-22 0,21 0,-21 0,22 0,-22 0,21 0,1 0,-1 0,0 0,-21 0,1 0,20 0,-21 0,43 0,-22 0,0 0,-21 0,1 0,-1 0,21 0,-21 0,0 0,22 0,-22 0,0 0,0 0,0 0,1 0,-1 0,0 0,21 0,-21 0,1 0,-1 0,0 0,0 0,0 0,0 0,1 0,-1 0,42 0,-42 0,22 0,-22 0,21 0,1 0,-22 0,21 0,-21 0,0 0,22-21,-22 21,0 0,21 0,-20 0,-1-21,0 21,0 0,0 0,22 0,-43-21,21 21,0 0,0 0,0 0,0 0,1 0,-1 0,0 0,0 0,0 0,0 0,1 0,-1 0,0 0,0 0,0 0,-21-21,21 21,1-21,-22 21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themeOverride" Target="../theme/themeOverride1.xml"></Relationship><Relationship Id="rId2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customXml" Target="../ink/ink1.xml"></Relationship><Relationship Id="rId2" Type="http://schemas.openxmlformats.org/officeDocument/2006/relationships/image" Target="../media/fImage355627841.emf"></Relationship><Relationship Id="rId3" Type="http://schemas.openxmlformats.org/officeDocument/2006/relationships/customXml" Target="../ink/ink2.xml"></Relationship><Relationship Id="rId4" Type="http://schemas.openxmlformats.org/officeDocument/2006/relationships/image" Target="../media/fImage4442798467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25" Type="http://schemas.openxmlformats.org/officeDocument/2006/relationships/customXml" Target="../ink/ink3.xml"></Relationship><Relationship Id="rId26" Type="http://schemas.openxmlformats.org/officeDocument/2006/relationships/image" Target="../media/fImage9567241.emf"></Relationship><Relationship Id="rId27" Type="http://schemas.openxmlformats.org/officeDocument/2006/relationships/customXml" Target="../ink/ink4.xml"></Relationship><Relationship Id="rId28" Type="http://schemas.openxmlformats.org/officeDocument/2006/relationships/image" Target="../media/fImage1996738467.emf"></Relationship><Relationship Id="rId29" Type="http://schemas.openxmlformats.org/officeDocument/2006/relationships/customXml" Target="../ink/ink5.xml"></Relationship><Relationship Id="rId30" Type="http://schemas.openxmlformats.org/officeDocument/2006/relationships/image" Target="../media/fImage756746334.emf"></Relationship><Relationship Id="rId31" Type="http://schemas.openxmlformats.org/officeDocument/2006/relationships/customXml" Target="../ink/ink6.xml"></Relationship><Relationship Id="rId32" Type="http://schemas.openxmlformats.org/officeDocument/2006/relationships/image" Target="../media/fImage956756500.emf"></Relationship><Relationship Id="rId33" Type="http://schemas.openxmlformats.org/officeDocument/2006/relationships/customXml" Target="../ink/ink7.xml"></Relationship><Relationship Id="rId34" Type="http://schemas.openxmlformats.org/officeDocument/2006/relationships/image" Target="../media/fImage1956769169.emf"></Relationship><Relationship Id="rId35" Type="http://schemas.openxmlformats.org/officeDocument/2006/relationships/customXml" Target="../ink/ink8.xml"></Relationship><Relationship Id="rId36" Type="http://schemas.openxmlformats.org/officeDocument/2006/relationships/image" Target="../media/fImage3076775724.emf"></Relationship><Relationship Id="rId37" Type="http://schemas.openxmlformats.org/officeDocument/2006/relationships/slideLayout" Target="../slideLayouts/slideLayout2.xml"></Relationship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customXml" Target="../ink/ink9.xml"></Relationship><Relationship Id="rId2" Type="http://schemas.openxmlformats.org/officeDocument/2006/relationships/image" Target="../media/fImage37562861478.emf"></Relationship><Relationship Id="rId3" Type="http://schemas.openxmlformats.org/officeDocument/2006/relationships/slideLayout" Target="../slideLayouts/slideLayout2.xml"></Relationship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
<Relationships xmlns="http://schemas.openxmlformats.org/package/2006/relationships"><Relationship Id="rId3" Type="http://schemas.openxmlformats.org/officeDocument/2006/relationships/image" Target="../media/image10.png"></Relationship><Relationship Id="rId2" Type="http://schemas.openxmlformats.org/officeDocument/2006/relationships/notesSlide" Target="../notesSlides/notesSlide15.xml"></Relationship><Relationship Id="rId4" Type="http://schemas.openxmlformats.org/officeDocument/2006/relationships/customXml" Target="../ink/ink10.xml"></Relationship><Relationship Id="rId5" Type="http://schemas.openxmlformats.org/officeDocument/2006/relationships/image" Target="../media/fImage299628841.emf"></Relationship><Relationship Id="rId6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11" Type="http://schemas.openxmlformats.org/officeDocument/2006/relationships/customXml" Target="../ink/ink11.xml"></Relationship><Relationship Id="rId12" Type="http://schemas.openxmlformats.org/officeDocument/2006/relationships/image" Target="../media/fImage171615041.emf"></Relationship><Relationship Id="rId13" Type="http://schemas.openxmlformats.org/officeDocument/2006/relationships/customXml" Target="../ink/ink12.xml"></Relationship><Relationship Id="rId14" Type="http://schemas.openxmlformats.org/officeDocument/2006/relationships/image" Target="../media/fImage14761518467.emf"></Relationship><Relationship Id="rId15" Type="http://schemas.openxmlformats.org/officeDocument/2006/relationships/customXml" Target="../ink/ink13.xml"></Relationship><Relationship Id="rId16" Type="http://schemas.openxmlformats.org/officeDocument/2006/relationships/image" Target="../media/fImage7161526334.emf"></Relationship><Relationship Id="rId17" Type="http://schemas.openxmlformats.org/officeDocument/2006/relationships/customXml" Target="../ink/ink14.xml"></Relationship><Relationship Id="rId18" Type="http://schemas.openxmlformats.org/officeDocument/2006/relationships/image" Target="../media/fImage9161536500.emf"></Relationship><Relationship Id="rId19" Type="http://schemas.openxmlformats.org/officeDocument/2006/relationships/customXml" Target="../ink/ink15.xml"></Relationship><Relationship Id="rId20" Type="http://schemas.openxmlformats.org/officeDocument/2006/relationships/image" Target="../media/fImage8761549169.emf"></Relationship><Relationship Id="rId21" Type="http://schemas.openxmlformats.org/officeDocument/2006/relationships/customXml" Target="../ink/ink16.xml"></Relationship><Relationship Id="rId22" Type="http://schemas.openxmlformats.org/officeDocument/2006/relationships/image" Target="../media/fImage60762945724.emf"></Relationship><Relationship Id="rId23" Type="http://schemas.openxmlformats.org/officeDocument/2006/relationships/customXml" Target="../ink/ink17.xml"></Relationship><Relationship Id="rId24" Type="http://schemas.openxmlformats.org/officeDocument/2006/relationships/image" Target="../media/fImage25162951478.emf"></Relationship><Relationship Id="rId25" Type="http://schemas.openxmlformats.org/officeDocument/2006/relationships/customXml" Target="../ink/ink18.xml"></Relationship><Relationship Id="rId26" Type="http://schemas.openxmlformats.org/officeDocument/2006/relationships/image" Target="../media/fImage21962969358.emf"></Relationship><Relationship Id="rId27" Type="http://schemas.openxmlformats.org/officeDocument/2006/relationships/customXml" Target="../ink/ink19.xml"></Relationship><Relationship Id="rId28" Type="http://schemas.openxmlformats.org/officeDocument/2006/relationships/image" Target="../media/fImage23162976962.emf"></Relationship><Relationship Id="rId29" Type="http://schemas.openxmlformats.org/officeDocument/2006/relationships/customXml" Target="../ink/ink20.xml"></Relationship><Relationship Id="rId30" Type="http://schemas.openxmlformats.org/officeDocument/2006/relationships/image" Target="../media/fImage27162984464.emf"></Relationship><Relationship Id="rId31" Type="http://schemas.openxmlformats.org/officeDocument/2006/relationships/customXml" Target="../ink/ink21.xml"></Relationship><Relationship Id="rId32" Type="http://schemas.openxmlformats.org/officeDocument/2006/relationships/image" Target="../media/fImage26362995705.emf"></Relationship><Relationship Id="rId33" Type="http://schemas.openxmlformats.org/officeDocument/2006/relationships/customXml" Target="../ink/ink22.xml"></Relationship><Relationship Id="rId34" Type="http://schemas.openxmlformats.org/officeDocument/2006/relationships/image" Target="../media/fImage43963008145.emf"></Relationship><Relationship Id="rId35" Type="http://schemas.openxmlformats.org/officeDocument/2006/relationships/customXml" Target="../ink/ink23.xml"></Relationship><Relationship Id="rId36" Type="http://schemas.openxmlformats.org/officeDocument/2006/relationships/image" Target="../media/fImage38763013281.emf"></Relationship><Relationship Id="rId37" Type="http://schemas.openxmlformats.org/officeDocument/2006/relationships/slideLayout" Target="../slideLayouts/slideLayout2.xml"></Relationship></Relationships>
</file>

<file path=ppt/slides/_rels/slide17.xml.rels><?xml version="1.0" encoding="UTF-8"?>
<Relationships xmlns="http://schemas.openxmlformats.org/package/2006/relationships"><Relationship Id="rId2" Type="http://schemas.openxmlformats.org/officeDocument/2006/relationships/image" Target="../media/image11.png"></Relationship><Relationship Id="rId3" Type="http://schemas.openxmlformats.org/officeDocument/2006/relationships/slideLayout" Target="../slideLayouts/slideLayout2.xml"></Relationship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?>
<Relationships xmlns="http://schemas.openxmlformats.org/package/2006/relationships"><Relationship Id="rId10" Type="http://schemas.openxmlformats.org/officeDocument/2006/relationships/customXml" Target="../ink/ink36.xml"></Relationship><Relationship Id="rId11" Type="http://schemas.openxmlformats.org/officeDocument/2006/relationships/image" Target="../media/fImage1455619141.emf"></Relationship><Relationship Id="rId12" Type="http://schemas.openxmlformats.org/officeDocument/2006/relationships/customXml" Target="../ink/ink37.xml"></Relationship><Relationship Id="rId13" Type="http://schemas.openxmlformats.org/officeDocument/2006/relationships/image" Target="../media/fImage49961928467.emf"></Relationship><Relationship Id="rId14" Type="http://schemas.openxmlformats.org/officeDocument/2006/relationships/image" Target="../media/fImage121813226334.png"></Relationship><Relationship Id="rId15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image" Target="../media/image14.png"></Relationship><Relationship Id="rId3" Type="http://schemas.openxmlformats.org/officeDocument/2006/relationships/slideLayout" Target="../slideLayouts/slideLayout2.xml"></Relationship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?>
<Relationships xmlns="http://schemas.openxmlformats.org/package/2006/relationships"><Relationship Id="rId2" Type="http://schemas.openxmlformats.org/officeDocument/2006/relationships/image" Target="../media/image17.png"></Relationship><Relationship Id="rId3" Type="http://schemas.openxmlformats.org/officeDocument/2006/relationships/customXml" Target="../ink/ink24.xml"></Relationship><Relationship Id="rId4" Type="http://schemas.openxmlformats.org/officeDocument/2006/relationships/image" Target="../media/fImage3716320491.emf"></Relationship><Relationship Id="rId5" Type="http://schemas.openxmlformats.org/officeDocument/2006/relationships/customXml" Target="../ink/ink25.xml"></Relationship><Relationship Id="rId6" Type="http://schemas.openxmlformats.org/officeDocument/2006/relationships/image" Target="../media/fImage22763212995.emf"></Relationship><Relationship Id="rId7" Type="http://schemas.openxmlformats.org/officeDocument/2006/relationships/customXml" Target="../ink/ink26.xml"></Relationship><Relationship Id="rId8" Type="http://schemas.openxmlformats.org/officeDocument/2006/relationships/image" Target="../media/fImage42763241942.emf"></Relationship><Relationship Id="rId9" Type="http://schemas.openxmlformats.org/officeDocument/2006/relationships/customXml" Target="../ink/ink27.xml"></Relationship><Relationship Id="rId10" Type="http://schemas.openxmlformats.org/officeDocument/2006/relationships/image" Target="../media/fImage57163274827.emf"></Relationship><Relationship Id="rId11" Type="http://schemas.openxmlformats.org/officeDocument/2006/relationships/slideLayout" Target="../slideLayouts/slideLayout2.xml"></Relationship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3" Type="http://schemas.openxmlformats.org/officeDocument/2006/relationships/image" Target="../media/image20.png"></Relationship><Relationship Id="rId2" Type="http://schemas.openxmlformats.org/officeDocument/2006/relationships/image" Target="../media/image19.png"></Relationship><Relationship Id="rId4" Type="http://schemas.openxmlformats.org/officeDocument/2006/relationships/customXml" Target="../ink/ink28.xml"></Relationship><Relationship Id="rId5" Type="http://schemas.openxmlformats.org/officeDocument/2006/relationships/image" Target="../media/fImage43163285436.emf"></Relationship><Relationship Id="rId6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?>
<Relationships xmlns="http://schemas.openxmlformats.org/package/2006/relationships"><Relationship Id="rId2" Type="http://schemas.openxmlformats.org/officeDocument/2006/relationships/image" Target="../media/image23.png"></Relationship><Relationship Id="rId3" Type="http://schemas.openxmlformats.org/officeDocument/2006/relationships/slideLayout" Target="../slideLayouts/slideLayout2.xml"></Relationship></Relationships>
</file>

<file path=ppt/slides/_rels/slide29.xml.rels><?xml version="1.0" encoding="UTF-8"?>
<Relationships xmlns="http://schemas.openxmlformats.org/package/2006/relationships"><Relationship Id="rId2" Type="http://schemas.openxmlformats.org/officeDocument/2006/relationships/image" Target="../media/image24.png"></Relationship><Relationship Id="rId3" Type="http://schemas.openxmlformats.org/officeDocument/2006/relationships/customXml" Target="../ink/ink29.xml"></Relationship><Relationship Id="rId4" Type="http://schemas.openxmlformats.org/officeDocument/2006/relationships/image" Target="../media/fImage57563372391.emf"></Relationship><Relationship Id="rId5" Type="http://schemas.openxmlformats.org/officeDocument/2006/relationships/customXml" Target="../ink/ink30.xml"></Relationship><Relationship Id="rId6" Type="http://schemas.openxmlformats.org/officeDocument/2006/relationships/image" Target="../media/fImage21563394604.emf"></Relationship><Relationship Id="rId7" Type="http://schemas.openxmlformats.org/officeDocument/2006/relationships/customXml" Target="../ink/ink31.xml"></Relationship><Relationship Id="rId8" Type="http://schemas.openxmlformats.org/officeDocument/2006/relationships/image" Target="../media/fImage14363403902.emf"></Relationship><Relationship Id="rId9" Type="http://schemas.openxmlformats.org/officeDocument/2006/relationships/customXml" Target="../ink/ink32.xml"></Relationship><Relationship Id="rId10" Type="http://schemas.openxmlformats.org/officeDocument/2006/relationships/image" Target="../media/fImage1196341153.emf"></Relationship><Relationship Id="rId11" Type="http://schemas.openxmlformats.org/officeDocument/2006/relationships/customXml" Target="../ink/ink33.xml"></Relationship><Relationship Id="rId12" Type="http://schemas.openxmlformats.org/officeDocument/2006/relationships/image" Target="../media/fImage1076342292.emf"></Relationship><Relationship Id="rId13" Type="http://schemas.openxmlformats.org/officeDocument/2006/relationships/customXml" Target="../ink/ink34.xml"></Relationship><Relationship Id="rId14" Type="http://schemas.openxmlformats.org/officeDocument/2006/relationships/image" Target="../media/fImage29163432382.emf"></Relationship><Relationship Id="rId15" Type="http://schemas.openxmlformats.org/officeDocument/2006/relationships/slideLayout" Target="../slideLayouts/slideLayout2.xml"></Relationship></Relationships>
</file>

<file path=ppt/slides/_rels/slide30.xml.rels><?xml version="1.0" encoding="UTF-8"?>
<Relationships xmlns="http://schemas.openxmlformats.org/package/2006/relationships"><Relationship Id="rId2" Type="http://schemas.openxmlformats.org/officeDocument/2006/relationships/image" Target="../media/image25.png"></Relationship><Relationship Id="rId3" Type="http://schemas.openxmlformats.org/officeDocument/2006/relationships/customXml" Target="../ink/ink35.xml"></Relationship><Relationship Id="rId4" Type="http://schemas.openxmlformats.org/officeDocument/2006/relationships/image" Target="../media/fImage7163387421.emf"></Relationship><Relationship Id="rId5" Type="http://schemas.openxmlformats.org/officeDocument/2006/relationships/slideLayout" Target="../slideLayouts/slideLayout2.xml"></Relationship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>
          <a:xfrm>
            <a:off x="1143000" y="1676400"/>
            <a:ext cx="7011035" cy="1753235"/>
          </a:xfrm>
        </p:spPr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>
          <a:xfrm>
            <a:off x="762000" y="4343400"/>
            <a:ext cx="7696835" cy="1753235"/>
          </a:xfrm>
        </p:spPr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  <p:sp>
        <p:nvSpPr>
          <p:cNvPr id="4" name="텍스트 상자 26"/>
          <p:cNvSpPr txBox="1">
            <a:spLocks/>
          </p:cNvSpPr>
          <p:nvPr/>
        </p:nvSpPr>
        <p:spPr>
          <a:xfrm rot="0">
            <a:off x="2990850" y="3956050"/>
            <a:ext cx="165481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3</a:t>
            </a:r>
            <a:r>
              <a:rPr lang="ko-KR" sz="1800">
                <a:latin typeface="맑은 고딕" charset="0"/>
                <a:ea typeface="맑은 고딕" charset="0"/>
              </a:rPr>
              <a:t>일 </a:t>
            </a:r>
            <a:r>
              <a:rPr lang="ko-KR" sz="1800">
                <a:latin typeface="맑은 고딕" charset="0"/>
                <a:ea typeface="맑은 고딕" charset="0"/>
              </a:rPr>
              <a:t>중간고사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실습 </a:t>
            </a:r>
            <a:r>
              <a:rPr lang="ko-KR" sz="1800">
                <a:latin typeface="맑은 고딕" charset="0"/>
                <a:ea typeface="맑은 고딕" charset="0"/>
              </a:rPr>
              <a:t>많이 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1"/>
              <p14:cNvContentPartPr/>
              <p14:nvPr/>
            </p14:nvContentPartPr>
            <p14:xfrm>
              <a:off x="5594350" y="495300"/>
              <a:ext cx="901700" cy="1263650"/>
            </p14:xfrm>
          </p:contentPart>
        </mc:Choice>
        <mc:Fallback>
          <p:pic>
            <p:nvPicPr>
              <p:cNvPr id="6" name="잉크 1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94350" y="495300"/>
                <a:ext cx="901700" cy="1263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2"/>
              <p14:cNvContentPartPr/>
              <p14:nvPr/>
            </p14:nvContentPartPr>
            <p14:xfrm>
              <a:off x="2641600" y="4210050"/>
              <a:ext cx="6350" cy="635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1600" y="4210050"/>
                <a:ext cx="6350" cy="6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40" y="4580890"/>
            <a:ext cx="3218180" cy="12827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4451985"/>
            <a:ext cx="2983230" cy="183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9" name="잉크 3"/>
              <p14:cNvContentPartPr/>
              <p14:nvPr/>
            </p14:nvContentPartPr>
            <p14:xfrm>
              <a:off x="6057900" y="2806700"/>
              <a:ext cx="876300" cy="1162050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057900" y="2806700"/>
                <a:ext cx="876300" cy="11620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0" name="잉크 4"/>
              <p14:cNvContentPartPr/>
              <p14:nvPr/>
            </p14:nvContentPartPr>
            <p14:xfrm>
              <a:off x="6934200" y="3111500"/>
              <a:ext cx="501650" cy="800100"/>
            </p14:xfrm>
          </p:contentPart>
        </mc:Choice>
        <mc:Fallback>
          <p:pic>
            <p:nvPicPr>
              <p:cNvPr id="10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34200" y="3111500"/>
                <a:ext cx="501650" cy="800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1" name="잉크 5"/>
              <p14:cNvContentPartPr/>
              <p14:nvPr/>
            </p14:nvContentPartPr>
            <p14:xfrm>
              <a:off x="7289800" y="3143250"/>
              <a:ext cx="508000" cy="869950"/>
            </p14:xfrm>
          </p:contentPart>
        </mc:Choice>
        <mc:Fallback>
          <p:pic>
            <p:nvPicPr>
              <p:cNvPr id="11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289800" y="3143250"/>
                <a:ext cx="508000" cy="869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2" name="잉크 6"/>
              <p14:cNvContentPartPr/>
              <p14:nvPr/>
            </p14:nvContentPartPr>
            <p14:xfrm>
              <a:off x="7874000" y="3257550"/>
              <a:ext cx="57150" cy="882650"/>
            </p14:xfrm>
          </p:contentPart>
        </mc:Choice>
        <mc:Fallback>
          <p:pic>
            <p:nvPicPr>
              <p:cNvPr id="12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74000" y="3257550"/>
                <a:ext cx="57150" cy="882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3" name="잉크 7"/>
              <p14:cNvContentPartPr/>
              <p14:nvPr/>
            </p14:nvContentPartPr>
            <p14:xfrm>
              <a:off x="8077200" y="3175000"/>
              <a:ext cx="673100" cy="895350"/>
            </p14:xfrm>
          </p:contentPart>
        </mc:Choice>
        <mc:Fallback>
          <p:pic>
            <p:nvPicPr>
              <p:cNvPr id="13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77200" y="3175000"/>
                <a:ext cx="673100" cy="8953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4" name="잉크 1"/>
              <p14:cNvContentPartPr/>
              <p14:nvPr/>
            </p14:nvContentPartPr>
            <p14:xfrm>
              <a:off x="5913120" y="563880"/>
              <a:ext cx="1333500" cy="1645920"/>
            </p14:xfrm>
          </p:contentPart>
        </mc:Choice>
        <mc:Fallback>
          <p:pic>
            <p:nvPicPr>
              <p:cNvPr id="14" name="잉크 1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913120" y="563880"/>
                <a:ext cx="1333500" cy="16459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텍스트 상자 1"/>
          <p:cNvSpPr txBox="1">
            <a:spLocks/>
          </p:cNvSpPr>
          <p:nvPr/>
        </p:nvSpPr>
        <p:spPr>
          <a:xfrm rot="0">
            <a:off x="1959610" y="5494020"/>
            <a:ext cx="318770" cy="67754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228600" indent="-228600">
              <a:buFont typeface="맑은 고딕"/>
              <a:buChar char="•"/>
            </a:pPr>
            <a:r>
              <a:rPr sz="1000" b="1"/>
              <a:t>Arial</a:t>
            </a:r>
            <a:r>
              <a:rPr sz="1000"/>
              <a:t>글꼴을 우선 사용합니다. 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r>
              <a:rPr sz="1000"/>
              <a:t>만약 Arial이 사용자 시스템에 없으면, </a:t>
            </a:r>
            <a:r>
              <a:rPr sz="1000" b="1"/>
              <a:t>sans-serif 계열 글꼴</a:t>
            </a:r>
            <a:r>
              <a:rPr sz="1000"/>
              <a:t>(고딕체 계열)을 대신 사용합니다.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90" y="1153795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7255" y="1700530"/>
            <a:ext cx="588518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7255" y="3180080"/>
            <a:ext cx="407543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7255" y="4658995"/>
            <a:ext cx="5588635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9" name="잉크 2"/>
              <p14:cNvContentPartPr/>
              <p14:nvPr/>
            </p14:nvContentPartPr>
            <p14:xfrm>
              <a:off x="6187440" y="2057400"/>
              <a:ext cx="1348740" cy="1813560"/>
            </p14:xfrm>
          </p:contentPart>
        </mc:Choice>
        <mc:Fallback>
          <p:pic>
            <p:nvPicPr>
              <p:cNvPr id="9" name="잉크 2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7440" y="2057400"/>
                <a:ext cx="1348740" cy="18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460" y="1049020"/>
            <a:ext cx="4824730" cy="521652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35" y="3371850"/>
            <a:ext cx="3158490" cy="2880360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잉크 1"/>
              <p14:cNvContentPartPr/>
              <p14:nvPr/>
            </p14:nvContentPartPr>
            <p14:xfrm>
              <a:off x="5707380" y="1348740"/>
              <a:ext cx="1668780" cy="1097280"/>
            </p14:xfrm>
          </p:contentPart>
        </mc:Choice>
        <mc:Fallback>
          <p:pic>
            <p:nvPicPr>
              <p:cNvPr id="9" name="잉크 1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7380" y="1348740"/>
                <a:ext cx="1668780" cy="1097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15" y="1197610"/>
            <a:ext cx="4752340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3140" y="1075690"/>
            <a:ext cx="4248785" cy="526288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잉크 2"/>
              <p14:cNvContentPartPr/>
              <p14:nvPr/>
            </p14:nvContentPartPr>
            <p14:xfrm>
              <a:off x="7147560" y="4381500"/>
              <a:ext cx="1211580" cy="181356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47560" y="4381500"/>
                <a:ext cx="1211580" cy="18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8" name="잉크 3"/>
              <p14:cNvContentPartPr/>
              <p14:nvPr/>
            </p14:nvContentPartPr>
            <p14:xfrm>
              <a:off x="8229600" y="4914900"/>
              <a:ext cx="243840" cy="152400"/>
            </p14:xfrm>
          </p:contentPart>
        </mc:Choice>
        <mc:Fallback>
          <p:pic>
            <p:nvPicPr>
              <p:cNvPr id="8" name="잉크 3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229600" y="4914900"/>
                <a:ext cx="243840" cy="15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9" name="잉크 4"/>
              <p14:cNvContentPartPr/>
              <p14:nvPr/>
            </p14:nvContentPartPr>
            <p14:xfrm>
              <a:off x="8328660" y="4945380"/>
              <a:ext cx="68580" cy="373380"/>
            </p14:xfrm>
          </p:contentPart>
        </mc:Choice>
        <mc:Fallback>
          <p:pic>
            <p:nvPicPr>
              <p:cNvPr id="9" name="잉크 4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328660" y="4945380"/>
                <a:ext cx="68580" cy="373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잉크 5"/>
              <p14:cNvContentPartPr/>
              <p14:nvPr/>
            </p14:nvContentPartPr>
            <p14:xfrm>
              <a:off x="8458200" y="4968240"/>
              <a:ext cx="259080" cy="403860"/>
            </p14:xfrm>
          </p:contentPart>
        </mc:Choice>
        <mc:Fallback>
          <p:pic>
            <p:nvPicPr>
              <p:cNvPr id="10" name="잉크 5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458200" y="4968240"/>
                <a:ext cx="259080" cy="4038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1" name="잉크 6"/>
              <p14:cNvContentPartPr/>
              <p14:nvPr/>
            </p14:nvContentPartPr>
            <p14:xfrm>
              <a:off x="8823960" y="5067300"/>
              <a:ext cx="0" cy="289560"/>
            </p14:xfrm>
          </p:contentPart>
        </mc:Choice>
        <mc:Fallback>
          <p:pic>
            <p:nvPicPr>
              <p:cNvPr id="11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823960" y="5067300"/>
                <a:ext cx="0" cy="28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2" name="잉크 1"/>
              <p14:cNvContentPartPr/>
              <p14:nvPr/>
            </p14:nvContentPartPr>
            <p14:xfrm>
              <a:off x="3327400" y="383540"/>
              <a:ext cx="775335" cy="887730"/>
            </p14:xfrm>
          </p:contentPart>
        </mc:Choice>
        <mc:Fallback>
          <p:pic>
            <p:nvPicPr>
              <p:cNvPr id="12" name="잉크 1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327400" y="383540"/>
                <a:ext cx="775335" cy="8877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3" name="잉크 2"/>
              <p14:cNvContentPartPr/>
              <p14:nvPr/>
            </p14:nvContentPartPr>
            <p14:xfrm>
              <a:off x="4382770" y="423545"/>
              <a:ext cx="247650" cy="168275"/>
            </p14:xfrm>
          </p:contentPart>
        </mc:Choice>
        <mc:Fallback>
          <p:pic>
            <p:nvPicPr>
              <p:cNvPr id="13" name="잉크 2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382770" y="423545"/>
                <a:ext cx="247650" cy="1682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4" name="잉크 3"/>
              <p14:cNvContentPartPr/>
              <p14:nvPr/>
            </p14:nvContentPartPr>
            <p14:xfrm>
              <a:off x="4654550" y="264160"/>
              <a:ext cx="224155" cy="687705"/>
            </p14:xfrm>
          </p:contentPart>
        </mc:Choice>
        <mc:Fallback>
          <p:pic>
            <p:nvPicPr>
              <p:cNvPr id="14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654550" y="264160"/>
                <a:ext cx="224155" cy="6877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" name="잉크 4"/>
              <p14:cNvContentPartPr/>
              <p14:nvPr/>
            </p14:nvContentPartPr>
            <p14:xfrm>
              <a:off x="4894580" y="351790"/>
              <a:ext cx="128270" cy="240030"/>
            </p14:xfrm>
          </p:contentPart>
        </mc:Choice>
        <mc:Fallback>
          <p:pic>
            <p:nvPicPr>
              <p:cNvPr id="15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894580" y="351790"/>
                <a:ext cx="128270" cy="240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" name="잉크 5"/>
              <p14:cNvContentPartPr/>
              <p14:nvPr/>
            </p14:nvContentPartPr>
            <p14:xfrm>
              <a:off x="5126355" y="160020"/>
              <a:ext cx="455930" cy="1167765"/>
            </p14:xfrm>
          </p:contentPart>
        </mc:Choice>
        <mc:Fallback>
          <p:pic>
            <p:nvPicPr>
              <p:cNvPr id="16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26355" y="160020"/>
                <a:ext cx="455930" cy="11677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7" name="잉크 6"/>
              <p14:cNvContentPartPr/>
              <p14:nvPr/>
            </p14:nvContentPartPr>
            <p14:xfrm>
              <a:off x="4870450" y="879475"/>
              <a:ext cx="295910" cy="368300"/>
            </p14:xfrm>
          </p:contentPart>
        </mc:Choice>
        <mc:Fallback>
          <p:pic>
            <p:nvPicPr>
              <p:cNvPr id="17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870450" y="879475"/>
                <a:ext cx="295910" cy="36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8" name="잉크 7"/>
              <p14:cNvContentPartPr/>
              <p14:nvPr/>
            </p14:nvContentPartPr>
            <p14:xfrm>
              <a:off x="5614670" y="-104140"/>
              <a:ext cx="423545" cy="1031875"/>
            </p14:xfrm>
          </p:contentPart>
        </mc:Choice>
        <mc:Fallback>
          <p:pic>
            <p:nvPicPr>
              <p:cNvPr id="18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14670" y="-104140"/>
                <a:ext cx="423545" cy="1031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9" name="잉크 8"/>
              <p14:cNvContentPartPr/>
              <p14:nvPr/>
            </p14:nvContentPartPr>
            <p14:xfrm>
              <a:off x="6318250" y="224155"/>
              <a:ext cx="687705" cy="631825"/>
            </p14:xfrm>
          </p:contentPart>
        </mc:Choice>
        <mc:Fallback>
          <p:pic>
            <p:nvPicPr>
              <p:cNvPr id="19" name="잉크 8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318250" y="224155"/>
                <a:ext cx="687705" cy="6318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095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750" y="2277110"/>
            <a:ext cx="5650230" cy="40163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980" y="4797425"/>
            <a:ext cx="2303145" cy="1168400"/>
          </a:xfrm>
          <a:prstGeom prst="rect">
            <a:avLst/>
          </a:prstGeom>
        </p:spPr>
      </p:pic>
      <p:sp>
        <p:nvSpPr>
          <p:cNvPr id="11" name="텍스트 상자 1"/>
          <p:cNvSpPr txBox="1">
            <a:spLocks/>
          </p:cNvSpPr>
          <p:nvPr/>
        </p:nvSpPr>
        <p:spPr>
          <a:xfrm rot="0">
            <a:off x="3695700" y="3895090"/>
            <a:ext cx="5358765" cy="53911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sz="1100"/>
              <a:t>p</a:t>
            </a:r>
            <a:r>
              <a:rPr sz="1100"/>
              <a:t>태그 중에서 id="a"를 가진 문단의 글자 크기를 15픽셀로 설정 </a:t>
            </a:r>
            <a:endParaRPr lang="ko-KR" altLang="en-US" sz="1100"/>
          </a:p>
          <a:p>
            <a:pPr marL="228600" indent="-22860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460" y="1152525"/>
            <a:ext cx="889254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잉크 9"/>
              <p14:cNvContentPartPr/>
              <p14:nvPr/>
            </p14:nvContentPartPr>
            <p14:xfrm>
              <a:off x="5486400" y="1821180"/>
              <a:ext cx="3489960" cy="114300"/>
            </p14:xfrm>
          </p:contentPart>
        </mc:Choice>
        <mc:Fallback>
          <p:pic>
            <p:nvPicPr>
              <p:cNvPr id="6" name="잉크 9"/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486400" y="1821180"/>
                <a:ext cx="348996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잉크 10"/>
              <p14:cNvContentPartPr/>
              <p14:nvPr/>
            </p14:nvContentPartPr>
            <p14:xfrm>
              <a:off x="1059180" y="2164080"/>
              <a:ext cx="1059180" cy="38100"/>
            </p14:xfrm>
          </p:contentPart>
        </mc:Choice>
        <mc:Fallback>
          <p:pic>
            <p:nvPicPr>
              <p:cNvPr id="7" name="잉크 10"/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59180" y="2164080"/>
                <a:ext cx="1059180" cy="38100"/>
              </a:xfrm>
              <a:prstGeom prst="rect">
                <a:avLst/>
              </a:prstGeom>
            </p:spPr>
          </p:pic>
        </mc:Fallback>
      </mc:AlternateContent>
      <p:pic>
        <p:nvPicPr>
          <p:cNvPr id="8" name="그림 3" descr="C:/Users/gtaeh/AppData/Roaming/PolarisOffice/ETemp/14188_11695544/fImage121813226334.png"/>
          <p:cNvPicPr>
            <a:picLocks noChangeAspect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5746750" y="2946400"/>
            <a:ext cx="3400425" cy="1914525"/>
          </a:xfrm>
          <a:prstGeom prst="rect"/>
          <a:noFill/>
        </p:spPr>
      </p:pic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895" cy="1040130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8960" y="2189480"/>
            <a:ext cx="7099300" cy="36474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75" y="4869180"/>
            <a:ext cx="2172970" cy="144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380"/>
            <a:ext cx="8572500" cy="134048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3230" y="2226310"/>
            <a:ext cx="6006465" cy="34163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0" y="5735955"/>
            <a:ext cx="3600450" cy="11188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27"/>
              <p14:cNvContentPartPr/>
              <p14:nvPr/>
            </p14:nvContentPartPr>
            <p14:xfrm>
              <a:off x="6294120" y="1493520"/>
              <a:ext cx="1775460" cy="1844040"/>
            </p14:xfrm>
          </p:contentPart>
        </mc:Choice>
        <mc:Fallback>
          <p:pic>
            <p:nvPicPr>
              <p:cNvPr id="10" name="잉크 27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94120" y="1493520"/>
                <a:ext cx="1775460" cy="18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잉크 28"/>
              <p14:cNvContentPartPr/>
              <p14:nvPr/>
            </p14:nvContentPartPr>
            <p14:xfrm>
              <a:off x="739140" y="1303020"/>
              <a:ext cx="274320" cy="754380"/>
            </p14:xfrm>
          </p:contentPart>
        </mc:Choice>
        <mc:Fallback>
          <p:pic>
            <p:nvPicPr>
              <p:cNvPr id="11" name="잉크 28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9140" y="1303020"/>
                <a:ext cx="274320" cy="754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잉크 31"/>
              <p14:cNvContentPartPr/>
              <p14:nvPr/>
            </p14:nvContentPartPr>
            <p14:xfrm>
              <a:off x="1203960" y="1485900"/>
              <a:ext cx="1760220" cy="30480"/>
            </p14:xfrm>
          </p:contentPart>
        </mc:Choice>
        <mc:Fallback>
          <p:pic>
            <p:nvPicPr>
              <p:cNvPr id="12" name="잉크 31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03960" y="1485900"/>
                <a:ext cx="1760220" cy="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잉크 34"/>
              <p14:cNvContentPartPr/>
              <p14:nvPr/>
            </p14:nvContentPartPr>
            <p14:xfrm>
              <a:off x="1272540" y="1927860"/>
              <a:ext cx="1684020" cy="45720"/>
            </p14:xfrm>
          </p:contentPart>
        </mc:Choice>
        <mc:Fallback>
          <p:pic>
            <p:nvPicPr>
              <p:cNvPr id="13" name="잉크 34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72540" y="1927860"/>
                <a:ext cx="1684020" cy="45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804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50" y="1628775"/>
            <a:ext cx="3529330" cy="17532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rgbClr val="FF0000"/>
                </a:solidFill>
              </a:rPr>
              <a:t>ul.style1 { list-style-type: circle; }</a:t>
            </a:r>
            <a:endParaRPr lang="ko-KR" altLang="en-US">
              <a:solidFill>
                <a:srgbClr val="FF0000"/>
              </a:solidFill>
            </a:endParaRPr>
          </a:p>
          <a:p>
            <a:pPr marL="0" indent="0">
              <a:buFontTx/>
              <a:buNone/>
            </a:pPr>
            <a:r>
              <a:rPr lang="en-US" altLang="ko-KR"/>
              <a:t>&lt;ul class=</a:t>
            </a:r>
            <a:r>
              <a:rPr lang="ko-KR" altLang="en-US" sz="1800" b="1">
                <a:solidFill>
                  <a:srgbClr val="FF0000"/>
                </a:solidFill>
              </a:rPr>
              <a:t>"</a:t>
            </a:r>
            <a:r>
              <a:rPr lang="en-US" altLang="ko-KR">
                <a:solidFill>
                  <a:srgbClr val="FF0000"/>
                </a:solidFill>
              </a:rPr>
              <a:t>style1</a:t>
            </a:r>
            <a:r>
              <a:rPr lang="ko-KR" altLang="en-US" sz="1800" b="1">
                <a:solidFill>
                  <a:srgbClr val="FF0000"/>
                </a:solidFill>
              </a:rPr>
              <a:t>"</a:t>
            </a:r>
            <a:r>
              <a:rPr lang="en-US" altLang="ko-KR"/>
              <a:t>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우유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커피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홍차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&lt;/ul&gt;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5805" y="1628775"/>
            <a:ext cx="3839845" cy="17545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3681095"/>
            <a:ext cx="1442720" cy="14147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805" y="3681095"/>
            <a:ext cx="1442720" cy="14147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잉크 35"/>
              <p14:cNvContentPartPr/>
              <p14:nvPr/>
            </p14:nvContentPartPr>
            <p14:xfrm>
              <a:off x="129540" y="1836420"/>
              <a:ext cx="563880" cy="647700"/>
            </p14:xfrm>
          </p:contentPart>
        </mc:Choice>
        <mc:Fallback>
          <p:pic>
            <p:nvPicPr>
              <p:cNvPr id="13" name="잉크 35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9540" y="1836420"/>
                <a:ext cx="563880" cy="6477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830"/>
            <a:ext cx="7772400" cy="54800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830"/>
            <a:ext cx="4572000" cy="53244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85" y="1851660"/>
            <a:ext cx="1466850" cy="42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830"/>
            <a:ext cx="7772400" cy="83121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05" y="2060575"/>
            <a:ext cx="4464685" cy="41548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435" y="3573145"/>
            <a:ext cx="3706495" cy="6616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잉크 44"/>
              <p14:cNvContentPartPr/>
              <p14:nvPr/>
            </p14:nvContentPartPr>
            <p14:xfrm>
              <a:off x="6819900" y="1851660"/>
              <a:ext cx="998220" cy="1257300"/>
            </p14:xfrm>
          </p:contentPart>
        </mc:Choice>
        <mc:Fallback>
          <p:pic>
            <p:nvPicPr>
              <p:cNvPr id="11" name="잉크 44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9900" y="1851660"/>
                <a:ext cx="998220" cy="1257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잉크 46"/>
              <p14:cNvContentPartPr/>
              <p14:nvPr/>
            </p14:nvContentPartPr>
            <p14:xfrm>
              <a:off x="7345680" y="4648200"/>
              <a:ext cx="777240" cy="1249680"/>
            </p14:xfrm>
          </p:contentPart>
        </mc:Choice>
        <mc:Fallback>
          <p:pic>
            <p:nvPicPr>
              <p:cNvPr id="12" name="잉크 4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5680" y="4648200"/>
                <a:ext cx="777240" cy="12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잉크 47"/>
              <p14:cNvContentPartPr/>
              <p14:nvPr/>
            </p14:nvContentPartPr>
            <p14:xfrm>
              <a:off x="7978140" y="5280660"/>
              <a:ext cx="342900" cy="205740"/>
            </p14:xfrm>
          </p:contentPart>
        </mc:Choice>
        <mc:Fallback>
          <p:pic>
            <p:nvPicPr>
              <p:cNvPr id="13" name="잉크 4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978140" y="5280660"/>
                <a:ext cx="34290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잉크 48"/>
              <p14:cNvContentPartPr/>
              <p14:nvPr/>
            </p14:nvContentPartPr>
            <p14:xfrm>
              <a:off x="8145780" y="5318760"/>
              <a:ext cx="15240" cy="434340"/>
            </p14:xfrm>
          </p:contentPart>
        </mc:Choice>
        <mc:Fallback>
          <p:pic>
            <p:nvPicPr>
              <p:cNvPr id="14" name="잉크 4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45780" y="5318760"/>
                <a:ext cx="15240" cy="434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잉크 49"/>
              <p14:cNvContentPartPr/>
              <p14:nvPr/>
            </p14:nvContentPartPr>
            <p14:xfrm>
              <a:off x="8267700" y="5128260"/>
              <a:ext cx="739140" cy="906780"/>
            </p14:xfrm>
          </p:contentPart>
        </mc:Choice>
        <mc:Fallback>
          <p:pic>
            <p:nvPicPr>
              <p:cNvPr id="15" name="잉크 49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67700" y="5128260"/>
                <a:ext cx="739140" cy="906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" name="잉크 50"/>
              <p14:cNvContentPartPr/>
              <p14:nvPr/>
            </p14:nvContentPartPr>
            <p14:xfrm>
              <a:off x="8686800" y="5455920"/>
              <a:ext cx="510540" cy="502920"/>
            </p14:xfrm>
          </p:contentPart>
        </mc:Choice>
        <mc:Fallback>
          <p:pic>
            <p:nvPicPr>
              <p:cNvPr id="16" name="잉크 50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686800" y="5455920"/>
                <a:ext cx="510540" cy="50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" y="1120140"/>
            <a:ext cx="7772400" cy="1008380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720" y="2604135"/>
            <a:ext cx="5507990" cy="383159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105" y="3537585"/>
            <a:ext cx="1000125" cy="6381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45"/>
              <p14:cNvContentPartPr/>
              <p14:nvPr/>
            </p14:nvContentPartPr>
            <p14:xfrm>
              <a:off x="7132320" y="914400"/>
              <a:ext cx="7620" cy="30480"/>
            </p14:xfrm>
          </p:contentPart>
        </mc:Choice>
        <mc:Fallback>
          <p:pic>
            <p:nvPicPr>
              <p:cNvPr id="10" name="잉크 45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32320" y="914400"/>
                <a:ext cx="7620" cy="3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36</Pages>
  <Paragraphs>763</Paragraphs>
  <Words>4327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2026-03-04T03:25:22Z</dcterms:modified>
</cp:coreProperties>
</file>